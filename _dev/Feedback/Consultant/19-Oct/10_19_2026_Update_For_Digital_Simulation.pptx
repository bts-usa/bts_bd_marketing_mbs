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84" r:id="rId3"/>
  </p:sldMasterIdLst>
  <p:notesMasterIdLst>
    <p:notesMasterId r:id="rId13"/>
  </p:notesMasterIdLst>
  <p:sldIdLst>
    <p:sldId id="2147482878" r:id="rId4"/>
    <p:sldId id="256" r:id="rId5"/>
    <p:sldId id="2147482843" r:id="rId6"/>
    <p:sldId id="2147482844" r:id="rId7"/>
    <p:sldId id="2147482845" r:id="rId8"/>
    <p:sldId id="2147482847" r:id="rId9"/>
    <p:sldId id="2147482881" r:id="rId10"/>
    <p:sldId id="2147482849" r:id="rId11"/>
    <p:sldId id="214748288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vin Claypool" userId="52047897047_tp_box_2" providerId="OAuth2" clId="{CA4CF585-0989-4D92-86E9-697F3F8B2F84}"/>
    <pc:docChg chg="undo custSel delSld modSld">
      <pc:chgData name="Kevin Claypool" userId="52047897047_tp_box_2" providerId="OAuth2" clId="{CA4CF585-0989-4D92-86E9-697F3F8B2F84}" dt="2026-10-19T22:32:07.774" v="711" actId="20577"/>
      <pc:docMkLst>
        <pc:docMk/>
      </pc:docMkLst>
      <pc:sldChg chg="modSp mod modShow">
        <pc:chgData name="Kevin Claypool" userId="52047897047_tp_box_2" providerId="OAuth2" clId="{CA4CF585-0989-4D92-86E9-697F3F8B2F84}" dt="2026-10-19T22:23:24.638" v="659" actId="34476"/>
        <pc:sldMkLst>
          <pc:docMk/>
          <pc:sldMk cId="3459016482" sldId="256"/>
        </pc:sldMkLst>
        <pc:spChg chg="mod">
          <ac:chgData name="Kevin Claypool" userId="52047897047_tp_box_2" providerId="OAuth2" clId="{CA4CF585-0989-4D92-86E9-697F3F8B2F84}" dt="2026-10-19T22:19:24.146" v="641" actId="20577"/>
          <ac:spMkLst>
            <pc:docMk/>
            <pc:sldMk cId="3459016482" sldId="256"/>
            <ac:spMk id="3" creationId="{605A87B0-EE36-C193-9AFE-AAC3840315D8}"/>
          </ac:spMkLst>
        </pc:spChg>
      </pc:sldChg>
      <pc:sldChg chg="modSp mod modShow">
        <pc:chgData name="Kevin Claypool" userId="52047897047_tp_box_2" providerId="OAuth2" clId="{CA4CF585-0989-4D92-86E9-697F3F8B2F84}" dt="2026-10-19T22:23:24.638" v="659" actId="34476"/>
        <pc:sldMkLst>
          <pc:docMk/>
          <pc:sldMk cId="4285398747" sldId="2147482843"/>
        </pc:sldMkLst>
        <pc:spChg chg="mod">
          <ac:chgData name="Kevin Claypool" userId="52047897047_tp_box_2" providerId="OAuth2" clId="{CA4CF585-0989-4D92-86E9-697F3F8B2F84}" dt="2026-10-19T22:05:23.001" v="124" actId="20577"/>
          <ac:spMkLst>
            <pc:docMk/>
            <pc:sldMk cId="4285398747" sldId="2147482843"/>
            <ac:spMk id="2" creationId="{A422CB82-A8B9-E588-6FE7-22C8EDAEDC3C}"/>
          </ac:spMkLst>
        </pc:spChg>
      </pc:sldChg>
      <pc:sldChg chg="modSp mod modShow">
        <pc:chgData name="Kevin Claypool" userId="52047897047_tp_box_2" providerId="OAuth2" clId="{CA4CF585-0989-4D92-86E9-697F3F8B2F84}" dt="2026-10-19T22:23:24.638" v="659" actId="34476"/>
        <pc:sldMkLst>
          <pc:docMk/>
          <pc:sldMk cId="1275572511" sldId="2147482844"/>
        </pc:sldMkLst>
        <pc:spChg chg="mod">
          <ac:chgData name="Kevin Claypool" userId="52047897047_tp_box_2" providerId="OAuth2" clId="{CA4CF585-0989-4D92-86E9-697F3F8B2F84}" dt="2026-10-19T22:13:29.686" v="318" actId="313"/>
          <ac:spMkLst>
            <pc:docMk/>
            <pc:sldMk cId="1275572511" sldId="2147482844"/>
            <ac:spMk id="2" creationId="{7CE8570D-A2EB-77CF-3E30-8B6F9ADD415C}"/>
          </ac:spMkLst>
        </pc:spChg>
      </pc:sldChg>
      <pc:sldChg chg="mod modShow">
        <pc:chgData name="Kevin Claypool" userId="52047897047_tp_box_2" providerId="OAuth2" clId="{CA4CF585-0989-4D92-86E9-697F3F8B2F84}" dt="2026-10-19T22:23:24.638" v="659" actId="34476"/>
        <pc:sldMkLst>
          <pc:docMk/>
          <pc:sldMk cId="637102646" sldId="2147482845"/>
        </pc:sldMkLst>
      </pc:sldChg>
      <pc:sldChg chg="modSp mod modShow">
        <pc:chgData name="Kevin Claypool" userId="52047897047_tp_box_2" providerId="OAuth2" clId="{CA4CF585-0989-4D92-86E9-697F3F8B2F84}" dt="2026-10-19T22:23:24.638" v="659" actId="34476"/>
        <pc:sldMkLst>
          <pc:docMk/>
          <pc:sldMk cId="1271053118" sldId="2147482847"/>
        </pc:sldMkLst>
        <pc:spChg chg="mod">
          <ac:chgData name="Kevin Claypool" userId="52047897047_tp_box_2" providerId="OAuth2" clId="{CA4CF585-0989-4D92-86E9-697F3F8B2F84}" dt="2026-10-19T22:18:51.976" v="529" actId="20577"/>
          <ac:spMkLst>
            <pc:docMk/>
            <pc:sldMk cId="1271053118" sldId="2147482847"/>
            <ac:spMk id="2" creationId="{A8A85CFD-53DD-A2B3-B3CC-32FBCE6F0C2A}"/>
          </ac:spMkLst>
        </pc:spChg>
      </pc:sldChg>
      <pc:sldChg chg="modSp mod modShow">
        <pc:chgData name="Kevin Claypool" userId="52047897047_tp_box_2" providerId="OAuth2" clId="{CA4CF585-0989-4D92-86E9-697F3F8B2F84}" dt="2026-10-19T22:23:24.638" v="659" actId="34476"/>
        <pc:sldMkLst>
          <pc:docMk/>
          <pc:sldMk cId="1252519558" sldId="2147482849"/>
        </pc:sldMkLst>
        <pc:spChg chg="mod">
          <ac:chgData name="Kevin Claypool" userId="52047897047_tp_box_2" providerId="OAuth2" clId="{CA4CF585-0989-4D92-86E9-697F3F8B2F84}" dt="2026-10-19T22:20:31.425" v="650" actId="20577"/>
          <ac:spMkLst>
            <pc:docMk/>
            <pc:sldMk cId="1252519558" sldId="2147482849"/>
            <ac:spMk id="2" creationId="{DFFE6BB7-D1A4-9D9C-E13F-48375862005E}"/>
          </ac:spMkLst>
        </pc:spChg>
      </pc:sldChg>
      <pc:sldChg chg="modSp mod modShow">
        <pc:chgData name="Kevin Claypool" userId="52047897047_tp_box_2" providerId="OAuth2" clId="{CA4CF585-0989-4D92-86E9-697F3F8B2F84}" dt="2026-10-19T22:23:52.451" v="664" actId="20577"/>
        <pc:sldMkLst>
          <pc:docMk/>
          <pc:sldMk cId="277197682" sldId="2147482878"/>
        </pc:sldMkLst>
        <pc:spChg chg="mod">
          <ac:chgData name="Kevin Claypool" userId="52047897047_tp_box_2" providerId="OAuth2" clId="{CA4CF585-0989-4D92-86E9-697F3F8B2F84}" dt="2026-10-19T22:23:52.451" v="664" actId="20577"/>
          <ac:spMkLst>
            <pc:docMk/>
            <pc:sldMk cId="277197682" sldId="2147482878"/>
            <ac:spMk id="2" creationId="{935D0CD4-FFC8-796E-9CA1-530485922ABC}"/>
          </ac:spMkLst>
        </pc:spChg>
      </pc:sldChg>
      <pc:sldChg chg="modSp del mod">
        <pc:chgData name="Kevin Claypool" userId="52047897047_tp_box_2" providerId="OAuth2" clId="{CA4CF585-0989-4D92-86E9-697F3F8B2F84}" dt="2026-10-19T22:13:58.743" v="319" actId="2696"/>
        <pc:sldMkLst>
          <pc:docMk/>
          <pc:sldMk cId="2786516242" sldId="2147482879"/>
        </pc:sldMkLst>
        <pc:spChg chg="mod">
          <ac:chgData name="Kevin Claypool" userId="52047897047_tp_box_2" providerId="OAuth2" clId="{CA4CF585-0989-4D92-86E9-697F3F8B2F84}" dt="2026-10-19T22:08:08.451" v="126" actId="20577"/>
          <ac:spMkLst>
            <pc:docMk/>
            <pc:sldMk cId="2786516242" sldId="2147482879"/>
            <ac:spMk id="3" creationId="{2A3DC2CD-9C3B-921C-CE45-068373E4D54E}"/>
          </ac:spMkLst>
        </pc:spChg>
      </pc:sldChg>
      <pc:sldChg chg="modSp del mod">
        <pc:chgData name="Kevin Claypool" userId="52047897047_tp_box_2" providerId="OAuth2" clId="{CA4CF585-0989-4D92-86E9-697F3F8B2F84}" dt="2026-10-19T22:16:25.520" v="320" actId="47"/>
        <pc:sldMkLst>
          <pc:docMk/>
          <pc:sldMk cId="2527849105" sldId="2147482880"/>
        </pc:sldMkLst>
        <pc:spChg chg="mod">
          <ac:chgData name="Kevin Claypool" userId="52047897047_tp_box_2" providerId="OAuth2" clId="{CA4CF585-0989-4D92-86E9-697F3F8B2F84}" dt="2026-10-19T21:10:07.880" v="100" actId="20577"/>
          <ac:spMkLst>
            <pc:docMk/>
            <pc:sldMk cId="2527849105" sldId="2147482880"/>
            <ac:spMk id="3" creationId="{56323D9E-676B-F6E3-650B-3E2E00A4F5A7}"/>
          </ac:spMkLst>
        </pc:spChg>
      </pc:sldChg>
      <pc:sldChg chg="mod modShow">
        <pc:chgData name="Kevin Claypool" userId="52047897047_tp_box_2" providerId="OAuth2" clId="{CA4CF585-0989-4D92-86E9-697F3F8B2F84}" dt="2026-10-19T22:23:24.638" v="659" actId="34476"/>
        <pc:sldMkLst>
          <pc:docMk/>
          <pc:sldMk cId="312163337" sldId="2147482881"/>
        </pc:sldMkLst>
      </pc:sldChg>
      <pc:sldChg chg="modSp mod modShow">
        <pc:chgData name="Kevin Claypool" userId="52047897047_tp_box_2" providerId="OAuth2" clId="{CA4CF585-0989-4D92-86E9-697F3F8B2F84}" dt="2026-10-19T22:32:07.774" v="711" actId="20577"/>
        <pc:sldMkLst>
          <pc:docMk/>
          <pc:sldMk cId="3413196652" sldId="2147482882"/>
        </pc:sldMkLst>
        <pc:spChg chg="mod">
          <ac:chgData name="Kevin Claypool" userId="52047897047_tp_box_2" providerId="OAuth2" clId="{CA4CF585-0989-4D92-86E9-697F3F8B2F84}" dt="2026-10-19T22:32:07.774" v="711" actId="20577"/>
          <ac:spMkLst>
            <pc:docMk/>
            <pc:sldMk cId="3413196652" sldId="2147482882"/>
            <ac:spMk id="3" creationId="{EE108C5E-BF68-3475-EB5A-2BA21C6A9AC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870BA3-8C99-4885-9116-D5C1F7B5A430}"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76CCC1-0EA3-43DE-8888-771F6E305543}" type="slidenum">
              <a:rPr lang="en-US" smtClean="0"/>
              <a:t>‹#›</a:t>
            </a:fld>
            <a:endParaRPr lang="en-US"/>
          </a:p>
        </p:txBody>
      </p:sp>
    </p:spTree>
    <p:extLst>
      <p:ext uri="{BB962C8B-B14F-4D97-AF65-F5344CB8AC3E}">
        <p14:creationId xmlns:p14="http://schemas.microsoft.com/office/powerpoint/2010/main" val="2694702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34AD19-A42C-43FF-A711-6ED1E08835B1}"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5918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83F7A-4692-2598-011F-9829494A6D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C1AB97-D8E2-F189-6276-A1AE166536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761738-6BC4-6BB5-3BF0-816D049613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0F86A81-B195-B823-613E-C63625D934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34AD19-A42C-43FF-A711-6ED1E08835B1}"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5544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EC9CE-B711-F73E-373A-088A0744D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A7E40-A265-B20D-FA77-56AD49272E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39711-8ABC-1518-702F-F0DF0D02DD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88FEAF-32CA-05D3-6663-6853D82FE11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34AD19-A42C-43FF-A711-6ED1E08835B1}"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7874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878A0-F6F4-A9B6-B223-DBDB685B7E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C6899B-FC69-4354-02DF-6D88628DCF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667584-8F54-21C5-0F87-BBDBB5F4D8F5}"/>
              </a:ext>
            </a:extLst>
          </p:cNvPr>
          <p:cNvSpPr>
            <a:spLocks noGrp="1"/>
          </p:cNvSpPr>
          <p:nvPr>
            <p:ph type="dt" sz="half" idx="10"/>
          </p:nvPr>
        </p:nvSpPr>
        <p:spPr/>
        <p:txBody>
          <a:bodyPr/>
          <a:lstStyle/>
          <a:p>
            <a:fld id="{C509D815-375B-4E25-982C-DE08947284A2}" type="datetimeFigureOut">
              <a:rPr lang="en-US" smtClean="0"/>
              <a:t>10/21/2026</a:t>
            </a:fld>
            <a:endParaRPr lang="en-US"/>
          </a:p>
        </p:txBody>
      </p:sp>
      <p:sp>
        <p:nvSpPr>
          <p:cNvPr id="5" name="Footer Placeholder 4">
            <a:extLst>
              <a:ext uri="{FF2B5EF4-FFF2-40B4-BE49-F238E27FC236}">
                <a16:creationId xmlns:a16="http://schemas.microsoft.com/office/drawing/2014/main" id="{7DFF11F5-586F-C396-B596-465ADB787E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736403-8151-5DFB-33EC-8383758A5825}"/>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3367450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7E4CD-8C35-AD3E-40B1-F49D03BE73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8E3913-088C-225D-E53E-C2D83D4128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27C694-A7AC-DFAE-81F1-D89871B3D6AB}"/>
              </a:ext>
            </a:extLst>
          </p:cNvPr>
          <p:cNvSpPr>
            <a:spLocks noGrp="1"/>
          </p:cNvSpPr>
          <p:nvPr>
            <p:ph type="dt" sz="half" idx="10"/>
          </p:nvPr>
        </p:nvSpPr>
        <p:spPr/>
        <p:txBody>
          <a:bodyPr/>
          <a:lstStyle/>
          <a:p>
            <a:fld id="{C509D815-375B-4E25-982C-DE08947284A2}" type="datetimeFigureOut">
              <a:rPr lang="en-US" smtClean="0"/>
              <a:t>10/21/2026</a:t>
            </a:fld>
            <a:endParaRPr lang="en-US"/>
          </a:p>
        </p:txBody>
      </p:sp>
      <p:sp>
        <p:nvSpPr>
          <p:cNvPr id="5" name="Footer Placeholder 4">
            <a:extLst>
              <a:ext uri="{FF2B5EF4-FFF2-40B4-BE49-F238E27FC236}">
                <a16:creationId xmlns:a16="http://schemas.microsoft.com/office/drawing/2014/main" id="{13E0542A-280F-491F-CC86-278E87CA75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46EAB6-11CE-62B0-739F-7EBA5FB31C43}"/>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904047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51AB0-7A5A-97C7-79A7-39FFF8CC46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BC8CB5-49A8-E814-FB34-135371217B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469942-8A38-3E74-2388-9F5437F19386}"/>
              </a:ext>
            </a:extLst>
          </p:cNvPr>
          <p:cNvSpPr>
            <a:spLocks noGrp="1"/>
          </p:cNvSpPr>
          <p:nvPr>
            <p:ph type="dt" sz="half" idx="10"/>
          </p:nvPr>
        </p:nvSpPr>
        <p:spPr/>
        <p:txBody>
          <a:bodyPr/>
          <a:lstStyle/>
          <a:p>
            <a:fld id="{C509D815-375B-4E25-982C-DE08947284A2}" type="datetimeFigureOut">
              <a:rPr lang="en-US" smtClean="0"/>
              <a:t>10/21/2026</a:t>
            </a:fld>
            <a:endParaRPr lang="en-US"/>
          </a:p>
        </p:txBody>
      </p:sp>
      <p:sp>
        <p:nvSpPr>
          <p:cNvPr id="5" name="Footer Placeholder 4">
            <a:extLst>
              <a:ext uri="{FF2B5EF4-FFF2-40B4-BE49-F238E27FC236}">
                <a16:creationId xmlns:a16="http://schemas.microsoft.com/office/drawing/2014/main" id="{ED0D8FD6-168E-213F-5BCF-80088A014C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E8289A-08C8-6097-15DF-29387E2A68D1}"/>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4001465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ED563-0D5C-59B0-A6C3-7B03DA42CA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11FB66-CD76-D30B-2D43-F41C11CEEF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2E81A0-C643-3F70-E19C-BCC73CA04D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B53393-027A-6377-09A6-7C1BCC3725E1}"/>
              </a:ext>
            </a:extLst>
          </p:cNvPr>
          <p:cNvSpPr>
            <a:spLocks noGrp="1"/>
          </p:cNvSpPr>
          <p:nvPr>
            <p:ph type="dt" sz="half" idx="10"/>
          </p:nvPr>
        </p:nvSpPr>
        <p:spPr/>
        <p:txBody>
          <a:bodyPr/>
          <a:lstStyle/>
          <a:p>
            <a:fld id="{C509D815-375B-4E25-982C-DE08947284A2}" type="datetimeFigureOut">
              <a:rPr lang="en-US" smtClean="0"/>
              <a:t>10/21/2026</a:t>
            </a:fld>
            <a:endParaRPr lang="en-US"/>
          </a:p>
        </p:txBody>
      </p:sp>
      <p:sp>
        <p:nvSpPr>
          <p:cNvPr id="6" name="Footer Placeholder 5">
            <a:extLst>
              <a:ext uri="{FF2B5EF4-FFF2-40B4-BE49-F238E27FC236}">
                <a16:creationId xmlns:a16="http://schemas.microsoft.com/office/drawing/2014/main" id="{117167BC-5D8E-2195-0626-65D19A46A3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93793A-7462-E2C7-6E3D-6BA4A2801538}"/>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634735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89E58-D355-20AB-7054-A31A1045DF6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6F66A56-28C4-C2C6-BB9E-6B2128B4DB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09C008-DE79-CBCE-EF40-3D45A83EAB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8E2FE1-D4E5-3A87-8777-CFBF96DB8C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2D7143-C0BF-78A1-4FB8-D08C2F8207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0094F8-CFCF-5B0E-D1BB-58B6EB604CF9}"/>
              </a:ext>
            </a:extLst>
          </p:cNvPr>
          <p:cNvSpPr>
            <a:spLocks noGrp="1"/>
          </p:cNvSpPr>
          <p:nvPr>
            <p:ph type="dt" sz="half" idx="10"/>
          </p:nvPr>
        </p:nvSpPr>
        <p:spPr/>
        <p:txBody>
          <a:bodyPr/>
          <a:lstStyle/>
          <a:p>
            <a:fld id="{C509D815-375B-4E25-982C-DE08947284A2}" type="datetimeFigureOut">
              <a:rPr lang="en-US" smtClean="0"/>
              <a:t>10/21/2026</a:t>
            </a:fld>
            <a:endParaRPr lang="en-US"/>
          </a:p>
        </p:txBody>
      </p:sp>
      <p:sp>
        <p:nvSpPr>
          <p:cNvPr id="8" name="Footer Placeholder 7">
            <a:extLst>
              <a:ext uri="{FF2B5EF4-FFF2-40B4-BE49-F238E27FC236}">
                <a16:creationId xmlns:a16="http://schemas.microsoft.com/office/drawing/2014/main" id="{2FBFC130-8721-E0D3-DCDC-B29BCA18FE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89AB20E-992F-F1F7-551E-7FA908D371E8}"/>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3595318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E0830-437D-870D-0773-5FAE8F931F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176E57B-52EC-B3B6-2204-EE6955266B01}"/>
              </a:ext>
            </a:extLst>
          </p:cNvPr>
          <p:cNvSpPr>
            <a:spLocks noGrp="1"/>
          </p:cNvSpPr>
          <p:nvPr>
            <p:ph type="dt" sz="half" idx="10"/>
          </p:nvPr>
        </p:nvSpPr>
        <p:spPr/>
        <p:txBody>
          <a:bodyPr/>
          <a:lstStyle/>
          <a:p>
            <a:fld id="{C509D815-375B-4E25-982C-DE08947284A2}" type="datetimeFigureOut">
              <a:rPr lang="en-US" smtClean="0"/>
              <a:t>10/21/2026</a:t>
            </a:fld>
            <a:endParaRPr lang="en-US"/>
          </a:p>
        </p:txBody>
      </p:sp>
      <p:sp>
        <p:nvSpPr>
          <p:cNvPr id="4" name="Footer Placeholder 3">
            <a:extLst>
              <a:ext uri="{FF2B5EF4-FFF2-40B4-BE49-F238E27FC236}">
                <a16:creationId xmlns:a16="http://schemas.microsoft.com/office/drawing/2014/main" id="{7633958E-4C23-556D-D3E0-8692FF36F7F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21B4A5-C87F-AFDF-C97B-FA62AC0C9C7D}"/>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3590971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133C5-7CAE-AA59-616B-7A042779AD4B}"/>
              </a:ext>
            </a:extLst>
          </p:cNvPr>
          <p:cNvSpPr>
            <a:spLocks noGrp="1"/>
          </p:cNvSpPr>
          <p:nvPr>
            <p:ph type="dt" sz="half" idx="10"/>
          </p:nvPr>
        </p:nvSpPr>
        <p:spPr/>
        <p:txBody>
          <a:bodyPr/>
          <a:lstStyle/>
          <a:p>
            <a:fld id="{C509D815-375B-4E25-982C-DE08947284A2}" type="datetimeFigureOut">
              <a:rPr lang="en-US" smtClean="0"/>
              <a:t>10/21/2026</a:t>
            </a:fld>
            <a:endParaRPr lang="en-US"/>
          </a:p>
        </p:txBody>
      </p:sp>
      <p:sp>
        <p:nvSpPr>
          <p:cNvPr id="3" name="Footer Placeholder 2">
            <a:extLst>
              <a:ext uri="{FF2B5EF4-FFF2-40B4-BE49-F238E27FC236}">
                <a16:creationId xmlns:a16="http://schemas.microsoft.com/office/drawing/2014/main" id="{8129E279-C14E-CE7A-A5CC-25287EBC33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38817D-A942-92BE-2130-0A9633CAE9E2}"/>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3438435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4BED5-F109-EE7B-2EDC-C883E121C2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8FEB40-C1FB-F558-2772-20E84BBB2A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792285-593E-8D7B-EAA4-2DAA90209B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23FFD0-C0E7-C954-3951-3E1F60D04618}"/>
              </a:ext>
            </a:extLst>
          </p:cNvPr>
          <p:cNvSpPr>
            <a:spLocks noGrp="1"/>
          </p:cNvSpPr>
          <p:nvPr>
            <p:ph type="dt" sz="half" idx="10"/>
          </p:nvPr>
        </p:nvSpPr>
        <p:spPr/>
        <p:txBody>
          <a:bodyPr/>
          <a:lstStyle/>
          <a:p>
            <a:fld id="{C509D815-375B-4E25-982C-DE08947284A2}" type="datetimeFigureOut">
              <a:rPr lang="en-US" smtClean="0"/>
              <a:t>10/21/2026</a:t>
            </a:fld>
            <a:endParaRPr lang="en-US"/>
          </a:p>
        </p:txBody>
      </p:sp>
      <p:sp>
        <p:nvSpPr>
          <p:cNvPr id="6" name="Footer Placeholder 5">
            <a:extLst>
              <a:ext uri="{FF2B5EF4-FFF2-40B4-BE49-F238E27FC236}">
                <a16:creationId xmlns:a16="http://schemas.microsoft.com/office/drawing/2014/main" id="{081A6D41-C03A-EE14-D390-D6F7769F3A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32929F-B7F5-7DF5-DA2D-27CA1336CAAF}"/>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157375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FDC16-6E29-A342-1F58-FD9F7DC96C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D9581D-E98A-991F-AB9F-C29FBB32EAD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24263FF-B54F-2FE0-D3EC-2882995F57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BD9BE8-828C-3F84-BB75-AC3C25EE0DB6}"/>
              </a:ext>
            </a:extLst>
          </p:cNvPr>
          <p:cNvSpPr>
            <a:spLocks noGrp="1"/>
          </p:cNvSpPr>
          <p:nvPr>
            <p:ph type="dt" sz="half" idx="10"/>
          </p:nvPr>
        </p:nvSpPr>
        <p:spPr/>
        <p:txBody>
          <a:bodyPr/>
          <a:lstStyle/>
          <a:p>
            <a:fld id="{C509D815-375B-4E25-982C-DE08947284A2}" type="datetimeFigureOut">
              <a:rPr lang="en-US" smtClean="0"/>
              <a:t>10/21/2026</a:t>
            </a:fld>
            <a:endParaRPr lang="en-US"/>
          </a:p>
        </p:txBody>
      </p:sp>
      <p:sp>
        <p:nvSpPr>
          <p:cNvPr id="6" name="Footer Placeholder 5">
            <a:extLst>
              <a:ext uri="{FF2B5EF4-FFF2-40B4-BE49-F238E27FC236}">
                <a16:creationId xmlns:a16="http://schemas.microsoft.com/office/drawing/2014/main" id="{39B53A37-0548-0CB3-B922-821873E0D5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37E8F-20CF-0D4E-88E5-0FF7099C2E63}"/>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3158704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8875-5A12-39FD-F00A-79F9696137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2D0344-36B9-7DC3-658D-B22C190349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5C930B-4F2A-667A-6AF3-841AA2CA898E}"/>
              </a:ext>
            </a:extLst>
          </p:cNvPr>
          <p:cNvSpPr>
            <a:spLocks noGrp="1"/>
          </p:cNvSpPr>
          <p:nvPr>
            <p:ph type="dt" sz="half" idx="10"/>
          </p:nvPr>
        </p:nvSpPr>
        <p:spPr/>
        <p:txBody>
          <a:bodyPr/>
          <a:lstStyle/>
          <a:p>
            <a:fld id="{C509D815-375B-4E25-982C-DE08947284A2}" type="datetimeFigureOut">
              <a:rPr lang="en-US" smtClean="0"/>
              <a:t>10/21/2026</a:t>
            </a:fld>
            <a:endParaRPr lang="en-US"/>
          </a:p>
        </p:txBody>
      </p:sp>
      <p:sp>
        <p:nvSpPr>
          <p:cNvPr id="5" name="Footer Placeholder 4">
            <a:extLst>
              <a:ext uri="{FF2B5EF4-FFF2-40B4-BE49-F238E27FC236}">
                <a16:creationId xmlns:a16="http://schemas.microsoft.com/office/drawing/2014/main" id="{0789814A-8C5D-090D-389D-D4D9E0C107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8769C8-D023-E109-8D7F-E19668E80172}"/>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3690853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4BEE22-E4D7-0F02-1D31-80663643172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25DFA9-EE94-F51E-200E-AEB5C545B8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1BBC65-EF0C-71A1-E9E2-6786B2816168}"/>
              </a:ext>
            </a:extLst>
          </p:cNvPr>
          <p:cNvSpPr>
            <a:spLocks noGrp="1"/>
          </p:cNvSpPr>
          <p:nvPr>
            <p:ph type="dt" sz="half" idx="10"/>
          </p:nvPr>
        </p:nvSpPr>
        <p:spPr/>
        <p:txBody>
          <a:bodyPr/>
          <a:lstStyle/>
          <a:p>
            <a:fld id="{C509D815-375B-4E25-982C-DE08947284A2}" type="datetimeFigureOut">
              <a:rPr lang="en-US" smtClean="0"/>
              <a:t>10/21/2026</a:t>
            </a:fld>
            <a:endParaRPr lang="en-US"/>
          </a:p>
        </p:txBody>
      </p:sp>
      <p:sp>
        <p:nvSpPr>
          <p:cNvPr id="5" name="Footer Placeholder 4">
            <a:extLst>
              <a:ext uri="{FF2B5EF4-FFF2-40B4-BE49-F238E27FC236}">
                <a16:creationId xmlns:a16="http://schemas.microsoft.com/office/drawing/2014/main" id="{28E396F1-1B37-45A0-1426-699AF46641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26AAE3-8DD5-47C1-6A15-09C6BE1D1168}"/>
              </a:ext>
            </a:extLst>
          </p:cNvPr>
          <p:cNvSpPr>
            <a:spLocks noGrp="1"/>
          </p:cNvSpPr>
          <p:nvPr>
            <p:ph type="sldNum" sz="quarter" idx="12"/>
          </p:nvPr>
        </p:nvSpPr>
        <p:spPr/>
        <p:txBody>
          <a:bodyPr/>
          <a:lstStyle/>
          <a:p>
            <a:fld id="{9D4104B6-1B22-4D05-90D0-055344F63258}" type="slidenum">
              <a:rPr lang="en-US" smtClean="0"/>
              <a:t>‹#›</a:t>
            </a:fld>
            <a:endParaRPr lang="en-US"/>
          </a:p>
        </p:txBody>
      </p:sp>
    </p:spTree>
    <p:extLst>
      <p:ext uri="{BB962C8B-B14F-4D97-AF65-F5344CB8AC3E}">
        <p14:creationId xmlns:p14="http://schemas.microsoft.com/office/powerpoint/2010/main" val="1028498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BD06DA-8B4D-2D0B-34E1-DF4395293570}"/>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p>
        </p:txBody>
      </p:sp>
      <p:sp>
        <p:nvSpPr>
          <p:cNvPr id="3" name="Freeform 1">
            <a:extLst>
              <a:ext uri="{FF2B5EF4-FFF2-40B4-BE49-F238E27FC236}">
                <a16:creationId xmlns:a16="http://schemas.microsoft.com/office/drawing/2014/main" id="{CBEB9DA5-6444-6A76-FE53-379DA1D4A6A3}"/>
              </a:ext>
            </a:extLst>
          </p:cNvPr>
          <p:cNvSpPr/>
          <p:nvPr userDrawn="1"/>
        </p:nvSpPr>
        <p:spPr>
          <a:xfrm rot="16200000">
            <a:off x="6416039" y="1082040"/>
            <a:ext cx="6858001" cy="4693920"/>
          </a:xfrm>
          <a:custGeom>
            <a:avLst/>
            <a:gdLst>
              <a:gd name="connsiteX0" fmla="*/ 7833389 w 12192001"/>
              <a:gd name="connsiteY0" fmla="*/ 145 h 5621585"/>
              <a:gd name="connsiteX1" fmla="*/ 8143093 w 12192001"/>
              <a:gd name="connsiteY1" fmla="*/ 13048 h 5621585"/>
              <a:gd name="connsiteX2" fmla="*/ 11299961 w 12192001"/>
              <a:gd name="connsiteY2" fmla="*/ 670256 h 5621585"/>
              <a:gd name="connsiteX3" fmla="*/ 11978381 w 12192001"/>
              <a:gd name="connsiteY3" fmla="*/ 678443 h 5621585"/>
              <a:gd name="connsiteX4" fmla="*/ 12192001 w 12192001"/>
              <a:gd name="connsiteY4" fmla="*/ 660789 h 5621585"/>
              <a:gd name="connsiteX5" fmla="*/ 12192001 w 12192001"/>
              <a:gd name="connsiteY5" fmla="*/ 5621585 h 5621585"/>
              <a:gd name="connsiteX6" fmla="*/ 0 w 12192001"/>
              <a:gd name="connsiteY6" fmla="*/ 5621585 h 5621585"/>
              <a:gd name="connsiteX7" fmla="*/ 0 w 12192001"/>
              <a:gd name="connsiteY7" fmla="*/ 69228 h 5621585"/>
              <a:gd name="connsiteX8" fmla="*/ 7866 w 12192001"/>
              <a:gd name="connsiteY8" fmla="*/ 69689 h 5621585"/>
              <a:gd name="connsiteX9" fmla="*/ 1563282 w 12192001"/>
              <a:gd name="connsiteY9" fmla="*/ 288258 h 5621585"/>
              <a:gd name="connsiteX10" fmla="*/ 3205281 w 12192001"/>
              <a:gd name="connsiteY10" fmla="*/ 601900 h 5621585"/>
              <a:gd name="connsiteX11" fmla="*/ 7833389 w 12192001"/>
              <a:gd name="connsiteY11" fmla="*/ 145 h 562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1" h="5621585">
                <a:moveTo>
                  <a:pt x="7833389" y="145"/>
                </a:moveTo>
                <a:cubicBezTo>
                  <a:pt x="7936548" y="946"/>
                  <a:pt x="8039780" y="5087"/>
                  <a:pt x="8143093" y="13048"/>
                </a:cubicBezTo>
                <a:cubicBezTo>
                  <a:pt x="9206594" y="94993"/>
                  <a:pt x="10236761" y="579801"/>
                  <a:pt x="11299961" y="670256"/>
                </a:cubicBezTo>
                <a:cubicBezTo>
                  <a:pt x="11526245" y="689473"/>
                  <a:pt x="11752429" y="690717"/>
                  <a:pt x="11978381" y="678443"/>
                </a:cubicBezTo>
                <a:lnTo>
                  <a:pt x="12192001" y="660789"/>
                </a:lnTo>
                <a:lnTo>
                  <a:pt x="12192001" y="5621585"/>
                </a:lnTo>
                <a:lnTo>
                  <a:pt x="0" y="5621585"/>
                </a:lnTo>
                <a:lnTo>
                  <a:pt x="0" y="69228"/>
                </a:lnTo>
                <a:lnTo>
                  <a:pt x="7866" y="69689"/>
                </a:lnTo>
                <a:cubicBezTo>
                  <a:pt x="528554" y="107233"/>
                  <a:pt x="1047873" y="180079"/>
                  <a:pt x="1563282" y="288258"/>
                </a:cubicBezTo>
                <a:cubicBezTo>
                  <a:pt x="2109847" y="402871"/>
                  <a:pt x="2653409" y="557153"/>
                  <a:pt x="3205281" y="601900"/>
                </a:cubicBezTo>
                <a:cubicBezTo>
                  <a:pt x="4754697" y="727752"/>
                  <a:pt x="6285990" y="-11867"/>
                  <a:pt x="7833389" y="145"/>
                </a:cubicBezTo>
                <a:close/>
              </a:path>
            </a:pathLst>
          </a:custGeom>
          <a:solidFill>
            <a:schemeClr val="tx2"/>
          </a:solidFill>
          <a:ln w="8603" cap="flat">
            <a:noFill/>
            <a:prstDash val="solid"/>
            <a:miter/>
          </a:ln>
        </p:spPr>
        <p:txBody>
          <a:bodyPr rtlCol="0" anchor="ctr"/>
          <a:lstStyle/>
          <a:p>
            <a:endParaRPr lang="en-JP"/>
          </a:p>
        </p:txBody>
      </p:sp>
      <p:sp>
        <p:nvSpPr>
          <p:cNvPr id="4" name="TextBox 2">
            <a:extLst>
              <a:ext uri="{FF2B5EF4-FFF2-40B4-BE49-F238E27FC236}">
                <a16:creationId xmlns:a16="http://schemas.microsoft.com/office/drawing/2014/main" id="{903013A2-8D6F-2EC0-B311-AC9E2F6BA90D}"/>
              </a:ext>
            </a:extLst>
          </p:cNvPr>
          <p:cNvSpPr txBox="1"/>
          <p:nvPr userDrawn="1"/>
        </p:nvSpPr>
        <p:spPr>
          <a:xfrm>
            <a:off x="10100410" y="6320155"/>
            <a:ext cx="1359312" cy="211394"/>
          </a:xfrm>
          <a:prstGeom prst="rect">
            <a:avLst/>
          </a:prstGeom>
          <a:noFill/>
        </p:spPr>
        <p:txBody>
          <a:bodyPr wrap="square" lIns="0" tIns="0" rIns="0" bIns="0" rtlCol="0" anchor="b" anchorCtr="0">
            <a:noAutofit/>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lang="en-GB" sz="900">
                <a:solidFill>
                  <a:schemeClr val="tx1">
                    <a:lumMod val="50000"/>
                    <a:lumOff val="50000"/>
                  </a:schemeClr>
                </a:solidFill>
              </a:rPr>
              <a:t>Copyright © 2025 BTS </a:t>
            </a:r>
            <a:r>
              <a:rPr lang="en-GB" sz="900" b="0">
                <a:solidFill>
                  <a:schemeClr val="tx1">
                    <a:lumMod val="50000"/>
                    <a:lumOff val="50000"/>
                  </a:schemeClr>
                </a:solidFill>
              </a:rPr>
              <a:t> </a:t>
            </a:r>
          </a:p>
        </p:txBody>
      </p:sp>
    </p:spTree>
    <p:extLst>
      <p:ext uri="{BB962C8B-B14F-4D97-AF65-F5344CB8AC3E}">
        <p14:creationId xmlns:p14="http://schemas.microsoft.com/office/powerpoint/2010/main" val="13376451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Diseño personalizado">
    <p:spTree>
      <p:nvGrpSpPr>
        <p:cNvPr id="1" name=""/>
        <p:cNvGrpSpPr/>
        <p:nvPr/>
      </p:nvGrpSpPr>
      <p:grpSpPr>
        <a:xfrm>
          <a:off x="0" y="0"/>
          <a:ext cx="0" cy="0"/>
          <a:chOff x="0" y="0"/>
          <a:chExt cx="0" cy="0"/>
        </a:xfrm>
      </p:grpSpPr>
      <p:sp>
        <p:nvSpPr>
          <p:cNvPr id="4" name="Double Wave 3">
            <a:extLst>
              <a:ext uri="{FF2B5EF4-FFF2-40B4-BE49-F238E27FC236}">
                <a16:creationId xmlns:a16="http://schemas.microsoft.com/office/drawing/2014/main" id="{C1B68825-5247-2B49-DAEF-15FFE8DA4C9F}"/>
              </a:ext>
            </a:extLst>
          </p:cNvPr>
          <p:cNvSpPr/>
          <p:nvPr userDrawn="1"/>
        </p:nvSpPr>
        <p:spPr>
          <a:xfrm>
            <a:off x="0" y="62630"/>
            <a:ext cx="12192000" cy="1177447"/>
          </a:xfrm>
          <a:prstGeom prst="doubleWav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ectángulo 4">
            <a:extLst>
              <a:ext uri="{FF2B5EF4-FFF2-40B4-BE49-F238E27FC236}">
                <a16:creationId xmlns:a16="http://schemas.microsoft.com/office/drawing/2014/main" id="{D6F86A0A-A975-683A-AAD7-F208C66BB6C3}"/>
              </a:ext>
            </a:extLst>
          </p:cNvPr>
          <p:cNvSpPr/>
          <p:nvPr userDrawn="1"/>
        </p:nvSpPr>
        <p:spPr>
          <a:xfrm>
            <a:off x="0" y="0"/>
            <a:ext cx="12192000" cy="436057"/>
          </a:xfrm>
          <a:prstGeom prst="rect">
            <a:avLst/>
          </a:prstGeom>
          <a:solidFill>
            <a:srgbClr val="24282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6965108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ECDC93-A039-8BD6-9B52-13B74B7B2DF5}"/>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p>
        </p:txBody>
      </p:sp>
      <p:sp>
        <p:nvSpPr>
          <p:cNvPr id="3" name="Freeform 33">
            <a:extLst>
              <a:ext uri="{FF2B5EF4-FFF2-40B4-BE49-F238E27FC236}">
                <a16:creationId xmlns:a16="http://schemas.microsoft.com/office/drawing/2014/main" id="{592CC1EC-5AC7-161B-0C24-31B17561F08A}"/>
              </a:ext>
            </a:extLst>
          </p:cNvPr>
          <p:cNvSpPr/>
          <p:nvPr userDrawn="1"/>
        </p:nvSpPr>
        <p:spPr>
          <a:xfrm>
            <a:off x="0" y="964504"/>
            <a:ext cx="12192001" cy="5893496"/>
          </a:xfrm>
          <a:custGeom>
            <a:avLst/>
            <a:gdLst>
              <a:gd name="connsiteX0" fmla="*/ 7833389 w 12192001"/>
              <a:gd name="connsiteY0" fmla="*/ 145 h 5621585"/>
              <a:gd name="connsiteX1" fmla="*/ 8143093 w 12192001"/>
              <a:gd name="connsiteY1" fmla="*/ 13048 h 5621585"/>
              <a:gd name="connsiteX2" fmla="*/ 11299961 w 12192001"/>
              <a:gd name="connsiteY2" fmla="*/ 670256 h 5621585"/>
              <a:gd name="connsiteX3" fmla="*/ 11978381 w 12192001"/>
              <a:gd name="connsiteY3" fmla="*/ 678443 h 5621585"/>
              <a:gd name="connsiteX4" fmla="*/ 12192001 w 12192001"/>
              <a:gd name="connsiteY4" fmla="*/ 660789 h 5621585"/>
              <a:gd name="connsiteX5" fmla="*/ 12192001 w 12192001"/>
              <a:gd name="connsiteY5" fmla="*/ 5621585 h 5621585"/>
              <a:gd name="connsiteX6" fmla="*/ 0 w 12192001"/>
              <a:gd name="connsiteY6" fmla="*/ 5621585 h 5621585"/>
              <a:gd name="connsiteX7" fmla="*/ 0 w 12192001"/>
              <a:gd name="connsiteY7" fmla="*/ 69228 h 5621585"/>
              <a:gd name="connsiteX8" fmla="*/ 7866 w 12192001"/>
              <a:gd name="connsiteY8" fmla="*/ 69689 h 5621585"/>
              <a:gd name="connsiteX9" fmla="*/ 1563282 w 12192001"/>
              <a:gd name="connsiteY9" fmla="*/ 288258 h 5621585"/>
              <a:gd name="connsiteX10" fmla="*/ 3205281 w 12192001"/>
              <a:gd name="connsiteY10" fmla="*/ 601900 h 5621585"/>
              <a:gd name="connsiteX11" fmla="*/ 7833389 w 12192001"/>
              <a:gd name="connsiteY11" fmla="*/ 145 h 562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1" h="5621585">
                <a:moveTo>
                  <a:pt x="7833389" y="145"/>
                </a:moveTo>
                <a:cubicBezTo>
                  <a:pt x="7936548" y="946"/>
                  <a:pt x="8039780" y="5087"/>
                  <a:pt x="8143093" y="13048"/>
                </a:cubicBezTo>
                <a:cubicBezTo>
                  <a:pt x="9206594" y="94993"/>
                  <a:pt x="10236761" y="579801"/>
                  <a:pt x="11299961" y="670256"/>
                </a:cubicBezTo>
                <a:cubicBezTo>
                  <a:pt x="11526245" y="689473"/>
                  <a:pt x="11752429" y="690717"/>
                  <a:pt x="11978381" y="678443"/>
                </a:cubicBezTo>
                <a:lnTo>
                  <a:pt x="12192001" y="660789"/>
                </a:lnTo>
                <a:lnTo>
                  <a:pt x="12192001" y="5621585"/>
                </a:lnTo>
                <a:lnTo>
                  <a:pt x="0" y="5621585"/>
                </a:lnTo>
                <a:lnTo>
                  <a:pt x="0" y="69228"/>
                </a:lnTo>
                <a:lnTo>
                  <a:pt x="7866" y="69689"/>
                </a:lnTo>
                <a:cubicBezTo>
                  <a:pt x="528554" y="107233"/>
                  <a:pt x="1047873" y="180079"/>
                  <a:pt x="1563282" y="288258"/>
                </a:cubicBezTo>
                <a:cubicBezTo>
                  <a:pt x="2109847" y="402871"/>
                  <a:pt x="2653409" y="557153"/>
                  <a:pt x="3205281" y="601900"/>
                </a:cubicBezTo>
                <a:cubicBezTo>
                  <a:pt x="4754697" y="727752"/>
                  <a:pt x="6285990" y="-11867"/>
                  <a:pt x="7833389" y="145"/>
                </a:cubicBezTo>
                <a:close/>
              </a:path>
            </a:pathLst>
          </a:custGeom>
          <a:solidFill>
            <a:schemeClr val="tx2"/>
          </a:solidFill>
          <a:ln w="8603" cap="flat">
            <a:noFill/>
            <a:prstDash val="solid"/>
            <a:miter/>
          </a:ln>
        </p:spPr>
        <p:txBody>
          <a:bodyPr rtlCol="0" anchor="ctr"/>
          <a:lstStyle/>
          <a:p>
            <a:endParaRPr lang="en-JP"/>
          </a:p>
        </p:txBody>
      </p:sp>
      <p:grpSp>
        <p:nvGrpSpPr>
          <p:cNvPr id="4" name="Graphic 3">
            <a:extLst>
              <a:ext uri="{FF2B5EF4-FFF2-40B4-BE49-F238E27FC236}">
                <a16:creationId xmlns:a16="http://schemas.microsoft.com/office/drawing/2014/main" id="{79B016EE-1437-3E16-8C36-742AD2006A2A}"/>
              </a:ext>
            </a:extLst>
          </p:cNvPr>
          <p:cNvGrpSpPr/>
          <p:nvPr userDrawn="1"/>
        </p:nvGrpSpPr>
        <p:grpSpPr>
          <a:xfrm>
            <a:off x="381550" y="6269057"/>
            <a:ext cx="625911" cy="217910"/>
            <a:chOff x="448663" y="3429000"/>
            <a:chExt cx="3429000" cy="1193800"/>
          </a:xfrm>
        </p:grpSpPr>
        <p:sp>
          <p:nvSpPr>
            <p:cNvPr id="5" name="Freeform 4">
              <a:extLst>
                <a:ext uri="{FF2B5EF4-FFF2-40B4-BE49-F238E27FC236}">
                  <a16:creationId xmlns:a16="http://schemas.microsoft.com/office/drawing/2014/main" id="{263BD7E2-A71F-90A3-A6D4-470DA13F1A61}"/>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6" name="Freeform 5">
              <a:extLst>
                <a:ext uri="{FF2B5EF4-FFF2-40B4-BE49-F238E27FC236}">
                  <a16:creationId xmlns:a16="http://schemas.microsoft.com/office/drawing/2014/main" id="{359C93FB-53B0-4D51-E009-6F0BF28A00A8}"/>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7" name="Freeform 6">
              <a:extLst>
                <a:ext uri="{FF2B5EF4-FFF2-40B4-BE49-F238E27FC236}">
                  <a16:creationId xmlns:a16="http://schemas.microsoft.com/office/drawing/2014/main" id="{17C9A9CD-FDBC-2FFF-2E44-E11DC320EBEC}"/>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chemeClr val="bg1"/>
            </a:solidFill>
            <a:ln w="9499"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9698150B-DDEA-8801-5748-21300FED9E30}"/>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9" name="Freeform 8">
              <a:extLst>
                <a:ext uri="{FF2B5EF4-FFF2-40B4-BE49-F238E27FC236}">
                  <a16:creationId xmlns:a16="http://schemas.microsoft.com/office/drawing/2014/main" id="{E1498738-94ED-AD07-5B7D-3E99914FDBD1}"/>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976B3114-D0F6-9F6E-892B-F90F01B21058}"/>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
        <p:nvSpPr>
          <p:cNvPr id="11" name="TextBox 1">
            <a:extLst>
              <a:ext uri="{FF2B5EF4-FFF2-40B4-BE49-F238E27FC236}">
                <a16:creationId xmlns:a16="http://schemas.microsoft.com/office/drawing/2014/main" id="{0BC886CE-DCDB-FF4A-6DD3-D50049B46108}"/>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sp>
        <p:nvSpPr>
          <p:cNvPr id="12" name="TextBox 2">
            <a:extLst>
              <a:ext uri="{FF2B5EF4-FFF2-40B4-BE49-F238E27FC236}">
                <a16:creationId xmlns:a16="http://schemas.microsoft.com/office/drawing/2014/main" id="{98345195-34BA-652F-C3F9-6D0B9AE3B3D3}"/>
              </a:ext>
            </a:extLst>
          </p:cNvPr>
          <p:cNvSpPr txBox="1"/>
          <p:nvPr userDrawn="1"/>
        </p:nvSpPr>
        <p:spPr>
          <a:xfrm>
            <a:off x="10100410" y="6320155"/>
            <a:ext cx="1359312" cy="211394"/>
          </a:xfrm>
          <a:prstGeom prst="rect">
            <a:avLst/>
          </a:prstGeom>
          <a:noFill/>
        </p:spPr>
        <p:txBody>
          <a:bodyPr wrap="square" lIns="0" tIns="0" rIns="0" bIns="0" rtlCol="0" anchor="b" anchorCtr="0">
            <a:noAutofit/>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lang="en-GB" sz="900">
                <a:solidFill>
                  <a:schemeClr val="tx1">
                    <a:lumMod val="50000"/>
                    <a:lumOff val="50000"/>
                  </a:schemeClr>
                </a:solidFill>
              </a:rPr>
              <a:t>Copyright © 2025 BTS </a:t>
            </a:r>
            <a:r>
              <a:rPr lang="en-GB" sz="900" b="0">
                <a:solidFill>
                  <a:schemeClr val="tx1">
                    <a:lumMod val="50000"/>
                    <a:lumOff val="50000"/>
                  </a:schemeClr>
                </a:solidFill>
              </a:rPr>
              <a:t> </a:t>
            </a:r>
          </a:p>
        </p:txBody>
      </p:sp>
    </p:spTree>
    <p:extLst>
      <p:ext uri="{BB962C8B-B14F-4D97-AF65-F5344CB8AC3E}">
        <p14:creationId xmlns:p14="http://schemas.microsoft.com/office/powerpoint/2010/main" val="19939162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sp>
        <p:nvSpPr>
          <p:cNvPr id="3" name="Double Wave 3">
            <a:extLst>
              <a:ext uri="{FF2B5EF4-FFF2-40B4-BE49-F238E27FC236}">
                <a16:creationId xmlns:a16="http://schemas.microsoft.com/office/drawing/2014/main" id="{D9CFFCA6-383E-B046-B3F6-3AF22AB9DC66}"/>
              </a:ext>
            </a:extLst>
          </p:cNvPr>
          <p:cNvSpPr/>
          <p:nvPr userDrawn="1"/>
        </p:nvSpPr>
        <p:spPr>
          <a:xfrm>
            <a:off x="0" y="62630"/>
            <a:ext cx="12192000" cy="1657322"/>
          </a:xfrm>
          <a:prstGeom prst="doubleWav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Rectángulo 3">
            <a:extLst>
              <a:ext uri="{FF2B5EF4-FFF2-40B4-BE49-F238E27FC236}">
                <a16:creationId xmlns:a16="http://schemas.microsoft.com/office/drawing/2014/main" id="{8DB13A87-3C13-DC2E-8057-6A66463C0769}"/>
              </a:ext>
            </a:extLst>
          </p:cNvPr>
          <p:cNvSpPr/>
          <p:nvPr userDrawn="1"/>
        </p:nvSpPr>
        <p:spPr>
          <a:xfrm>
            <a:off x="0" y="0"/>
            <a:ext cx="12192000" cy="613775"/>
          </a:xfrm>
          <a:prstGeom prst="rect">
            <a:avLst/>
          </a:prstGeom>
          <a:solidFill>
            <a:srgbClr val="24282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1319548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198DE6-0442-3164-B3CF-97B5AD5F3AFA}"/>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p>
        </p:txBody>
      </p:sp>
      <p:sp>
        <p:nvSpPr>
          <p:cNvPr id="3" name="Picture Placeholder 8">
            <a:extLst>
              <a:ext uri="{FF2B5EF4-FFF2-40B4-BE49-F238E27FC236}">
                <a16:creationId xmlns:a16="http://schemas.microsoft.com/office/drawing/2014/main" id="{52D9C27D-E955-5193-4666-19ABB5D58344}"/>
              </a:ext>
            </a:extLst>
          </p:cNvPr>
          <p:cNvSpPr>
            <a:spLocks noGrp="1"/>
          </p:cNvSpPr>
          <p:nvPr>
            <p:ph type="pic" sz="quarter" idx="14"/>
          </p:nvPr>
        </p:nvSpPr>
        <p:spPr bwMode="ltGray">
          <a:xfrm>
            <a:off x="0" y="0"/>
            <a:ext cx="4714363" cy="6858000"/>
          </a:xfrm>
          <a:custGeom>
            <a:avLst/>
            <a:gdLst>
              <a:gd name="connsiteX0" fmla="*/ 0 w 4149213"/>
              <a:gd name="connsiteY0" fmla="*/ 0 h 6858000"/>
              <a:gd name="connsiteX1" fmla="*/ 4149213 w 4149213"/>
              <a:gd name="connsiteY1" fmla="*/ 0 h 6858000"/>
              <a:gd name="connsiteX2" fmla="*/ 4149213 w 4149213"/>
              <a:gd name="connsiteY2" fmla="*/ 6858000 h 6858000"/>
              <a:gd name="connsiteX3" fmla="*/ 0 w 4149213"/>
              <a:gd name="connsiteY3" fmla="*/ 6858000 h 6858000"/>
              <a:gd name="connsiteX4" fmla="*/ 0 w 4149213"/>
              <a:gd name="connsiteY4" fmla="*/ 0 h 6858000"/>
              <a:gd name="connsiteX0" fmla="*/ 0 w 4714363"/>
              <a:gd name="connsiteY0" fmla="*/ 0 h 6858000"/>
              <a:gd name="connsiteX1" fmla="*/ 4149213 w 4714363"/>
              <a:gd name="connsiteY1" fmla="*/ 0 h 6858000"/>
              <a:gd name="connsiteX2" fmla="*/ 4714363 w 4714363"/>
              <a:gd name="connsiteY2" fmla="*/ 6845300 h 6858000"/>
              <a:gd name="connsiteX3" fmla="*/ 0 w 4714363"/>
              <a:gd name="connsiteY3" fmla="*/ 6858000 h 6858000"/>
              <a:gd name="connsiteX4" fmla="*/ 0 w 4714363"/>
              <a:gd name="connsiteY4" fmla="*/ 0 h 6858000"/>
              <a:gd name="connsiteX0" fmla="*/ 0 w 4714363"/>
              <a:gd name="connsiteY0" fmla="*/ 0 h 6858000"/>
              <a:gd name="connsiteX1" fmla="*/ 4149213 w 4714363"/>
              <a:gd name="connsiteY1" fmla="*/ 0 h 6858000"/>
              <a:gd name="connsiteX2" fmla="*/ 4714363 w 4714363"/>
              <a:gd name="connsiteY2" fmla="*/ 6845300 h 6858000"/>
              <a:gd name="connsiteX3" fmla="*/ 0 w 4714363"/>
              <a:gd name="connsiteY3" fmla="*/ 6858000 h 6858000"/>
              <a:gd name="connsiteX4" fmla="*/ 0 w 4714363"/>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14363" h="6858000">
                <a:moveTo>
                  <a:pt x="0" y="0"/>
                </a:moveTo>
                <a:lnTo>
                  <a:pt x="4149213" y="0"/>
                </a:lnTo>
                <a:cubicBezTo>
                  <a:pt x="4337596" y="2281767"/>
                  <a:pt x="3249630" y="5503333"/>
                  <a:pt x="4714363" y="6845300"/>
                </a:cubicBezTo>
                <a:lnTo>
                  <a:pt x="0" y="6858000"/>
                </a:lnTo>
                <a:lnTo>
                  <a:pt x="0" y="0"/>
                </a:lnTo>
                <a:close/>
              </a:path>
            </a:pathLst>
          </a:custGeom>
          <a:solidFill>
            <a:schemeClr val="tx2">
              <a:lumMod val="10000"/>
              <a:lumOff val="90000"/>
            </a:schemeClr>
          </a:solidFill>
        </p:spPr>
        <p:txBody>
          <a:bodyPr tIns="91440" bIns="1371600" anchor="ctr"/>
          <a:lstStyle>
            <a:lvl1pPr algn="ctr">
              <a:defRPr b="0" i="0">
                <a:solidFill>
                  <a:schemeClr val="accent1">
                    <a:lumMod val="75000"/>
                    <a:lumOff val="25000"/>
                  </a:schemeClr>
                </a:solidFill>
                <a:latin typeface="Tenorite" pitchFamily="2" charset="0"/>
              </a:defRPr>
            </a:lvl1pPr>
          </a:lstStyle>
          <a:p>
            <a:r>
              <a:rPr lang="en-US"/>
              <a:t>Click icon to add picture</a:t>
            </a:r>
            <a:endParaRPr lang="en-GB"/>
          </a:p>
        </p:txBody>
      </p:sp>
    </p:spTree>
    <p:extLst>
      <p:ext uri="{BB962C8B-B14F-4D97-AF65-F5344CB8AC3E}">
        <p14:creationId xmlns:p14="http://schemas.microsoft.com/office/powerpoint/2010/main" val="5743129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Diseño personalizado">
    <p:spTree>
      <p:nvGrpSpPr>
        <p:cNvPr id="1" name=""/>
        <p:cNvGrpSpPr/>
        <p:nvPr/>
      </p:nvGrpSpPr>
      <p:grpSpPr>
        <a:xfrm>
          <a:off x="0" y="0"/>
          <a:ext cx="0" cy="0"/>
          <a:chOff x="0" y="0"/>
          <a:chExt cx="0" cy="0"/>
        </a:xfrm>
      </p:grpSpPr>
      <p:sp>
        <p:nvSpPr>
          <p:cNvPr id="3" name="Freeform 33">
            <a:extLst>
              <a:ext uri="{FF2B5EF4-FFF2-40B4-BE49-F238E27FC236}">
                <a16:creationId xmlns:a16="http://schemas.microsoft.com/office/drawing/2014/main" id="{BA237DC0-E80B-DFE3-29FE-A2EDE012D51B}"/>
              </a:ext>
            </a:extLst>
          </p:cNvPr>
          <p:cNvSpPr/>
          <p:nvPr userDrawn="1"/>
        </p:nvSpPr>
        <p:spPr>
          <a:xfrm>
            <a:off x="0" y="851770"/>
            <a:ext cx="12192001" cy="6006230"/>
          </a:xfrm>
          <a:custGeom>
            <a:avLst/>
            <a:gdLst>
              <a:gd name="connsiteX0" fmla="*/ 7833389 w 12192001"/>
              <a:gd name="connsiteY0" fmla="*/ 145 h 5621585"/>
              <a:gd name="connsiteX1" fmla="*/ 8143093 w 12192001"/>
              <a:gd name="connsiteY1" fmla="*/ 13048 h 5621585"/>
              <a:gd name="connsiteX2" fmla="*/ 11299961 w 12192001"/>
              <a:gd name="connsiteY2" fmla="*/ 670256 h 5621585"/>
              <a:gd name="connsiteX3" fmla="*/ 11978381 w 12192001"/>
              <a:gd name="connsiteY3" fmla="*/ 678443 h 5621585"/>
              <a:gd name="connsiteX4" fmla="*/ 12192001 w 12192001"/>
              <a:gd name="connsiteY4" fmla="*/ 660789 h 5621585"/>
              <a:gd name="connsiteX5" fmla="*/ 12192001 w 12192001"/>
              <a:gd name="connsiteY5" fmla="*/ 5621585 h 5621585"/>
              <a:gd name="connsiteX6" fmla="*/ 0 w 12192001"/>
              <a:gd name="connsiteY6" fmla="*/ 5621585 h 5621585"/>
              <a:gd name="connsiteX7" fmla="*/ 0 w 12192001"/>
              <a:gd name="connsiteY7" fmla="*/ 69228 h 5621585"/>
              <a:gd name="connsiteX8" fmla="*/ 7866 w 12192001"/>
              <a:gd name="connsiteY8" fmla="*/ 69689 h 5621585"/>
              <a:gd name="connsiteX9" fmla="*/ 1563282 w 12192001"/>
              <a:gd name="connsiteY9" fmla="*/ 288258 h 5621585"/>
              <a:gd name="connsiteX10" fmla="*/ 3205281 w 12192001"/>
              <a:gd name="connsiteY10" fmla="*/ 601900 h 5621585"/>
              <a:gd name="connsiteX11" fmla="*/ 7833389 w 12192001"/>
              <a:gd name="connsiteY11" fmla="*/ 145 h 562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1" h="5621585">
                <a:moveTo>
                  <a:pt x="7833389" y="145"/>
                </a:moveTo>
                <a:cubicBezTo>
                  <a:pt x="7936548" y="946"/>
                  <a:pt x="8039780" y="5087"/>
                  <a:pt x="8143093" y="13048"/>
                </a:cubicBezTo>
                <a:cubicBezTo>
                  <a:pt x="9206594" y="94993"/>
                  <a:pt x="10236761" y="579801"/>
                  <a:pt x="11299961" y="670256"/>
                </a:cubicBezTo>
                <a:cubicBezTo>
                  <a:pt x="11526245" y="689473"/>
                  <a:pt x="11752429" y="690717"/>
                  <a:pt x="11978381" y="678443"/>
                </a:cubicBezTo>
                <a:lnTo>
                  <a:pt x="12192001" y="660789"/>
                </a:lnTo>
                <a:lnTo>
                  <a:pt x="12192001" y="5621585"/>
                </a:lnTo>
                <a:lnTo>
                  <a:pt x="0" y="5621585"/>
                </a:lnTo>
                <a:lnTo>
                  <a:pt x="0" y="69228"/>
                </a:lnTo>
                <a:lnTo>
                  <a:pt x="7866" y="69689"/>
                </a:lnTo>
                <a:cubicBezTo>
                  <a:pt x="528554" y="107233"/>
                  <a:pt x="1047873" y="180079"/>
                  <a:pt x="1563282" y="288258"/>
                </a:cubicBezTo>
                <a:cubicBezTo>
                  <a:pt x="2109847" y="402871"/>
                  <a:pt x="2653409" y="557153"/>
                  <a:pt x="3205281" y="601900"/>
                </a:cubicBezTo>
                <a:cubicBezTo>
                  <a:pt x="4754697" y="727752"/>
                  <a:pt x="6285990" y="-11867"/>
                  <a:pt x="7833389" y="145"/>
                </a:cubicBezTo>
                <a:close/>
              </a:path>
            </a:pathLst>
          </a:custGeom>
          <a:solidFill>
            <a:schemeClr val="tx2"/>
          </a:solidFill>
          <a:ln w="8603" cap="flat">
            <a:noFill/>
            <a:prstDash val="solid"/>
            <a:miter/>
          </a:ln>
        </p:spPr>
        <p:txBody>
          <a:bodyPr rtlCol="0" anchor="ctr"/>
          <a:lstStyle/>
          <a:p>
            <a:endParaRPr lang="en-JP"/>
          </a:p>
        </p:txBody>
      </p:sp>
      <p:sp>
        <p:nvSpPr>
          <p:cNvPr id="2" name="Título 1">
            <a:extLst>
              <a:ext uri="{FF2B5EF4-FFF2-40B4-BE49-F238E27FC236}">
                <a16:creationId xmlns:a16="http://schemas.microsoft.com/office/drawing/2014/main" id="{21A5C79F-18F8-67FE-0CBE-A8CF874D6598}"/>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p>
        </p:txBody>
      </p:sp>
      <p:grpSp>
        <p:nvGrpSpPr>
          <p:cNvPr id="4" name="Graphic 3">
            <a:extLst>
              <a:ext uri="{FF2B5EF4-FFF2-40B4-BE49-F238E27FC236}">
                <a16:creationId xmlns:a16="http://schemas.microsoft.com/office/drawing/2014/main" id="{239CD5C4-0928-8004-FD95-DA8AA9A3E27A}"/>
              </a:ext>
            </a:extLst>
          </p:cNvPr>
          <p:cNvGrpSpPr/>
          <p:nvPr userDrawn="1"/>
        </p:nvGrpSpPr>
        <p:grpSpPr>
          <a:xfrm>
            <a:off x="381550" y="6269057"/>
            <a:ext cx="625911" cy="217910"/>
            <a:chOff x="448663" y="3429000"/>
            <a:chExt cx="3429000" cy="1193800"/>
          </a:xfrm>
        </p:grpSpPr>
        <p:sp>
          <p:nvSpPr>
            <p:cNvPr id="5" name="Freeform 4">
              <a:extLst>
                <a:ext uri="{FF2B5EF4-FFF2-40B4-BE49-F238E27FC236}">
                  <a16:creationId xmlns:a16="http://schemas.microsoft.com/office/drawing/2014/main" id="{AD2E7CA5-A6A7-7CA3-5965-FEEA29E132E3}"/>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6" name="Freeform 5">
              <a:extLst>
                <a:ext uri="{FF2B5EF4-FFF2-40B4-BE49-F238E27FC236}">
                  <a16:creationId xmlns:a16="http://schemas.microsoft.com/office/drawing/2014/main" id="{647A54A0-A1A1-92DF-B9CE-6A15DC917212}"/>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7" name="Freeform 6">
              <a:extLst>
                <a:ext uri="{FF2B5EF4-FFF2-40B4-BE49-F238E27FC236}">
                  <a16:creationId xmlns:a16="http://schemas.microsoft.com/office/drawing/2014/main" id="{E2221E1C-D960-62B5-E145-0689B1E7E07F}"/>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chemeClr val="bg1"/>
            </a:solidFill>
            <a:ln w="9499"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D642893B-A16B-97FF-F84B-2E72935F126E}"/>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9" name="Freeform 8">
              <a:extLst>
                <a:ext uri="{FF2B5EF4-FFF2-40B4-BE49-F238E27FC236}">
                  <a16:creationId xmlns:a16="http://schemas.microsoft.com/office/drawing/2014/main" id="{5DB45CB5-C997-BC92-C376-0EDDA865E824}"/>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D9E156F6-3CAC-4D46-235E-9CEE39622782}"/>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
        <p:nvSpPr>
          <p:cNvPr id="12" name="TextBox 1">
            <a:extLst>
              <a:ext uri="{FF2B5EF4-FFF2-40B4-BE49-F238E27FC236}">
                <a16:creationId xmlns:a16="http://schemas.microsoft.com/office/drawing/2014/main" id="{269DB5F9-53AB-4A7E-8E13-DCF6F3E1EA02}"/>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sp>
        <p:nvSpPr>
          <p:cNvPr id="13" name="TextBox 2">
            <a:extLst>
              <a:ext uri="{FF2B5EF4-FFF2-40B4-BE49-F238E27FC236}">
                <a16:creationId xmlns:a16="http://schemas.microsoft.com/office/drawing/2014/main" id="{7E83D1BA-9FDD-2631-E015-450387E45A09}"/>
              </a:ext>
            </a:extLst>
          </p:cNvPr>
          <p:cNvSpPr txBox="1"/>
          <p:nvPr userDrawn="1"/>
        </p:nvSpPr>
        <p:spPr>
          <a:xfrm>
            <a:off x="10100410" y="6320155"/>
            <a:ext cx="1359312" cy="211394"/>
          </a:xfrm>
          <a:prstGeom prst="rect">
            <a:avLst/>
          </a:prstGeom>
          <a:noFill/>
        </p:spPr>
        <p:txBody>
          <a:bodyPr wrap="square" lIns="0" tIns="0" rIns="0" bIns="0" rtlCol="0" anchor="b" anchorCtr="0">
            <a:noAutofit/>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lang="en-GB" sz="900">
                <a:solidFill>
                  <a:schemeClr val="tx1">
                    <a:lumMod val="50000"/>
                    <a:lumOff val="50000"/>
                  </a:schemeClr>
                </a:solidFill>
              </a:rPr>
              <a:t>Copyright © 2025 BTS </a:t>
            </a:r>
            <a:r>
              <a:rPr lang="en-GB" sz="900" b="0">
                <a:solidFill>
                  <a:schemeClr val="tx1">
                    <a:lumMod val="50000"/>
                    <a:lumOff val="50000"/>
                  </a:schemeClr>
                </a:solidFill>
              </a:rPr>
              <a:t> </a:t>
            </a:r>
          </a:p>
        </p:txBody>
      </p:sp>
    </p:spTree>
    <p:extLst>
      <p:ext uri="{BB962C8B-B14F-4D97-AF65-F5344CB8AC3E}">
        <p14:creationId xmlns:p14="http://schemas.microsoft.com/office/powerpoint/2010/main" val="12632463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A49B0D-710D-07EB-A4DE-B28252269924}"/>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p>
        </p:txBody>
      </p:sp>
      <p:sp>
        <p:nvSpPr>
          <p:cNvPr id="3" name="Freeform 33">
            <a:extLst>
              <a:ext uri="{FF2B5EF4-FFF2-40B4-BE49-F238E27FC236}">
                <a16:creationId xmlns:a16="http://schemas.microsoft.com/office/drawing/2014/main" id="{D5D307C2-5E3D-EBE7-720A-CD36CA9B0A8B}"/>
              </a:ext>
            </a:extLst>
          </p:cNvPr>
          <p:cNvSpPr/>
          <p:nvPr userDrawn="1"/>
        </p:nvSpPr>
        <p:spPr>
          <a:xfrm rot="10800000">
            <a:off x="-2" y="-1"/>
            <a:ext cx="12192001" cy="6279031"/>
          </a:xfrm>
          <a:custGeom>
            <a:avLst/>
            <a:gdLst>
              <a:gd name="connsiteX0" fmla="*/ 7833389 w 12192001"/>
              <a:gd name="connsiteY0" fmla="*/ 145 h 5621585"/>
              <a:gd name="connsiteX1" fmla="*/ 8143093 w 12192001"/>
              <a:gd name="connsiteY1" fmla="*/ 13048 h 5621585"/>
              <a:gd name="connsiteX2" fmla="*/ 11299961 w 12192001"/>
              <a:gd name="connsiteY2" fmla="*/ 670256 h 5621585"/>
              <a:gd name="connsiteX3" fmla="*/ 11978381 w 12192001"/>
              <a:gd name="connsiteY3" fmla="*/ 678443 h 5621585"/>
              <a:gd name="connsiteX4" fmla="*/ 12192001 w 12192001"/>
              <a:gd name="connsiteY4" fmla="*/ 660789 h 5621585"/>
              <a:gd name="connsiteX5" fmla="*/ 12192001 w 12192001"/>
              <a:gd name="connsiteY5" fmla="*/ 5621585 h 5621585"/>
              <a:gd name="connsiteX6" fmla="*/ 0 w 12192001"/>
              <a:gd name="connsiteY6" fmla="*/ 5621585 h 5621585"/>
              <a:gd name="connsiteX7" fmla="*/ 0 w 12192001"/>
              <a:gd name="connsiteY7" fmla="*/ 69228 h 5621585"/>
              <a:gd name="connsiteX8" fmla="*/ 7866 w 12192001"/>
              <a:gd name="connsiteY8" fmla="*/ 69689 h 5621585"/>
              <a:gd name="connsiteX9" fmla="*/ 1563282 w 12192001"/>
              <a:gd name="connsiteY9" fmla="*/ 288258 h 5621585"/>
              <a:gd name="connsiteX10" fmla="*/ 3205281 w 12192001"/>
              <a:gd name="connsiteY10" fmla="*/ 601900 h 5621585"/>
              <a:gd name="connsiteX11" fmla="*/ 7833389 w 12192001"/>
              <a:gd name="connsiteY11" fmla="*/ 145 h 5621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1" h="5621585">
                <a:moveTo>
                  <a:pt x="7833389" y="145"/>
                </a:moveTo>
                <a:cubicBezTo>
                  <a:pt x="7936548" y="946"/>
                  <a:pt x="8039780" y="5087"/>
                  <a:pt x="8143093" y="13048"/>
                </a:cubicBezTo>
                <a:cubicBezTo>
                  <a:pt x="9206594" y="94993"/>
                  <a:pt x="10236761" y="579801"/>
                  <a:pt x="11299961" y="670256"/>
                </a:cubicBezTo>
                <a:cubicBezTo>
                  <a:pt x="11526245" y="689473"/>
                  <a:pt x="11752429" y="690717"/>
                  <a:pt x="11978381" y="678443"/>
                </a:cubicBezTo>
                <a:lnTo>
                  <a:pt x="12192001" y="660789"/>
                </a:lnTo>
                <a:lnTo>
                  <a:pt x="12192001" y="5621585"/>
                </a:lnTo>
                <a:lnTo>
                  <a:pt x="0" y="5621585"/>
                </a:lnTo>
                <a:lnTo>
                  <a:pt x="0" y="69228"/>
                </a:lnTo>
                <a:lnTo>
                  <a:pt x="7866" y="69689"/>
                </a:lnTo>
                <a:cubicBezTo>
                  <a:pt x="528554" y="107233"/>
                  <a:pt x="1047873" y="180079"/>
                  <a:pt x="1563282" y="288258"/>
                </a:cubicBezTo>
                <a:cubicBezTo>
                  <a:pt x="2109847" y="402871"/>
                  <a:pt x="2653409" y="557153"/>
                  <a:pt x="3205281" y="601900"/>
                </a:cubicBezTo>
                <a:cubicBezTo>
                  <a:pt x="4754697" y="727752"/>
                  <a:pt x="6285990" y="-11867"/>
                  <a:pt x="7833389" y="145"/>
                </a:cubicBezTo>
                <a:close/>
              </a:path>
            </a:pathLst>
          </a:custGeom>
          <a:solidFill>
            <a:schemeClr val="tx2"/>
          </a:solidFill>
          <a:ln w="8603" cap="flat">
            <a:noFill/>
            <a:prstDash val="solid"/>
            <a:miter/>
          </a:ln>
        </p:spPr>
        <p:txBody>
          <a:bodyPr rtlCol="0" anchor="ctr"/>
          <a:lstStyle/>
          <a:p>
            <a:endParaRPr lang="en-JP"/>
          </a:p>
        </p:txBody>
      </p:sp>
    </p:spTree>
    <p:extLst>
      <p:ext uri="{BB962C8B-B14F-4D97-AF65-F5344CB8AC3E}">
        <p14:creationId xmlns:p14="http://schemas.microsoft.com/office/powerpoint/2010/main" val="15290558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9FA0C13D-7229-5E95-283E-3603AA9B60A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0"/>
            <a:ext cx="12192001" cy="1562100"/>
          </a:xfrm>
          <a:prstGeom prst="rect">
            <a:avLst/>
          </a:prstGeom>
        </p:spPr>
      </p:pic>
    </p:spTree>
    <p:extLst>
      <p:ext uri="{BB962C8B-B14F-4D97-AF65-F5344CB8AC3E}">
        <p14:creationId xmlns:p14="http://schemas.microsoft.com/office/powerpoint/2010/main" val="40454664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over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0331309-9BE6-584D-BDE2-482123727CA1}"/>
              </a:ext>
            </a:extLst>
          </p:cNvPr>
          <p:cNvSpPr/>
          <p:nvPr userDrawn="1"/>
        </p:nvSpPr>
        <p:spPr>
          <a:xfrm>
            <a:off x="0" y="0"/>
            <a:ext cx="4976648" cy="68580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0" i="0">
              <a:ln>
                <a:noFill/>
              </a:ln>
              <a:latin typeface="Tenorite" pitchFamily="2" charset="0"/>
              <a:ea typeface="Verdana" panose="020B0604030504040204" pitchFamily="34" charset="0"/>
              <a:cs typeface="Verdana" panose="020B0604030504040204" pitchFamily="34" charset="0"/>
            </a:endParaRPr>
          </a:p>
        </p:txBody>
      </p:sp>
      <p:sp>
        <p:nvSpPr>
          <p:cNvPr id="11" name="Title 1">
            <a:extLst>
              <a:ext uri="{FF2B5EF4-FFF2-40B4-BE49-F238E27FC236}">
                <a16:creationId xmlns:a16="http://schemas.microsoft.com/office/drawing/2014/main" id="{E06324D8-7793-4146-B810-3D3AEA2B2948}"/>
              </a:ext>
            </a:extLst>
          </p:cNvPr>
          <p:cNvSpPr>
            <a:spLocks noGrp="1"/>
          </p:cNvSpPr>
          <p:nvPr>
            <p:ph type="ctrTitle" hasCustomPrompt="1"/>
          </p:nvPr>
        </p:nvSpPr>
        <p:spPr>
          <a:xfrm>
            <a:off x="392823" y="1262438"/>
            <a:ext cx="4343400" cy="3896958"/>
          </a:xfrm>
          <a:prstGeom prst="rect">
            <a:avLst/>
          </a:prstGeom>
          <a:noFill/>
        </p:spPr>
        <p:txBody>
          <a:bodyPr wrap="square" lIns="0" rIns="91440" bIns="0" anchor="t">
            <a:noAutofit/>
          </a:bodyPr>
          <a:lstStyle>
            <a:lvl1pPr algn="l">
              <a:lnSpc>
                <a:spcPts val="4200"/>
              </a:lnSpc>
              <a:defRPr sz="40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title (sentence case)</a:t>
            </a:r>
          </a:p>
        </p:txBody>
      </p:sp>
      <p:sp>
        <p:nvSpPr>
          <p:cNvPr id="13" name="Picture Placeholder 62">
            <a:extLst>
              <a:ext uri="{FF2B5EF4-FFF2-40B4-BE49-F238E27FC236}">
                <a16:creationId xmlns:a16="http://schemas.microsoft.com/office/drawing/2014/main" id="{24D6C7A9-F020-9A49-8721-AE4074E6FC4F}"/>
              </a:ext>
            </a:extLst>
          </p:cNvPr>
          <p:cNvSpPr>
            <a:spLocks noGrp="1"/>
          </p:cNvSpPr>
          <p:nvPr>
            <p:ph type="pic" sz="quarter" idx="10" hasCustomPrompt="1"/>
          </p:nvPr>
        </p:nvSpPr>
        <p:spPr>
          <a:xfrm>
            <a:off x="4976648" y="0"/>
            <a:ext cx="7215352" cy="6858000"/>
          </a:xfrm>
          <a:prstGeom prst="rect">
            <a:avLst/>
          </a:prstGeom>
          <a:solidFill>
            <a:schemeClr val="tx2">
              <a:lumMod val="10000"/>
              <a:lumOff val="90000"/>
            </a:schemeClr>
          </a:solidFill>
          <a:ln>
            <a:noFill/>
          </a:ln>
        </p:spPr>
        <p:txBody>
          <a:bodyPr tIns="1645920"/>
          <a:lstStyle>
            <a:lvl1pPr marL="0" indent="0" algn="ctr">
              <a:buNone/>
              <a:defRPr sz="2400" b="0" i="0">
                <a:solidFill>
                  <a:schemeClr val="bg1">
                    <a:lumMod val="65000"/>
                  </a:schemeClr>
                </a:solidFill>
                <a:latin typeface="Tenorite" pitchFamily="2" charset="0"/>
                <a:ea typeface="Verdana" panose="020B0604030504040204" pitchFamily="34" charset="0"/>
                <a:cs typeface="Tenorite" panose="00000500000000000000" pitchFamily="2" charset="0"/>
              </a:defRPr>
            </a:lvl1pPr>
          </a:lstStyle>
          <a:p>
            <a:r>
              <a:rPr lang="en-US"/>
              <a:t>Click to insert photo</a:t>
            </a:r>
          </a:p>
        </p:txBody>
      </p:sp>
      <p:sp>
        <p:nvSpPr>
          <p:cNvPr id="14" name="TextBox 13">
            <a:extLst>
              <a:ext uri="{FF2B5EF4-FFF2-40B4-BE49-F238E27FC236}">
                <a16:creationId xmlns:a16="http://schemas.microsoft.com/office/drawing/2014/main" id="{690AF7E0-2030-744C-BC0A-EF2B507A8759}"/>
              </a:ext>
            </a:extLst>
          </p:cNvPr>
          <p:cNvSpPr txBox="1"/>
          <p:nvPr userDrawn="1"/>
        </p:nvSpPr>
        <p:spPr>
          <a:xfrm>
            <a:off x="382512" y="6560459"/>
            <a:ext cx="1173785" cy="215444"/>
          </a:xfrm>
          <a:prstGeom prst="rect">
            <a:avLst/>
          </a:prstGeom>
          <a:noFill/>
        </p:spPr>
        <p:txBody>
          <a:bodyPr wrap="square" lIns="0" rtlCol="0">
            <a:spAutoFit/>
          </a:bodyPr>
          <a:lstStyle/>
          <a:p>
            <a:pPr algn="l"/>
            <a:r>
              <a:rPr lang="en-GB" sz="800" b="0" i="0">
                <a:solidFill>
                  <a:schemeClr val="accent1"/>
                </a:solidFill>
                <a:latin typeface="Tenorite" pitchFamily="2" charset="0"/>
              </a:rPr>
              <a:t>Copyright © </a:t>
            </a:r>
            <a:fld id="{FEC56972-8C8B-473C-A509-43E811B54257}"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sp>
        <p:nvSpPr>
          <p:cNvPr id="15" name="Text Placeholder 3">
            <a:extLst>
              <a:ext uri="{FF2B5EF4-FFF2-40B4-BE49-F238E27FC236}">
                <a16:creationId xmlns:a16="http://schemas.microsoft.com/office/drawing/2014/main" id="{449CFAB2-E42E-924C-88B0-B09D35728C17}"/>
              </a:ext>
            </a:extLst>
          </p:cNvPr>
          <p:cNvSpPr>
            <a:spLocks noGrp="1"/>
          </p:cNvSpPr>
          <p:nvPr>
            <p:ph type="body" sz="quarter" idx="11" hasCustomPrompt="1"/>
          </p:nvPr>
        </p:nvSpPr>
        <p:spPr>
          <a:xfrm>
            <a:off x="392823" y="5458112"/>
            <a:ext cx="4343400" cy="951994"/>
          </a:xfrm>
          <a:prstGeom prst="rect">
            <a:avLst/>
          </a:prstGeom>
        </p:spPr>
        <p:txBody>
          <a:bodyPr lIns="0" rIns="0" bIns="0" anchor="b"/>
          <a:lstStyle>
            <a:lvl1pPr marL="0" indent="0" algn="l">
              <a:spcBef>
                <a:spcPts val="600"/>
              </a:spcBef>
              <a:buNone/>
              <a:defRPr sz="14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grpSp>
        <p:nvGrpSpPr>
          <p:cNvPr id="16" name="Group 15">
            <a:extLst>
              <a:ext uri="{FF2B5EF4-FFF2-40B4-BE49-F238E27FC236}">
                <a16:creationId xmlns:a16="http://schemas.microsoft.com/office/drawing/2014/main" id="{410A623A-D2A1-5D4B-A719-5273C929A72E}"/>
              </a:ext>
            </a:extLst>
          </p:cNvPr>
          <p:cNvGrpSpPr/>
          <p:nvPr userDrawn="1"/>
        </p:nvGrpSpPr>
        <p:grpSpPr>
          <a:xfrm>
            <a:off x="380999" y="311884"/>
            <a:ext cx="1494599" cy="401785"/>
            <a:chOff x="380999" y="311884"/>
            <a:chExt cx="1494599" cy="401785"/>
          </a:xfrm>
        </p:grpSpPr>
        <p:grpSp>
          <p:nvGrpSpPr>
            <p:cNvPr id="17" name="Group 16">
              <a:extLst>
                <a:ext uri="{FF2B5EF4-FFF2-40B4-BE49-F238E27FC236}">
                  <a16:creationId xmlns:a16="http://schemas.microsoft.com/office/drawing/2014/main" id="{CAA398E0-4073-FE4C-B85A-BF7F305FA5DC}"/>
                </a:ext>
              </a:extLst>
            </p:cNvPr>
            <p:cNvGrpSpPr/>
            <p:nvPr userDrawn="1"/>
          </p:nvGrpSpPr>
          <p:grpSpPr>
            <a:xfrm>
              <a:off x="380999" y="311884"/>
              <a:ext cx="771453" cy="268898"/>
              <a:chOff x="380999" y="311884"/>
              <a:chExt cx="771453" cy="268898"/>
            </a:xfrm>
          </p:grpSpPr>
          <p:sp>
            <p:nvSpPr>
              <p:cNvPr id="19" name="Freeform 18">
                <a:extLst>
                  <a:ext uri="{FF2B5EF4-FFF2-40B4-BE49-F238E27FC236}">
                    <a16:creationId xmlns:a16="http://schemas.microsoft.com/office/drawing/2014/main" id="{DD0D1288-7BDB-3C49-B722-1C711D39C9A6}"/>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20" name="Freeform 19">
                <a:extLst>
                  <a:ext uri="{FF2B5EF4-FFF2-40B4-BE49-F238E27FC236}">
                    <a16:creationId xmlns:a16="http://schemas.microsoft.com/office/drawing/2014/main" id="{C8B1CECF-FC24-F349-B542-F95F515F83A0}"/>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21" name="Freeform 20">
                <a:extLst>
                  <a:ext uri="{FF2B5EF4-FFF2-40B4-BE49-F238E27FC236}">
                    <a16:creationId xmlns:a16="http://schemas.microsoft.com/office/drawing/2014/main" id="{23845FF3-6597-0E4B-9D44-7830711B0817}"/>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22" name="Freeform 21">
                <a:extLst>
                  <a:ext uri="{FF2B5EF4-FFF2-40B4-BE49-F238E27FC236}">
                    <a16:creationId xmlns:a16="http://schemas.microsoft.com/office/drawing/2014/main" id="{4608BF3B-93A0-8B4D-9B03-71352E2862C6}"/>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23" name="Freeform 22">
                <a:extLst>
                  <a:ext uri="{FF2B5EF4-FFF2-40B4-BE49-F238E27FC236}">
                    <a16:creationId xmlns:a16="http://schemas.microsoft.com/office/drawing/2014/main" id="{08A2E8B7-B75A-5143-AFD9-1E4196EA2DF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24" name="Freeform 23">
                <a:extLst>
                  <a:ext uri="{FF2B5EF4-FFF2-40B4-BE49-F238E27FC236}">
                    <a16:creationId xmlns:a16="http://schemas.microsoft.com/office/drawing/2014/main" id="{23DDB2B1-E091-3741-AC33-C8BA385B2944}"/>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grpSp>
        <p:pic>
          <p:nvPicPr>
            <p:cNvPr id="18" name="Picture 17">
              <a:extLst>
                <a:ext uri="{FF2B5EF4-FFF2-40B4-BE49-F238E27FC236}">
                  <a16:creationId xmlns:a16="http://schemas.microsoft.com/office/drawing/2014/main" id="{363BFB73-7DDE-D34A-8DF8-11D264AA7D6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35479" y="623829"/>
              <a:ext cx="1140119" cy="89840"/>
            </a:xfrm>
            <a:prstGeom prst="rect">
              <a:avLst/>
            </a:prstGeom>
          </p:spPr>
        </p:pic>
      </p:grpSp>
    </p:spTree>
    <p:extLst>
      <p:ext uri="{BB962C8B-B14F-4D97-AF65-F5344CB8AC3E}">
        <p14:creationId xmlns:p14="http://schemas.microsoft.com/office/powerpoint/2010/main" val="382727966"/>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ver 1 Charcoal">
    <p:bg>
      <p:bgPr>
        <a:solidFill>
          <a:schemeClr val="accent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06324D8-7793-4146-B810-3D3AEA2B2948}"/>
              </a:ext>
            </a:extLst>
          </p:cNvPr>
          <p:cNvSpPr>
            <a:spLocks noGrp="1"/>
          </p:cNvSpPr>
          <p:nvPr>
            <p:ph type="ctrTitle" hasCustomPrompt="1"/>
          </p:nvPr>
        </p:nvSpPr>
        <p:spPr>
          <a:xfrm>
            <a:off x="392823" y="1262438"/>
            <a:ext cx="4343400" cy="3896958"/>
          </a:xfrm>
          <a:prstGeom prst="rect">
            <a:avLst/>
          </a:prstGeom>
          <a:noFill/>
        </p:spPr>
        <p:txBody>
          <a:bodyPr wrap="square" lIns="0" rIns="91440" bIns="0" anchor="t">
            <a:noAutofit/>
          </a:bodyPr>
          <a:lstStyle>
            <a:lvl1pPr algn="l">
              <a:lnSpc>
                <a:spcPts val="4200"/>
              </a:lnSpc>
              <a:defRPr sz="4000" b="1" i="0" spc="10" baseline="0">
                <a:solidFill>
                  <a:schemeClr val="bg1"/>
                </a:solidFill>
                <a:latin typeface="Tenorite" pitchFamily="2" charset="0"/>
                <a:ea typeface="Verdana" panose="020B0604030504040204" pitchFamily="34" charset="0"/>
                <a:cs typeface="Tenorite" panose="00000500000000000000" pitchFamily="2" charset="0"/>
              </a:defRPr>
            </a:lvl1pPr>
          </a:lstStyle>
          <a:p>
            <a:r>
              <a:rPr lang="en-US"/>
              <a:t>Click to edit title (sentence case)</a:t>
            </a:r>
          </a:p>
        </p:txBody>
      </p:sp>
      <p:sp>
        <p:nvSpPr>
          <p:cNvPr id="13" name="Picture Placeholder 62">
            <a:extLst>
              <a:ext uri="{FF2B5EF4-FFF2-40B4-BE49-F238E27FC236}">
                <a16:creationId xmlns:a16="http://schemas.microsoft.com/office/drawing/2014/main" id="{24D6C7A9-F020-9A49-8721-AE4074E6FC4F}"/>
              </a:ext>
            </a:extLst>
          </p:cNvPr>
          <p:cNvSpPr>
            <a:spLocks noGrp="1"/>
          </p:cNvSpPr>
          <p:nvPr>
            <p:ph type="pic" sz="quarter" idx="10" hasCustomPrompt="1"/>
          </p:nvPr>
        </p:nvSpPr>
        <p:spPr>
          <a:xfrm>
            <a:off x="4976648" y="0"/>
            <a:ext cx="7215352" cy="6858000"/>
          </a:xfrm>
          <a:prstGeom prst="rect">
            <a:avLst/>
          </a:prstGeom>
          <a:solidFill>
            <a:schemeClr val="tx2">
              <a:lumMod val="10000"/>
              <a:lumOff val="90000"/>
            </a:schemeClr>
          </a:solidFill>
          <a:ln>
            <a:noFill/>
          </a:ln>
        </p:spPr>
        <p:txBody>
          <a:bodyPr tIns="1645920"/>
          <a:lstStyle>
            <a:lvl1pPr marL="0" indent="0" algn="ctr">
              <a:buNone/>
              <a:defRPr sz="2400" b="0" i="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insert photo</a:t>
            </a:r>
          </a:p>
        </p:txBody>
      </p:sp>
      <p:sp>
        <p:nvSpPr>
          <p:cNvPr id="14" name="TextBox 13">
            <a:extLst>
              <a:ext uri="{FF2B5EF4-FFF2-40B4-BE49-F238E27FC236}">
                <a16:creationId xmlns:a16="http://schemas.microsoft.com/office/drawing/2014/main" id="{690AF7E0-2030-744C-BC0A-EF2B507A8759}"/>
              </a:ext>
            </a:extLst>
          </p:cNvPr>
          <p:cNvSpPr txBox="1"/>
          <p:nvPr userDrawn="1"/>
        </p:nvSpPr>
        <p:spPr>
          <a:xfrm>
            <a:off x="382512" y="6560459"/>
            <a:ext cx="1173785" cy="215444"/>
          </a:xfrm>
          <a:prstGeom prst="rect">
            <a:avLst/>
          </a:prstGeom>
          <a:noFill/>
        </p:spPr>
        <p:txBody>
          <a:bodyPr wrap="square" lIns="0" rtlCol="0">
            <a:spAutoFit/>
          </a:bodyPr>
          <a:lstStyle/>
          <a:p>
            <a:pPr algn="l"/>
            <a:r>
              <a:rPr lang="en-GB" sz="800" b="0" i="0">
                <a:solidFill>
                  <a:schemeClr val="bg1"/>
                </a:solidFill>
                <a:latin typeface="Tenorite" pitchFamily="2" charset="0"/>
              </a:rPr>
              <a:t>Copyright © </a:t>
            </a:r>
            <a:fld id="{FEC56972-8C8B-473C-A509-43E811B54257}" type="datetimeyyyy">
              <a:rPr lang="en-US" sz="800" b="0" i="0" smtClean="0">
                <a:solidFill>
                  <a:schemeClr val="bg1"/>
                </a:solidFill>
                <a:latin typeface="Tenorite" pitchFamily="2" charset="0"/>
              </a:rPr>
              <a:t>2026</a:t>
            </a:fld>
            <a:r>
              <a:rPr lang="en-GB" sz="800" b="0" i="0">
                <a:solidFill>
                  <a:schemeClr val="bg1"/>
                </a:solidFill>
                <a:latin typeface="Tenorite" pitchFamily="2" charset="0"/>
              </a:rPr>
              <a:t> BTS</a:t>
            </a:r>
          </a:p>
        </p:txBody>
      </p:sp>
      <p:sp>
        <p:nvSpPr>
          <p:cNvPr id="15" name="Text Placeholder 3">
            <a:extLst>
              <a:ext uri="{FF2B5EF4-FFF2-40B4-BE49-F238E27FC236}">
                <a16:creationId xmlns:a16="http://schemas.microsoft.com/office/drawing/2014/main" id="{449CFAB2-E42E-924C-88B0-B09D35728C17}"/>
              </a:ext>
            </a:extLst>
          </p:cNvPr>
          <p:cNvSpPr>
            <a:spLocks noGrp="1"/>
          </p:cNvSpPr>
          <p:nvPr>
            <p:ph type="body" sz="quarter" idx="11" hasCustomPrompt="1"/>
          </p:nvPr>
        </p:nvSpPr>
        <p:spPr>
          <a:xfrm>
            <a:off x="392823" y="5458112"/>
            <a:ext cx="4343400" cy="951994"/>
          </a:xfrm>
          <a:prstGeom prst="rect">
            <a:avLst/>
          </a:prstGeom>
        </p:spPr>
        <p:txBody>
          <a:bodyPr lIns="0" rIns="0" bIns="0" anchor="b"/>
          <a:lstStyle>
            <a:lvl1pPr marL="0" indent="0" algn="l">
              <a:spcBef>
                <a:spcPts val="600"/>
              </a:spcBef>
              <a:buNone/>
              <a:defRPr sz="1400" b="0" i="0">
                <a:solidFill>
                  <a:schemeClr val="bg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grpSp>
        <p:nvGrpSpPr>
          <p:cNvPr id="2" name="Group 1">
            <a:extLst>
              <a:ext uri="{FF2B5EF4-FFF2-40B4-BE49-F238E27FC236}">
                <a16:creationId xmlns:a16="http://schemas.microsoft.com/office/drawing/2014/main" id="{462DADEB-218F-4628-D8FC-54140DE1C370}"/>
              </a:ext>
            </a:extLst>
          </p:cNvPr>
          <p:cNvGrpSpPr/>
          <p:nvPr userDrawn="1"/>
        </p:nvGrpSpPr>
        <p:grpSpPr>
          <a:xfrm>
            <a:off x="380999" y="311884"/>
            <a:ext cx="1494599" cy="401785"/>
            <a:chOff x="380999" y="311884"/>
            <a:chExt cx="1494599" cy="401785"/>
          </a:xfrm>
        </p:grpSpPr>
        <p:grpSp>
          <p:nvGrpSpPr>
            <p:cNvPr id="3" name="Group 2">
              <a:extLst>
                <a:ext uri="{FF2B5EF4-FFF2-40B4-BE49-F238E27FC236}">
                  <a16:creationId xmlns:a16="http://schemas.microsoft.com/office/drawing/2014/main" id="{112481D5-1B81-FB6B-6F15-02D6DEBA9432}"/>
                </a:ext>
              </a:extLst>
            </p:cNvPr>
            <p:cNvGrpSpPr/>
            <p:nvPr userDrawn="1"/>
          </p:nvGrpSpPr>
          <p:grpSpPr>
            <a:xfrm>
              <a:off x="380999" y="311884"/>
              <a:ext cx="771453" cy="268898"/>
              <a:chOff x="380999" y="311884"/>
              <a:chExt cx="771453" cy="268898"/>
            </a:xfrm>
          </p:grpSpPr>
          <p:sp>
            <p:nvSpPr>
              <p:cNvPr id="5" name="Freeform 4">
                <a:extLst>
                  <a:ext uri="{FF2B5EF4-FFF2-40B4-BE49-F238E27FC236}">
                    <a16:creationId xmlns:a16="http://schemas.microsoft.com/office/drawing/2014/main" id="{D71BFCAE-2474-149B-2324-B0805BC9D321}"/>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6" name="Freeform 5">
                <a:extLst>
                  <a:ext uri="{FF2B5EF4-FFF2-40B4-BE49-F238E27FC236}">
                    <a16:creationId xmlns:a16="http://schemas.microsoft.com/office/drawing/2014/main" id="{808A9D76-B23A-CE02-1B22-E03C0FD0D4A6}"/>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7" name="Freeform 6">
                <a:extLst>
                  <a:ext uri="{FF2B5EF4-FFF2-40B4-BE49-F238E27FC236}">
                    <a16:creationId xmlns:a16="http://schemas.microsoft.com/office/drawing/2014/main" id="{0DA1EEB3-25D7-6ABB-AC6C-FB28F513E08B}"/>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E2276B65-D0A1-47E6-B22A-D900DC2D7EA1}"/>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10" name="Freeform 9">
                <a:extLst>
                  <a:ext uri="{FF2B5EF4-FFF2-40B4-BE49-F238E27FC236}">
                    <a16:creationId xmlns:a16="http://schemas.microsoft.com/office/drawing/2014/main" id="{F02E61EC-D1AC-A39C-8C81-5107C50EA643}"/>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12" name="Freeform 11">
                <a:extLst>
                  <a:ext uri="{FF2B5EF4-FFF2-40B4-BE49-F238E27FC236}">
                    <a16:creationId xmlns:a16="http://schemas.microsoft.com/office/drawing/2014/main" id="{B21642E4-F92B-0AA5-53F3-0046814CB446}"/>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grpSp>
        <p:pic>
          <p:nvPicPr>
            <p:cNvPr id="4" name="Picture 3">
              <a:extLst>
                <a:ext uri="{FF2B5EF4-FFF2-40B4-BE49-F238E27FC236}">
                  <a16:creationId xmlns:a16="http://schemas.microsoft.com/office/drawing/2014/main" id="{C51FBC6B-0D50-0B5A-C3BF-3EE7399DF3E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35479" y="623829"/>
              <a:ext cx="1140119" cy="89840"/>
            </a:xfrm>
            <a:prstGeom prst="rect">
              <a:avLst/>
            </a:prstGeom>
          </p:spPr>
        </p:pic>
      </p:grpSp>
    </p:spTree>
    <p:extLst>
      <p:ext uri="{BB962C8B-B14F-4D97-AF65-F5344CB8AC3E}">
        <p14:creationId xmlns:p14="http://schemas.microsoft.com/office/powerpoint/2010/main" val="696203381"/>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ver 2">
    <p:spTree>
      <p:nvGrpSpPr>
        <p:cNvPr id="1" name=""/>
        <p:cNvGrpSpPr/>
        <p:nvPr/>
      </p:nvGrpSpPr>
      <p:grpSpPr>
        <a:xfrm>
          <a:off x="0" y="0"/>
          <a:ext cx="0" cy="0"/>
          <a:chOff x="0" y="0"/>
          <a:chExt cx="0" cy="0"/>
        </a:xfrm>
      </p:grpSpPr>
      <p:sp>
        <p:nvSpPr>
          <p:cNvPr id="18" name="Title 1"/>
          <p:cNvSpPr>
            <a:spLocks noGrp="1"/>
          </p:cNvSpPr>
          <p:nvPr>
            <p:ph type="ctrTitle" hasCustomPrompt="1"/>
          </p:nvPr>
        </p:nvSpPr>
        <p:spPr>
          <a:xfrm>
            <a:off x="380999" y="4912023"/>
            <a:ext cx="11430002" cy="532033"/>
          </a:xfrm>
          <a:prstGeom prst="rect">
            <a:avLst/>
          </a:prstGeom>
        </p:spPr>
        <p:txBody>
          <a:bodyPr lIns="0" tIns="0" rIns="45720" bIns="0" anchor="t" anchorCtr="0"/>
          <a:lstStyle>
            <a:lvl1pPr algn="l">
              <a:lnSpc>
                <a:spcPts val="3600"/>
              </a:lnSpc>
              <a:defRPr sz="3600" b="1" i="0" spc="-20" baseline="0">
                <a:solidFill>
                  <a:schemeClr val="accent1"/>
                </a:solidFill>
                <a:latin typeface="Tenorite" pitchFamily="2" charset="0"/>
              </a:defRPr>
            </a:lvl1pPr>
          </a:lstStyle>
          <a:p>
            <a:r>
              <a:rPr lang="en-US"/>
              <a:t>Click to edit title (sentence case)</a:t>
            </a:r>
          </a:p>
        </p:txBody>
      </p:sp>
      <p:sp>
        <p:nvSpPr>
          <p:cNvPr id="8" name="Text Placeholder 36">
            <a:extLst>
              <a:ext uri="{FF2B5EF4-FFF2-40B4-BE49-F238E27FC236}">
                <a16:creationId xmlns:a16="http://schemas.microsoft.com/office/drawing/2014/main" id="{4361082C-1176-45D0-A0DB-7FE1F1BCBE18}"/>
              </a:ext>
            </a:extLst>
          </p:cNvPr>
          <p:cNvSpPr>
            <a:spLocks noGrp="1"/>
          </p:cNvSpPr>
          <p:nvPr>
            <p:ph type="body" sz="quarter" idx="15" hasCustomPrompt="1"/>
          </p:nvPr>
        </p:nvSpPr>
        <p:spPr>
          <a:xfrm>
            <a:off x="380999" y="5582952"/>
            <a:ext cx="11430002" cy="263525"/>
          </a:xfrm>
          <a:prstGeom prst="rect">
            <a:avLst/>
          </a:prstGeom>
        </p:spPr>
        <p:txBody>
          <a:bodyPr lIns="0" tIns="0" rIns="45720" anchor="t"/>
          <a:lstStyle>
            <a:lvl1pPr algn="l">
              <a:lnSpc>
                <a:spcPts val="2200"/>
              </a:lnSpc>
              <a:spcBef>
                <a:spcPts val="0"/>
              </a:spcBef>
              <a:defRPr sz="2000" b="0" i="0">
                <a:solidFill>
                  <a:schemeClr val="accent2"/>
                </a:solidFill>
                <a:latin typeface="Tenorite" pitchFamily="2" charset="0"/>
              </a:defRPr>
            </a:lvl1pPr>
          </a:lstStyle>
          <a:p>
            <a:r>
              <a:rPr lang="en-US"/>
              <a:t>Click here to edit sub-header or presenter name</a:t>
            </a:r>
          </a:p>
        </p:txBody>
      </p:sp>
      <p:sp>
        <p:nvSpPr>
          <p:cNvPr id="85" name="Picture Placeholder 2">
            <a:extLst>
              <a:ext uri="{FF2B5EF4-FFF2-40B4-BE49-F238E27FC236}">
                <a16:creationId xmlns:a16="http://schemas.microsoft.com/office/drawing/2014/main" id="{E64A1959-16B1-0A42-88C6-151B96834274}"/>
              </a:ext>
            </a:extLst>
          </p:cNvPr>
          <p:cNvSpPr>
            <a:spLocks noGrp="1"/>
          </p:cNvSpPr>
          <p:nvPr>
            <p:ph type="pic" sz="quarter" idx="17" hasCustomPrompt="1"/>
          </p:nvPr>
        </p:nvSpPr>
        <p:spPr>
          <a:xfrm>
            <a:off x="380999" y="1007136"/>
            <a:ext cx="3613578" cy="3658585"/>
          </a:xfrm>
          <a:prstGeom prst="roundRect">
            <a:avLst>
              <a:gd name="adj" fmla="val 3281"/>
            </a:avLst>
          </a:prstGeom>
          <a:solidFill>
            <a:schemeClr val="bg2"/>
          </a:solidFill>
          <a:ln w="28575">
            <a:noFill/>
          </a:ln>
        </p:spPr>
        <p:txBody>
          <a:bodyPr bIns="1005840" anchor="ctr"/>
          <a:lstStyle>
            <a:lvl1pPr algn="ctr">
              <a:defRPr sz="1400" b="0" i="0">
                <a:solidFill>
                  <a:schemeClr val="accent1">
                    <a:lumMod val="75000"/>
                    <a:lumOff val="25000"/>
                  </a:schemeClr>
                </a:solidFill>
                <a:latin typeface="Tenorite" pitchFamily="2" charset="0"/>
              </a:defRPr>
            </a:lvl1pPr>
          </a:lstStyle>
          <a:p>
            <a:r>
              <a:rPr lang="en-US"/>
              <a:t>    Place picture here</a:t>
            </a:r>
          </a:p>
        </p:txBody>
      </p:sp>
      <p:sp>
        <p:nvSpPr>
          <p:cNvPr id="63" name="TextBox 62">
            <a:extLst>
              <a:ext uri="{FF2B5EF4-FFF2-40B4-BE49-F238E27FC236}">
                <a16:creationId xmlns:a16="http://schemas.microsoft.com/office/drawing/2014/main" id="{181B5612-E4B8-E446-87C7-88B188A05B19}"/>
              </a:ext>
            </a:extLst>
          </p:cNvPr>
          <p:cNvSpPr txBox="1"/>
          <p:nvPr userDrawn="1"/>
        </p:nvSpPr>
        <p:spPr>
          <a:xfrm>
            <a:off x="9803686" y="6538640"/>
            <a:ext cx="2213206" cy="191268"/>
          </a:xfrm>
          <a:prstGeom prst="rect">
            <a:avLst/>
          </a:prstGeom>
          <a:noFill/>
        </p:spPr>
        <p:txBody>
          <a:bodyPr wrap="square" lIns="0" tIns="0" rIns="0" bIns="0" rtlCol="0" anchor="b" anchorCtr="0">
            <a:noAutofit/>
          </a:bodyPr>
          <a:lstStyle/>
          <a:p>
            <a:pPr algn="r"/>
            <a:r>
              <a:rPr lang="en-GB" sz="800" b="0" i="0">
                <a:solidFill>
                  <a:schemeClr val="accent1"/>
                </a:solidFill>
                <a:latin typeface="Tenorite" pitchFamily="2" charset="0"/>
              </a:rPr>
              <a:t>Copyright © </a:t>
            </a:r>
            <a:fld id="{3C3F3031-B20F-4E2D-93DE-02109032E88C}"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grpSp>
        <p:nvGrpSpPr>
          <p:cNvPr id="17" name="Group 16">
            <a:extLst>
              <a:ext uri="{FF2B5EF4-FFF2-40B4-BE49-F238E27FC236}">
                <a16:creationId xmlns:a16="http://schemas.microsoft.com/office/drawing/2014/main" id="{E73873B6-C74B-5548-8861-004379BC9B70}"/>
              </a:ext>
            </a:extLst>
          </p:cNvPr>
          <p:cNvGrpSpPr/>
          <p:nvPr userDrawn="1"/>
        </p:nvGrpSpPr>
        <p:grpSpPr>
          <a:xfrm>
            <a:off x="380999" y="311884"/>
            <a:ext cx="1494599" cy="401785"/>
            <a:chOff x="380999" y="311884"/>
            <a:chExt cx="1494599" cy="401785"/>
          </a:xfrm>
        </p:grpSpPr>
        <p:grpSp>
          <p:nvGrpSpPr>
            <p:cNvPr id="19" name="Group 18">
              <a:extLst>
                <a:ext uri="{FF2B5EF4-FFF2-40B4-BE49-F238E27FC236}">
                  <a16:creationId xmlns:a16="http://schemas.microsoft.com/office/drawing/2014/main" id="{7B82FE30-737B-6447-AF5A-5C0DADEA90C7}"/>
                </a:ext>
              </a:extLst>
            </p:cNvPr>
            <p:cNvGrpSpPr/>
            <p:nvPr userDrawn="1"/>
          </p:nvGrpSpPr>
          <p:grpSpPr>
            <a:xfrm>
              <a:off x="380999" y="311884"/>
              <a:ext cx="771453" cy="268898"/>
              <a:chOff x="380999" y="311884"/>
              <a:chExt cx="771453" cy="268898"/>
            </a:xfrm>
          </p:grpSpPr>
          <p:sp>
            <p:nvSpPr>
              <p:cNvPr id="21" name="Freeform 20">
                <a:extLst>
                  <a:ext uri="{FF2B5EF4-FFF2-40B4-BE49-F238E27FC236}">
                    <a16:creationId xmlns:a16="http://schemas.microsoft.com/office/drawing/2014/main" id="{7119F671-EEE2-0946-B355-66E3DF7656CC}"/>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22" name="Freeform 21">
                <a:extLst>
                  <a:ext uri="{FF2B5EF4-FFF2-40B4-BE49-F238E27FC236}">
                    <a16:creationId xmlns:a16="http://schemas.microsoft.com/office/drawing/2014/main" id="{82F8568A-6D2E-1848-90E8-8C082CB0C896}"/>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23" name="Freeform 22">
                <a:extLst>
                  <a:ext uri="{FF2B5EF4-FFF2-40B4-BE49-F238E27FC236}">
                    <a16:creationId xmlns:a16="http://schemas.microsoft.com/office/drawing/2014/main" id="{0569E864-E5C1-074A-88C8-13DE5221BC0D}"/>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24" name="Freeform 23">
                <a:extLst>
                  <a:ext uri="{FF2B5EF4-FFF2-40B4-BE49-F238E27FC236}">
                    <a16:creationId xmlns:a16="http://schemas.microsoft.com/office/drawing/2014/main" id="{D12481FC-ACD7-5F48-A07D-DF48D1FA016B}"/>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25" name="Freeform 24">
                <a:extLst>
                  <a:ext uri="{FF2B5EF4-FFF2-40B4-BE49-F238E27FC236}">
                    <a16:creationId xmlns:a16="http://schemas.microsoft.com/office/drawing/2014/main" id="{AFBE3BA4-F0F3-1940-B47F-3A85CB56ED3A}"/>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26" name="Freeform 25">
                <a:extLst>
                  <a:ext uri="{FF2B5EF4-FFF2-40B4-BE49-F238E27FC236}">
                    <a16:creationId xmlns:a16="http://schemas.microsoft.com/office/drawing/2014/main" id="{25C0B289-0E0F-054E-849C-1D7A0CEE907B}"/>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grpSp>
        <p:pic>
          <p:nvPicPr>
            <p:cNvPr id="20" name="Picture 19">
              <a:extLst>
                <a:ext uri="{FF2B5EF4-FFF2-40B4-BE49-F238E27FC236}">
                  <a16:creationId xmlns:a16="http://schemas.microsoft.com/office/drawing/2014/main" id="{6DDD9B21-1C29-A049-A03F-819F2AA88D2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35479" y="623829"/>
              <a:ext cx="1140119" cy="89840"/>
            </a:xfrm>
            <a:prstGeom prst="rect">
              <a:avLst/>
            </a:prstGeom>
          </p:spPr>
        </p:pic>
      </p:grpSp>
      <p:sp>
        <p:nvSpPr>
          <p:cNvPr id="2" name="Picture Placeholder 2">
            <a:extLst>
              <a:ext uri="{FF2B5EF4-FFF2-40B4-BE49-F238E27FC236}">
                <a16:creationId xmlns:a16="http://schemas.microsoft.com/office/drawing/2014/main" id="{7679F93D-5A29-AEE0-4B45-1311FDAB2B76}"/>
              </a:ext>
            </a:extLst>
          </p:cNvPr>
          <p:cNvSpPr>
            <a:spLocks noGrp="1"/>
          </p:cNvSpPr>
          <p:nvPr>
            <p:ph type="pic" sz="quarter" idx="18" hasCustomPrompt="1"/>
          </p:nvPr>
        </p:nvSpPr>
        <p:spPr>
          <a:xfrm>
            <a:off x="4289211" y="1007136"/>
            <a:ext cx="3613578" cy="3658585"/>
          </a:xfrm>
          <a:prstGeom prst="roundRect">
            <a:avLst>
              <a:gd name="adj" fmla="val 3281"/>
            </a:avLst>
          </a:prstGeom>
          <a:solidFill>
            <a:schemeClr val="bg2"/>
          </a:solidFill>
          <a:ln w="28575">
            <a:noFill/>
          </a:ln>
        </p:spPr>
        <p:txBody>
          <a:bodyPr bIns="1005840" anchor="ctr"/>
          <a:lstStyle>
            <a:lvl1pPr algn="ctr">
              <a:defRPr sz="1400" b="0" i="0">
                <a:solidFill>
                  <a:schemeClr val="accent1">
                    <a:lumMod val="75000"/>
                    <a:lumOff val="25000"/>
                  </a:schemeClr>
                </a:solidFill>
                <a:latin typeface="Tenorite" pitchFamily="2" charset="0"/>
              </a:defRPr>
            </a:lvl1pPr>
          </a:lstStyle>
          <a:p>
            <a:r>
              <a:rPr lang="en-US"/>
              <a:t>    Place picture here</a:t>
            </a:r>
          </a:p>
        </p:txBody>
      </p:sp>
      <p:sp>
        <p:nvSpPr>
          <p:cNvPr id="3" name="Picture Placeholder 2">
            <a:extLst>
              <a:ext uri="{FF2B5EF4-FFF2-40B4-BE49-F238E27FC236}">
                <a16:creationId xmlns:a16="http://schemas.microsoft.com/office/drawing/2014/main" id="{443DE4F4-2E48-6D65-AF61-962B312729BE}"/>
              </a:ext>
            </a:extLst>
          </p:cNvPr>
          <p:cNvSpPr>
            <a:spLocks noGrp="1"/>
          </p:cNvSpPr>
          <p:nvPr>
            <p:ph type="pic" sz="quarter" idx="19" hasCustomPrompt="1"/>
          </p:nvPr>
        </p:nvSpPr>
        <p:spPr>
          <a:xfrm>
            <a:off x="8197423" y="1007136"/>
            <a:ext cx="3613578" cy="3658585"/>
          </a:xfrm>
          <a:prstGeom prst="roundRect">
            <a:avLst>
              <a:gd name="adj" fmla="val 3281"/>
            </a:avLst>
          </a:prstGeom>
          <a:solidFill>
            <a:schemeClr val="bg2"/>
          </a:solidFill>
          <a:ln w="28575">
            <a:noFill/>
          </a:ln>
        </p:spPr>
        <p:txBody>
          <a:bodyPr bIns="1005840" anchor="ctr"/>
          <a:lstStyle>
            <a:lvl1pPr algn="ctr">
              <a:defRPr sz="1400" b="0" i="0">
                <a:solidFill>
                  <a:schemeClr val="accent1">
                    <a:lumMod val="75000"/>
                    <a:lumOff val="25000"/>
                  </a:schemeClr>
                </a:solidFill>
                <a:latin typeface="Tenorite" pitchFamily="2" charset="0"/>
              </a:defRPr>
            </a:lvl1pPr>
          </a:lstStyle>
          <a:p>
            <a:r>
              <a:rPr lang="en-US"/>
              <a:t>    Place picture here</a:t>
            </a:r>
          </a:p>
        </p:txBody>
      </p:sp>
    </p:spTree>
    <p:extLst>
      <p:ext uri="{BB962C8B-B14F-4D97-AF65-F5344CB8AC3E}">
        <p14:creationId xmlns:p14="http://schemas.microsoft.com/office/powerpoint/2010/main" val="1163344986"/>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ver 3">
    <p:spTree>
      <p:nvGrpSpPr>
        <p:cNvPr id="1" name=""/>
        <p:cNvGrpSpPr/>
        <p:nvPr/>
      </p:nvGrpSpPr>
      <p:grpSpPr>
        <a:xfrm>
          <a:off x="0" y="0"/>
          <a:ext cx="0" cy="0"/>
          <a:chOff x="0" y="0"/>
          <a:chExt cx="0" cy="0"/>
        </a:xfrm>
      </p:grpSpPr>
      <p:sp>
        <p:nvSpPr>
          <p:cNvPr id="13" name="Picture Placeholder 62">
            <a:extLst>
              <a:ext uri="{FF2B5EF4-FFF2-40B4-BE49-F238E27FC236}">
                <a16:creationId xmlns:a16="http://schemas.microsoft.com/office/drawing/2014/main" id="{DD06B210-CD97-2249-9B24-EEF1111D186E}"/>
              </a:ext>
            </a:extLst>
          </p:cNvPr>
          <p:cNvSpPr>
            <a:spLocks noGrp="1"/>
          </p:cNvSpPr>
          <p:nvPr>
            <p:ph type="pic" sz="quarter" idx="10" hasCustomPrompt="1"/>
          </p:nvPr>
        </p:nvSpPr>
        <p:spPr>
          <a:xfrm>
            <a:off x="0" y="2115962"/>
            <a:ext cx="12192000" cy="4742038"/>
          </a:xfrm>
          <a:prstGeom prst="rect">
            <a:avLst/>
          </a:prstGeom>
          <a:solidFill>
            <a:schemeClr val="tx2">
              <a:lumMod val="10000"/>
              <a:lumOff val="90000"/>
            </a:schemeClr>
          </a:solidFill>
          <a:ln>
            <a:noFill/>
          </a:ln>
        </p:spPr>
        <p:txBody>
          <a:bodyPr tIns="0" bIns="1188720" anchor="ctr"/>
          <a:lstStyle>
            <a:lvl1pPr marL="0" indent="0" algn="ctr">
              <a:buNone/>
              <a:defRPr sz="1800" b="0" i="0">
                <a:solidFill>
                  <a:schemeClr val="bg1">
                    <a:lumMod val="65000"/>
                  </a:schemeClr>
                </a:solidFill>
                <a:latin typeface="Tenorite" pitchFamily="2" charset="0"/>
                <a:ea typeface="Verdana" panose="020B0604030504040204" pitchFamily="34" charset="0"/>
                <a:cs typeface="Tenorite" panose="00000500000000000000" pitchFamily="2" charset="0"/>
              </a:defRPr>
            </a:lvl1pPr>
          </a:lstStyle>
          <a:p>
            <a:r>
              <a:rPr lang="en-US"/>
              <a:t>Click to insert photo</a:t>
            </a:r>
          </a:p>
        </p:txBody>
      </p:sp>
      <p:sp>
        <p:nvSpPr>
          <p:cNvPr id="7" name="Title 1">
            <a:extLst>
              <a:ext uri="{FF2B5EF4-FFF2-40B4-BE49-F238E27FC236}">
                <a16:creationId xmlns:a16="http://schemas.microsoft.com/office/drawing/2014/main" id="{17C43770-4180-2D49-921E-F110BBACEC0B}"/>
              </a:ext>
            </a:extLst>
          </p:cNvPr>
          <p:cNvSpPr>
            <a:spLocks noGrp="1"/>
          </p:cNvSpPr>
          <p:nvPr>
            <p:ph type="ctrTitle" hasCustomPrompt="1"/>
          </p:nvPr>
        </p:nvSpPr>
        <p:spPr>
          <a:xfrm>
            <a:off x="380999" y="985443"/>
            <a:ext cx="11383106" cy="982011"/>
          </a:xfrm>
          <a:prstGeom prst="rect">
            <a:avLst/>
          </a:prstGeom>
        </p:spPr>
        <p:txBody>
          <a:bodyPr lIns="0" tIns="0" rIns="45720" bIns="0" anchor="ctr" anchorCtr="0">
            <a:normAutofit/>
          </a:bodyPr>
          <a:lstStyle>
            <a:lvl1pPr algn="l">
              <a:lnSpc>
                <a:spcPts val="3540"/>
              </a:lnSpc>
              <a:defRPr sz="3800" b="1" i="0" spc="-20" baseline="0">
                <a:solidFill>
                  <a:schemeClr val="accent1"/>
                </a:solidFill>
                <a:latin typeface="Tenorite" pitchFamily="2" charset="0"/>
              </a:defRPr>
            </a:lvl1pPr>
          </a:lstStyle>
          <a:p>
            <a:r>
              <a:rPr lang="en-US"/>
              <a:t>Click to edit title (sentence case)</a:t>
            </a:r>
          </a:p>
        </p:txBody>
      </p:sp>
      <p:grpSp>
        <p:nvGrpSpPr>
          <p:cNvPr id="68" name="Group 67">
            <a:extLst>
              <a:ext uri="{FF2B5EF4-FFF2-40B4-BE49-F238E27FC236}">
                <a16:creationId xmlns:a16="http://schemas.microsoft.com/office/drawing/2014/main" id="{AC494A44-DD86-F94D-8968-9F79C15F6D0F}"/>
              </a:ext>
            </a:extLst>
          </p:cNvPr>
          <p:cNvGrpSpPr/>
          <p:nvPr userDrawn="1"/>
        </p:nvGrpSpPr>
        <p:grpSpPr>
          <a:xfrm>
            <a:off x="380999" y="311884"/>
            <a:ext cx="1494599" cy="401785"/>
            <a:chOff x="380999" y="311884"/>
            <a:chExt cx="1494599" cy="401785"/>
          </a:xfrm>
        </p:grpSpPr>
        <p:grpSp>
          <p:nvGrpSpPr>
            <p:cNvPr id="69" name="Group 68">
              <a:extLst>
                <a:ext uri="{FF2B5EF4-FFF2-40B4-BE49-F238E27FC236}">
                  <a16:creationId xmlns:a16="http://schemas.microsoft.com/office/drawing/2014/main" id="{450B701A-AA20-9845-A9D5-EE0C1239A1CF}"/>
                </a:ext>
              </a:extLst>
            </p:cNvPr>
            <p:cNvGrpSpPr/>
            <p:nvPr userDrawn="1"/>
          </p:nvGrpSpPr>
          <p:grpSpPr>
            <a:xfrm>
              <a:off x="380999" y="311884"/>
              <a:ext cx="771453" cy="268898"/>
              <a:chOff x="380999" y="311884"/>
              <a:chExt cx="771453" cy="268898"/>
            </a:xfrm>
          </p:grpSpPr>
          <p:sp>
            <p:nvSpPr>
              <p:cNvPr id="71" name="Freeform 70">
                <a:extLst>
                  <a:ext uri="{FF2B5EF4-FFF2-40B4-BE49-F238E27FC236}">
                    <a16:creationId xmlns:a16="http://schemas.microsoft.com/office/drawing/2014/main" id="{B94B9015-CE46-B740-B01B-8E99C4F47E3A}"/>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72" name="Freeform 71">
                <a:extLst>
                  <a:ext uri="{FF2B5EF4-FFF2-40B4-BE49-F238E27FC236}">
                    <a16:creationId xmlns:a16="http://schemas.microsoft.com/office/drawing/2014/main" id="{09FD653E-FBE8-B541-8B3A-E65BB737F538}"/>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73" name="Freeform 72">
                <a:extLst>
                  <a:ext uri="{FF2B5EF4-FFF2-40B4-BE49-F238E27FC236}">
                    <a16:creationId xmlns:a16="http://schemas.microsoft.com/office/drawing/2014/main" id="{6234CC60-0377-884A-8A12-DBACB1043827}"/>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74" name="Freeform 73">
                <a:extLst>
                  <a:ext uri="{FF2B5EF4-FFF2-40B4-BE49-F238E27FC236}">
                    <a16:creationId xmlns:a16="http://schemas.microsoft.com/office/drawing/2014/main" id="{95420136-6F61-FE4D-9B6B-E183805CA7A6}"/>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75" name="Freeform 74">
                <a:extLst>
                  <a:ext uri="{FF2B5EF4-FFF2-40B4-BE49-F238E27FC236}">
                    <a16:creationId xmlns:a16="http://schemas.microsoft.com/office/drawing/2014/main" id="{2CB815C1-0412-BF4F-9B06-52E93955771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76" name="Freeform 75">
                <a:extLst>
                  <a:ext uri="{FF2B5EF4-FFF2-40B4-BE49-F238E27FC236}">
                    <a16:creationId xmlns:a16="http://schemas.microsoft.com/office/drawing/2014/main" id="{47769083-A33B-9648-964F-56A37B1F6C05}"/>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grpSp>
        <p:pic>
          <p:nvPicPr>
            <p:cNvPr id="70" name="Picture 69">
              <a:extLst>
                <a:ext uri="{FF2B5EF4-FFF2-40B4-BE49-F238E27FC236}">
                  <a16:creationId xmlns:a16="http://schemas.microsoft.com/office/drawing/2014/main" id="{AD81A718-5517-8948-A84D-0697542A02DB}"/>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35479" y="623829"/>
              <a:ext cx="1140119" cy="89840"/>
            </a:xfrm>
            <a:prstGeom prst="rect">
              <a:avLst/>
            </a:prstGeom>
          </p:spPr>
        </p:pic>
      </p:grpSp>
      <p:sp>
        <p:nvSpPr>
          <p:cNvPr id="77" name="Text Placeholder 3">
            <a:extLst>
              <a:ext uri="{FF2B5EF4-FFF2-40B4-BE49-F238E27FC236}">
                <a16:creationId xmlns:a16="http://schemas.microsoft.com/office/drawing/2014/main" id="{CF1A4219-CFF7-664D-B05B-900474F818BE}"/>
              </a:ext>
            </a:extLst>
          </p:cNvPr>
          <p:cNvSpPr>
            <a:spLocks noGrp="1"/>
          </p:cNvSpPr>
          <p:nvPr>
            <p:ph type="body" sz="quarter" idx="11" hasCustomPrompt="1"/>
          </p:nvPr>
        </p:nvSpPr>
        <p:spPr>
          <a:xfrm>
            <a:off x="6764139" y="5268121"/>
            <a:ext cx="5046862" cy="1208871"/>
          </a:xfrm>
          <a:prstGeom prst="rect">
            <a:avLst/>
          </a:prstGeom>
        </p:spPr>
        <p:txBody>
          <a:bodyPr rIns="0" bIns="0" anchor="b"/>
          <a:lstStyle>
            <a:lvl1pPr marL="0" indent="0" algn="r">
              <a:spcBef>
                <a:spcPts val="600"/>
              </a:spcBef>
              <a:buNone/>
              <a:defRPr sz="12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Tree>
    <p:extLst>
      <p:ext uri="{BB962C8B-B14F-4D97-AF65-F5344CB8AC3E}">
        <p14:creationId xmlns:p14="http://schemas.microsoft.com/office/powerpoint/2010/main" val="165243418"/>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ver 4">
    <p:spTree>
      <p:nvGrpSpPr>
        <p:cNvPr id="1" name=""/>
        <p:cNvGrpSpPr/>
        <p:nvPr/>
      </p:nvGrpSpPr>
      <p:grpSpPr>
        <a:xfrm>
          <a:off x="0" y="0"/>
          <a:ext cx="0" cy="0"/>
          <a:chOff x="0" y="0"/>
          <a:chExt cx="0" cy="0"/>
        </a:xfrm>
      </p:grpSpPr>
      <p:grpSp>
        <p:nvGrpSpPr>
          <p:cNvPr id="21" name="Graphic 1">
            <a:extLst>
              <a:ext uri="{FF2B5EF4-FFF2-40B4-BE49-F238E27FC236}">
                <a16:creationId xmlns:a16="http://schemas.microsoft.com/office/drawing/2014/main" id="{D9AE5F78-DA89-2348-BE2F-BE1B33572AF5}"/>
              </a:ext>
            </a:extLst>
          </p:cNvPr>
          <p:cNvGrpSpPr/>
          <p:nvPr userDrawn="1"/>
        </p:nvGrpSpPr>
        <p:grpSpPr>
          <a:xfrm>
            <a:off x="-4" y="5396165"/>
            <a:ext cx="12192002" cy="1461836"/>
            <a:chOff x="0" y="2863638"/>
            <a:chExt cx="12192000" cy="1046183"/>
          </a:xfrm>
        </p:grpSpPr>
        <p:sp>
          <p:nvSpPr>
            <p:cNvPr id="22" name="Freeform: Shape 20">
              <a:extLst>
                <a:ext uri="{FF2B5EF4-FFF2-40B4-BE49-F238E27FC236}">
                  <a16:creationId xmlns:a16="http://schemas.microsoft.com/office/drawing/2014/main" id="{40B27710-08E9-E344-A844-48E9E8AEFA40}"/>
                </a:ext>
              </a:extLst>
            </p:cNvPr>
            <p:cNvSpPr/>
            <p:nvPr/>
          </p:nvSpPr>
          <p:spPr>
            <a:xfrm>
              <a:off x="0" y="2863638"/>
              <a:ext cx="12192000" cy="1038436"/>
            </a:xfrm>
            <a:custGeom>
              <a:avLst/>
              <a:gdLst>
                <a:gd name="connsiteX0" fmla="*/ 12192000 w 12192000"/>
                <a:gd name="connsiteY0" fmla="*/ 420610 h 825486"/>
                <a:gd name="connsiteX1" fmla="*/ 6331839 w 12192000"/>
                <a:gd name="connsiteY1" fmla="*/ 158736 h 825486"/>
                <a:gd name="connsiteX2" fmla="*/ 3962718 w 12192000"/>
                <a:gd name="connsiteY2" fmla="*/ 2209 h 825486"/>
                <a:gd name="connsiteX3" fmla="*/ 1212850 w 12192000"/>
                <a:gd name="connsiteY3" fmla="*/ 109270 h 825486"/>
                <a:gd name="connsiteX4" fmla="*/ 0 w 12192000"/>
                <a:gd name="connsiteY4" fmla="*/ 190296 h 825486"/>
                <a:gd name="connsiteX5" fmla="*/ 0 w 12192000"/>
                <a:gd name="connsiteY5" fmla="*/ 825486 h 825486"/>
                <a:gd name="connsiteX6" fmla="*/ 12192000 w 12192000"/>
                <a:gd name="connsiteY6" fmla="*/ 825486 h 825486"/>
                <a:gd name="connsiteX7" fmla="*/ 12192000 w 12192000"/>
                <a:gd name="connsiteY7" fmla="*/ 420610 h 8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825486">
                  <a:moveTo>
                    <a:pt x="12192000" y="420610"/>
                  </a:moveTo>
                  <a:cubicBezTo>
                    <a:pt x="10241026" y="555865"/>
                    <a:pt x="8255382" y="341934"/>
                    <a:pt x="6331839" y="158736"/>
                  </a:cubicBezTo>
                  <a:cubicBezTo>
                    <a:pt x="5552948" y="84632"/>
                    <a:pt x="4765104" y="14909"/>
                    <a:pt x="3962718" y="2209"/>
                  </a:cubicBezTo>
                  <a:cubicBezTo>
                    <a:pt x="3040190" y="-12460"/>
                    <a:pt x="2122234" y="48500"/>
                    <a:pt x="1212850" y="109270"/>
                  </a:cubicBezTo>
                  <a:cubicBezTo>
                    <a:pt x="808546" y="136257"/>
                    <a:pt x="404241" y="163245"/>
                    <a:pt x="0" y="190296"/>
                  </a:cubicBezTo>
                  <a:lnTo>
                    <a:pt x="0" y="825486"/>
                  </a:lnTo>
                  <a:lnTo>
                    <a:pt x="12192000" y="825486"/>
                  </a:lnTo>
                  <a:lnTo>
                    <a:pt x="12192000" y="420610"/>
                  </a:lnTo>
                  <a:close/>
                </a:path>
              </a:pathLst>
            </a:custGeom>
            <a:solidFill>
              <a:schemeClr val="accent2"/>
            </a:solidFill>
            <a:ln w="6350" cap="flat">
              <a:noFill/>
              <a:prstDash val="solid"/>
              <a:miter/>
            </a:ln>
          </p:spPr>
          <p:txBody>
            <a:bodyPr rtlCol="0" anchor="ctr"/>
            <a:lstStyle/>
            <a:p>
              <a:endParaRPr lang="en-US" sz="1600" b="0" i="0">
                <a:latin typeface="Tenorite" pitchFamily="2" charset="0"/>
                <a:ea typeface="Verdana" panose="020B0604030504040204" pitchFamily="34" charset="0"/>
                <a:cs typeface="Verdana" panose="020B0604030504040204" pitchFamily="34" charset="0"/>
              </a:endParaRPr>
            </a:p>
          </p:txBody>
        </p:sp>
        <p:sp>
          <p:nvSpPr>
            <p:cNvPr id="24" name="Freeform: Shape 21">
              <a:extLst>
                <a:ext uri="{FF2B5EF4-FFF2-40B4-BE49-F238E27FC236}">
                  <a16:creationId xmlns:a16="http://schemas.microsoft.com/office/drawing/2014/main" id="{6DC97309-8791-824E-BA07-F9CEDFF9F416}"/>
                </a:ext>
              </a:extLst>
            </p:cNvPr>
            <p:cNvSpPr/>
            <p:nvPr/>
          </p:nvSpPr>
          <p:spPr>
            <a:xfrm>
              <a:off x="0" y="3154668"/>
              <a:ext cx="12192000" cy="755153"/>
            </a:xfrm>
            <a:custGeom>
              <a:avLst/>
              <a:gdLst>
                <a:gd name="connsiteX0" fmla="*/ 12176569 w 12192000"/>
                <a:gd name="connsiteY0" fmla="*/ 960256 h 960255"/>
                <a:gd name="connsiteX1" fmla="*/ 0 w 12192000"/>
                <a:gd name="connsiteY1" fmla="*/ 960256 h 960255"/>
                <a:gd name="connsiteX2" fmla="*/ 0 w 12192000"/>
                <a:gd name="connsiteY2" fmla="*/ 6613 h 960255"/>
                <a:gd name="connsiteX3" fmla="*/ 9130538 w 12192000"/>
                <a:gd name="connsiteY3" fmla="*/ 528900 h 960255"/>
                <a:gd name="connsiteX4" fmla="*/ 12192000 w 12192000"/>
                <a:gd name="connsiteY4" fmla="*/ 218957 h 960255"/>
                <a:gd name="connsiteX5" fmla="*/ 12176569 w 12192000"/>
                <a:gd name="connsiteY5" fmla="*/ 960256 h 96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960255">
                  <a:moveTo>
                    <a:pt x="12176569" y="960256"/>
                  </a:moveTo>
                  <a:lnTo>
                    <a:pt x="0" y="960256"/>
                  </a:lnTo>
                  <a:lnTo>
                    <a:pt x="0" y="6613"/>
                  </a:lnTo>
                  <a:cubicBezTo>
                    <a:pt x="3069336" y="-74540"/>
                    <a:pt x="6062345" y="619769"/>
                    <a:pt x="9130538" y="528900"/>
                  </a:cubicBezTo>
                  <a:cubicBezTo>
                    <a:pt x="10173780" y="497976"/>
                    <a:pt x="11198161" y="376310"/>
                    <a:pt x="12192000" y="218957"/>
                  </a:cubicBezTo>
                  <a:lnTo>
                    <a:pt x="12176569" y="960256"/>
                  </a:lnTo>
                  <a:close/>
                </a:path>
              </a:pathLst>
            </a:custGeom>
            <a:solidFill>
              <a:srgbClr val="EA5F84">
                <a:alpha val="74000"/>
              </a:srgbClr>
            </a:solidFill>
            <a:ln w="6350" cap="flat">
              <a:noFill/>
              <a:prstDash val="solid"/>
              <a:miter/>
            </a:ln>
          </p:spPr>
          <p:txBody>
            <a:bodyPr rtlCol="0" anchor="ctr"/>
            <a:lstStyle/>
            <a:p>
              <a:endParaRPr lang="en-US" sz="1600" b="0" i="0">
                <a:latin typeface="Tenorite" pitchFamily="2" charset="0"/>
                <a:ea typeface="Verdana" panose="020B0604030504040204" pitchFamily="34" charset="0"/>
                <a:cs typeface="Verdana" panose="020B0604030504040204" pitchFamily="34" charset="0"/>
              </a:endParaRPr>
            </a:p>
          </p:txBody>
        </p:sp>
        <p:sp>
          <p:nvSpPr>
            <p:cNvPr id="25" name="Freeform: Shape 22">
              <a:extLst>
                <a:ext uri="{FF2B5EF4-FFF2-40B4-BE49-F238E27FC236}">
                  <a16:creationId xmlns:a16="http://schemas.microsoft.com/office/drawing/2014/main" id="{48494C52-9A2F-274C-990C-8FCF6FF77909}"/>
                </a:ext>
              </a:extLst>
            </p:cNvPr>
            <p:cNvSpPr/>
            <p:nvPr/>
          </p:nvSpPr>
          <p:spPr>
            <a:xfrm>
              <a:off x="1692348" y="3036928"/>
              <a:ext cx="10499652" cy="865145"/>
            </a:xfrm>
            <a:custGeom>
              <a:avLst/>
              <a:gdLst>
                <a:gd name="connsiteX0" fmla="*/ 0 w 4762500"/>
                <a:gd name="connsiteY0" fmla="*/ 723908 h 723908"/>
                <a:gd name="connsiteX1" fmla="*/ 3109214 w 4762500"/>
                <a:gd name="connsiteY1" fmla="*/ 1723 h 723908"/>
                <a:gd name="connsiteX2" fmla="*/ 4762500 w 4762500"/>
                <a:gd name="connsiteY2" fmla="*/ 88845 h 723908"/>
                <a:gd name="connsiteX3" fmla="*/ 4762500 w 4762500"/>
                <a:gd name="connsiteY3" fmla="*/ 723908 h 723908"/>
                <a:gd name="connsiteX4" fmla="*/ 0 w 4762500"/>
                <a:gd name="connsiteY4" fmla="*/ 723908 h 723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00" h="723908">
                  <a:moveTo>
                    <a:pt x="0" y="723908"/>
                  </a:moveTo>
                  <a:cubicBezTo>
                    <a:pt x="898081" y="279535"/>
                    <a:pt x="1997329" y="24202"/>
                    <a:pt x="3109214" y="1723"/>
                  </a:cubicBezTo>
                  <a:cubicBezTo>
                    <a:pt x="3662426" y="-9453"/>
                    <a:pt x="4214686" y="35378"/>
                    <a:pt x="4762500" y="88845"/>
                  </a:cubicBezTo>
                  <a:lnTo>
                    <a:pt x="4762500" y="723908"/>
                  </a:lnTo>
                  <a:lnTo>
                    <a:pt x="0" y="723908"/>
                  </a:lnTo>
                  <a:close/>
                </a:path>
              </a:pathLst>
            </a:custGeom>
            <a:solidFill>
              <a:srgbClr val="EA5F84">
                <a:alpha val="60000"/>
              </a:srgbClr>
            </a:solidFill>
            <a:ln w="6350" cap="flat">
              <a:noFill/>
              <a:prstDash val="solid"/>
              <a:miter/>
            </a:ln>
          </p:spPr>
          <p:txBody>
            <a:bodyPr rtlCol="0" anchor="ctr"/>
            <a:lstStyle/>
            <a:p>
              <a:endParaRPr lang="en-US" sz="1600" b="0" i="0">
                <a:latin typeface="Tenorite" pitchFamily="2" charset="0"/>
                <a:ea typeface="Verdana" panose="020B0604030504040204" pitchFamily="34" charset="0"/>
                <a:cs typeface="Verdana" panose="020B0604030504040204" pitchFamily="34" charset="0"/>
              </a:endParaRPr>
            </a:p>
          </p:txBody>
        </p:sp>
      </p:grpSp>
      <p:grpSp>
        <p:nvGrpSpPr>
          <p:cNvPr id="105" name="Group 104">
            <a:extLst>
              <a:ext uri="{FF2B5EF4-FFF2-40B4-BE49-F238E27FC236}">
                <a16:creationId xmlns:a16="http://schemas.microsoft.com/office/drawing/2014/main" id="{46807ADB-0FC3-DF46-8FE3-B6505AA983FC}"/>
              </a:ext>
            </a:extLst>
          </p:cNvPr>
          <p:cNvGrpSpPr/>
          <p:nvPr userDrawn="1"/>
        </p:nvGrpSpPr>
        <p:grpSpPr>
          <a:xfrm>
            <a:off x="380999" y="311884"/>
            <a:ext cx="1494599" cy="401785"/>
            <a:chOff x="380999" y="311884"/>
            <a:chExt cx="1494599" cy="401785"/>
          </a:xfrm>
        </p:grpSpPr>
        <p:grpSp>
          <p:nvGrpSpPr>
            <p:cNvPr id="106" name="Group 105">
              <a:extLst>
                <a:ext uri="{FF2B5EF4-FFF2-40B4-BE49-F238E27FC236}">
                  <a16:creationId xmlns:a16="http://schemas.microsoft.com/office/drawing/2014/main" id="{EB4DC71A-4B8E-DB4C-B3B4-D6CD0C3CB5F9}"/>
                </a:ext>
              </a:extLst>
            </p:cNvPr>
            <p:cNvGrpSpPr/>
            <p:nvPr userDrawn="1"/>
          </p:nvGrpSpPr>
          <p:grpSpPr>
            <a:xfrm>
              <a:off x="380999" y="311884"/>
              <a:ext cx="771453" cy="268898"/>
              <a:chOff x="380999" y="311884"/>
              <a:chExt cx="771453" cy="268898"/>
            </a:xfrm>
          </p:grpSpPr>
          <p:sp>
            <p:nvSpPr>
              <p:cNvPr id="108" name="Freeform 107">
                <a:extLst>
                  <a:ext uri="{FF2B5EF4-FFF2-40B4-BE49-F238E27FC236}">
                    <a16:creationId xmlns:a16="http://schemas.microsoft.com/office/drawing/2014/main" id="{D09678DD-387D-DF49-8B2B-316B4FFC5DB8}"/>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109" name="Freeform 108">
                <a:extLst>
                  <a:ext uri="{FF2B5EF4-FFF2-40B4-BE49-F238E27FC236}">
                    <a16:creationId xmlns:a16="http://schemas.microsoft.com/office/drawing/2014/main" id="{5669CD8E-8726-654C-8D8C-DA3E48F2CA80}"/>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110" name="Freeform 109">
                <a:extLst>
                  <a:ext uri="{FF2B5EF4-FFF2-40B4-BE49-F238E27FC236}">
                    <a16:creationId xmlns:a16="http://schemas.microsoft.com/office/drawing/2014/main" id="{FB0A3622-E4E0-664E-82D4-C837D96996DB}"/>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111" name="Freeform 110">
                <a:extLst>
                  <a:ext uri="{FF2B5EF4-FFF2-40B4-BE49-F238E27FC236}">
                    <a16:creationId xmlns:a16="http://schemas.microsoft.com/office/drawing/2014/main" id="{E68B3EDD-EA30-B941-B0AC-87A16341EEFC}"/>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112" name="Freeform 111">
                <a:extLst>
                  <a:ext uri="{FF2B5EF4-FFF2-40B4-BE49-F238E27FC236}">
                    <a16:creationId xmlns:a16="http://schemas.microsoft.com/office/drawing/2014/main" id="{CD4E2BCA-F09F-9449-895C-B1254C20DAA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113" name="Freeform 112">
                <a:extLst>
                  <a:ext uri="{FF2B5EF4-FFF2-40B4-BE49-F238E27FC236}">
                    <a16:creationId xmlns:a16="http://schemas.microsoft.com/office/drawing/2014/main" id="{FE8B2FD1-25BD-9F4F-A1F5-E3DDFCFB755A}"/>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grpSp>
        <p:pic>
          <p:nvPicPr>
            <p:cNvPr id="107" name="Picture 106">
              <a:extLst>
                <a:ext uri="{FF2B5EF4-FFF2-40B4-BE49-F238E27FC236}">
                  <a16:creationId xmlns:a16="http://schemas.microsoft.com/office/drawing/2014/main" id="{8E8FF995-2101-EC45-8FA7-595862B540D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35479" y="623829"/>
              <a:ext cx="1140119" cy="89840"/>
            </a:xfrm>
            <a:prstGeom prst="rect">
              <a:avLst/>
            </a:prstGeom>
          </p:spPr>
        </p:pic>
      </p:grpSp>
      <p:sp>
        <p:nvSpPr>
          <p:cNvPr id="2" name="Title 1">
            <a:extLst>
              <a:ext uri="{FF2B5EF4-FFF2-40B4-BE49-F238E27FC236}">
                <a16:creationId xmlns:a16="http://schemas.microsoft.com/office/drawing/2014/main" id="{4F570170-7B18-11BD-0FDE-E6A094524D6F}"/>
              </a:ext>
            </a:extLst>
          </p:cNvPr>
          <p:cNvSpPr>
            <a:spLocks noGrp="1"/>
          </p:cNvSpPr>
          <p:nvPr>
            <p:ph type="title" hasCustomPrompt="1"/>
          </p:nvPr>
        </p:nvSpPr>
        <p:spPr>
          <a:xfrm>
            <a:off x="777817" y="1277738"/>
            <a:ext cx="11033183" cy="1994940"/>
          </a:xfrm>
          <a:prstGeom prst="rect">
            <a:avLst/>
          </a:prstGeom>
          <a:noFill/>
        </p:spPr>
        <p:txBody>
          <a:bodyPr lIns="0" tIns="0" rIns="0" bIns="0" anchor="b">
            <a:normAutofit/>
          </a:bodyPr>
          <a:lstStyle>
            <a:lvl1pPr>
              <a:lnSpc>
                <a:spcPts val="5260"/>
              </a:lnSpc>
              <a:defRPr sz="5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3" name="Content Placeholder 2">
            <a:extLst>
              <a:ext uri="{FF2B5EF4-FFF2-40B4-BE49-F238E27FC236}">
                <a16:creationId xmlns:a16="http://schemas.microsoft.com/office/drawing/2014/main" id="{AEC70A0C-F725-CDF8-7AEA-61A3064141B9}"/>
              </a:ext>
            </a:extLst>
          </p:cNvPr>
          <p:cNvSpPr>
            <a:spLocks noGrp="1"/>
          </p:cNvSpPr>
          <p:nvPr>
            <p:ph idx="1" hasCustomPrompt="1"/>
          </p:nvPr>
        </p:nvSpPr>
        <p:spPr>
          <a:xfrm>
            <a:off x="777817" y="3429000"/>
            <a:ext cx="11033183" cy="785769"/>
          </a:xfrm>
          <a:prstGeom prst="rect">
            <a:avLst/>
          </a:prstGeom>
          <a:noFill/>
        </p:spPr>
        <p:txBody>
          <a:bodyPr lIns="10800" tIns="0" rIns="0"/>
          <a:lstStyle>
            <a:lvl1pPr>
              <a:lnSpc>
                <a:spcPts val="2680"/>
              </a:lnSpc>
              <a:spcBef>
                <a:spcPts val="800"/>
              </a:spcBef>
              <a:spcAft>
                <a:spcPts val="200"/>
              </a:spcAft>
              <a:buClrTx/>
              <a:defRPr sz="2400" b="0" i="0">
                <a:solidFill>
                  <a:schemeClr val="accent1"/>
                </a:solidFill>
                <a:latin typeface="Tenorite" pitchFamily="2" charset="0"/>
                <a:ea typeface="Verdana" panose="020B0604030504040204" pitchFamily="34" charset="0"/>
                <a:cs typeface="Tenorite" panose="00000500000000000000" pitchFamily="2" charset="0"/>
              </a:defRPr>
            </a:lvl1pPr>
            <a:lvl2pPr marL="344488" indent="-152400">
              <a:lnSpc>
                <a:spcPct val="100000"/>
              </a:lnSpc>
              <a:spcBef>
                <a:spcPts val="600"/>
              </a:spcBef>
              <a:spcAft>
                <a:spcPts val="600"/>
              </a:spcAft>
              <a:buClrTx/>
              <a:buFont typeface="Arial" panose="020B0604020202020204" pitchFamily="34" charset="0"/>
              <a:buChar char="•"/>
              <a:tabLst/>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628650" indent="-157163">
              <a:lnSpc>
                <a:spcPct val="100000"/>
              </a:lnSpc>
              <a:spcBef>
                <a:spcPts val="600"/>
              </a:spcBef>
              <a:spcAft>
                <a:spcPts val="200"/>
              </a:spcAft>
              <a:buClrTx/>
              <a:buFont typeface="Arial" panose="020B0604020202020204" pitchFamily="34" charset="0"/>
              <a:buChar char="•"/>
              <a:tabLst/>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914400" indent="-173038">
              <a:lnSpc>
                <a:spcPct val="100000"/>
              </a:lnSpc>
              <a:spcBef>
                <a:spcPts val="600"/>
              </a:spcBef>
              <a:spcAft>
                <a:spcPts val="200"/>
              </a:spcAft>
              <a:buClrTx/>
              <a:defRPr sz="1400" b="1">
                <a:solidFill>
                  <a:schemeClr val="accent1"/>
                </a:solidFill>
                <a:latin typeface="Verdana" panose="020B0604030504040204" pitchFamily="34" charset="0"/>
                <a:ea typeface="Verdana" panose="020B0604030504040204" pitchFamily="34" charset="0"/>
                <a:cs typeface="Verdana" panose="020B0604030504040204" pitchFamily="34" charset="0"/>
              </a:defRPr>
            </a:lvl4pPr>
            <a:lvl5pPr marL="1188720" indent="-173038">
              <a:lnSpc>
                <a:spcPct val="100000"/>
              </a:lnSpc>
              <a:spcBef>
                <a:spcPts val="800"/>
              </a:spcBef>
              <a:spcAft>
                <a:spcPts val="200"/>
              </a:spcAft>
              <a:buClrTx/>
              <a:defRPr sz="1200" b="1">
                <a:solidFill>
                  <a:schemeClr val="accent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sub-header</a:t>
            </a:r>
          </a:p>
        </p:txBody>
      </p:sp>
      <p:sp>
        <p:nvSpPr>
          <p:cNvPr id="4" name="Text Placeholder 3">
            <a:extLst>
              <a:ext uri="{FF2B5EF4-FFF2-40B4-BE49-F238E27FC236}">
                <a16:creationId xmlns:a16="http://schemas.microsoft.com/office/drawing/2014/main" id="{03DA3250-48BA-1A25-603F-8C2C9A7000C2}"/>
              </a:ext>
            </a:extLst>
          </p:cNvPr>
          <p:cNvSpPr>
            <a:spLocks noGrp="1"/>
          </p:cNvSpPr>
          <p:nvPr>
            <p:ph type="body" sz="quarter" idx="10" hasCustomPrompt="1"/>
          </p:nvPr>
        </p:nvSpPr>
        <p:spPr>
          <a:xfrm>
            <a:off x="6764139" y="4306311"/>
            <a:ext cx="5046862" cy="1208871"/>
          </a:xfrm>
          <a:prstGeom prst="rect">
            <a:avLst/>
          </a:prstGeom>
        </p:spPr>
        <p:txBody>
          <a:bodyPr rIns="0" bIns="0" anchor="b"/>
          <a:lstStyle>
            <a:lvl1pPr marL="0" indent="0" algn="r">
              <a:spcBef>
                <a:spcPts val="600"/>
              </a:spcBef>
              <a:buNone/>
              <a:defRPr sz="16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Tree>
    <p:extLst>
      <p:ext uri="{BB962C8B-B14F-4D97-AF65-F5344CB8AC3E}">
        <p14:creationId xmlns:p14="http://schemas.microsoft.com/office/powerpoint/2010/main" val="3085815709"/>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ver 5">
    <p:bg>
      <p:bgPr>
        <a:solidFill>
          <a:schemeClr val="accent1"/>
        </a:solidFill>
        <a:effectLst/>
      </p:bgPr>
    </p:bg>
    <p:spTree>
      <p:nvGrpSpPr>
        <p:cNvPr id="1" name=""/>
        <p:cNvGrpSpPr/>
        <p:nvPr/>
      </p:nvGrpSpPr>
      <p:grpSpPr>
        <a:xfrm>
          <a:off x="0" y="0"/>
          <a:ext cx="0" cy="0"/>
          <a:chOff x="0" y="0"/>
          <a:chExt cx="0" cy="0"/>
        </a:xfrm>
      </p:grpSpPr>
      <p:grpSp>
        <p:nvGrpSpPr>
          <p:cNvPr id="21" name="Graphic 1">
            <a:extLst>
              <a:ext uri="{FF2B5EF4-FFF2-40B4-BE49-F238E27FC236}">
                <a16:creationId xmlns:a16="http://schemas.microsoft.com/office/drawing/2014/main" id="{54D19E68-1496-6F4C-9CC4-4510E0C91B51}"/>
              </a:ext>
            </a:extLst>
          </p:cNvPr>
          <p:cNvGrpSpPr/>
          <p:nvPr userDrawn="1"/>
        </p:nvGrpSpPr>
        <p:grpSpPr>
          <a:xfrm>
            <a:off x="-4" y="5396165"/>
            <a:ext cx="12192002" cy="1461836"/>
            <a:chOff x="0" y="2863638"/>
            <a:chExt cx="12192000" cy="1046183"/>
          </a:xfrm>
        </p:grpSpPr>
        <p:sp>
          <p:nvSpPr>
            <p:cNvPr id="22" name="Freeform: Shape 20">
              <a:extLst>
                <a:ext uri="{FF2B5EF4-FFF2-40B4-BE49-F238E27FC236}">
                  <a16:creationId xmlns:a16="http://schemas.microsoft.com/office/drawing/2014/main" id="{17390E1A-FD13-9D4F-9B2A-F39FDF5A22E3}"/>
                </a:ext>
              </a:extLst>
            </p:cNvPr>
            <p:cNvSpPr/>
            <p:nvPr/>
          </p:nvSpPr>
          <p:spPr>
            <a:xfrm>
              <a:off x="0" y="2863638"/>
              <a:ext cx="12192000" cy="1038436"/>
            </a:xfrm>
            <a:custGeom>
              <a:avLst/>
              <a:gdLst>
                <a:gd name="connsiteX0" fmla="*/ 12192000 w 12192000"/>
                <a:gd name="connsiteY0" fmla="*/ 420610 h 825486"/>
                <a:gd name="connsiteX1" fmla="*/ 6331839 w 12192000"/>
                <a:gd name="connsiteY1" fmla="*/ 158736 h 825486"/>
                <a:gd name="connsiteX2" fmla="*/ 3962718 w 12192000"/>
                <a:gd name="connsiteY2" fmla="*/ 2209 h 825486"/>
                <a:gd name="connsiteX3" fmla="*/ 1212850 w 12192000"/>
                <a:gd name="connsiteY3" fmla="*/ 109270 h 825486"/>
                <a:gd name="connsiteX4" fmla="*/ 0 w 12192000"/>
                <a:gd name="connsiteY4" fmla="*/ 190296 h 825486"/>
                <a:gd name="connsiteX5" fmla="*/ 0 w 12192000"/>
                <a:gd name="connsiteY5" fmla="*/ 825486 h 825486"/>
                <a:gd name="connsiteX6" fmla="*/ 12192000 w 12192000"/>
                <a:gd name="connsiteY6" fmla="*/ 825486 h 825486"/>
                <a:gd name="connsiteX7" fmla="*/ 12192000 w 12192000"/>
                <a:gd name="connsiteY7" fmla="*/ 420610 h 8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825486">
                  <a:moveTo>
                    <a:pt x="12192000" y="420610"/>
                  </a:moveTo>
                  <a:cubicBezTo>
                    <a:pt x="10241026" y="555865"/>
                    <a:pt x="8255382" y="341934"/>
                    <a:pt x="6331839" y="158736"/>
                  </a:cubicBezTo>
                  <a:cubicBezTo>
                    <a:pt x="5552948" y="84632"/>
                    <a:pt x="4765104" y="14909"/>
                    <a:pt x="3962718" y="2209"/>
                  </a:cubicBezTo>
                  <a:cubicBezTo>
                    <a:pt x="3040190" y="-12460"/>
                    <a:pt x="2122234" y="48500"/>
                    <a:pt x="1212850" y="109270"/>
                  </a:cubicBezTo>
                  <a:cubicBezTo>
                    <a:pt x="808546" y="136257"/>
                    <a:pt x="404241" y="163245"/>
                    <a:pt x="0" y="190296"/>
                  </a:cubicBezTo>
                  <a:lnTo>
                    <a:pt x="0" y="825486"/>
                  </a:lnTo>
                  <a:lnTo>
                    <a:pt x="12192000" y="825486"/>
                  </a:lnTo>
                  <a:lnTo>
                    <a:pt x="12192000" y="420610"/>
                  </a:lnTo>
                  <a:close/>
                </a:path>
              </a:pathLst>
            </a:custGeom>
            <a:solidFill>
              <a:schemeClr val="accent3"/>
            </a:solidFill>
            <a:ln w="6350" cap="flat">
              <a:noFill/>
              <a:prstDash val="solid"/>
              <a:miter/>
            </a:ln>
          </p:spPr>
          <p:txBody>
            <a:bodyPr rtlCol="0" anchor="ctr"/>
            <a:lstStyle/>
            <a:p>
              <a:endParaRPr lang="en-US" sz="1600" b="0" i="0">
                <a:solidFill>
                  <a:schemeClr val="bg1"/>
                </a:solidFill>
                <a:latin typeface="Tenorite" pitchFamily="2" charset="0"/>
                <a:ea typeface="Verdana" panose="020B0604030504040204" pitchFamily="34" charset="0"/>
                <a:cs typeface="Verdana" panose="020B0604030504040204" pitchFamily="34" charset="0"/>
              </a:endParaRPr>
            </a:p>
          </p:txBody>
        </p:sp>
        <p:sp>
          <p:nvSpPr>
            <p:cNvPr id="23" name="Freeform: Shape 21">
              <a:extLst>
                <a:ext uri="{FF2B5EF4-FFF2-40B4-BE49-F238E27FC236}">
                  <a16:creationId xmlns:a16="http://schemas.microsoft.com/office/drawing/2014/main" id="{A5F75893-40D7-0442-A29F-27155D6F1655}"/>
                </a:ext>
              </a:extLst>
            </p:cNvPr>
            <p:cNvSpPr/>
            <p:nvPr/>
          </p:nvSpPr>
          <p:spPr>
            <a:xfrm>
              <a:off x="0" y="3154668"/>
              <a:ext cx="12192000" cy="755153"/>
            </a:xfrm>
            <a:custGeom>
              <a:avLst/>
              <a:gdLst>
                <a:gd name="connsiteX0" fmla="*/ 12176569 w 12192000"/>
                <a:gd name="connsiteY0" fmla="*/ 960256 h 960255"/>
                <a:gd name="connsiteX1" fmla="*/ 0 w 12192000"/>
                <a:gd name="connsiteY1" fmla="*/ 960256 h 960255"/>
                <a:gd name="connsiteX2" fmla="*/ 0 w 12192000"/>
                <a:gd name="connsiteY2" fmla="*/ 6613 h 960255"/>
                <a:gd name="connsiteX3" fmla="*/ 9130538 w 12192000"/>
                <a:gd name="connsiteY3" fmla="*/ 528900 h 960255"/>
                <a:gd name="connsiteX4" fmla="*/ 12192000 w 12192000"/>
                <a:gd name="connsiteY4" fmla="*/ 218957 h 960255"/>
                <a:gd name="connsiteX5" fmla="*/ 12176569 w 12192000"/>
                <a:gd name="connsiteY5" fmla="*/ 960256 h 96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960255">
                  <a:moveTo>
                    <a:pt x="12176569" y="960256"/>
                  </a:moveTo>
                  <a:lnTo>
                    <a:pt x="0" y="960256"/>
                  </a:lnTo>
                  <a:lnTo>
                    <a:pt x="0" y="6613"/>
                  </a:lnTo>
                  <a:cubicBezTo>
                    <a:pt x="3069336" y="-74540"/>
                    <a:pt x="6062345" y="619769"/>
                    <a:pt x="9130538" y="528900"/>
                  </a:cubicBezTo>
                  <a:cubicBezTo>
                    <a:pt x="10173780" y="497976"/>
                    <a:pt x="11198161" y="376310"/>
                    <a:pt x="12192000" y="218957"/>
                  </a:cubicBezTo>
                  <a:lnTo>
                    <a:pt x="12176569" y="960256"/>
                  </a:lnTo>
                  <a:close/>
                </a:path>
              </a:pathLst>
            </a:custGeom>
            <a:solidFill>
              <a:srgbClr val="0DB4AB">
                <a:alpha val="74000"/>
              </a:srgbClr>
            </a:solidFill>
            <a:ln w="6350" cap="flat">
              <a:noFill/>
              <a:prstDash val="solid"/>
              <a:miter/>
            </a:ln>
          </p:spPr>
          <p:txBody>
            <a:bodyPr rtlCol="0" anchor="ctr"/>
            <a:lstStyle/>
            <a:p>
              <a:endParaRPr lang="en-US" sz="1600" b="0" i="0">
                <a:solidFill>
                  <a:schemeClr val="bg1"/>
                </a:solidFill>
                <a:latin typeface="Tenorite" pitchFamily="2" charset="0"/>
                <a:ea typeface="Verdana" panose="020B0604030504040204" pitchFamily="34" charset="0"/>
                <a:cs typeface="Verdana" panose="020B0604030504040204" pitchFamily="34" charset="0"/>
              </a:endParaRPr>
            </a:p>
          </p:txBody>
        </p:sp>
        <p:sp>
          <p:nvSpPr>
            <p:cNvPr id="24" name="Freeform: Shape 22">
              <a:extLst>
                <a:ext uri="{FF2B5EF4-FFF2-40B4-BE49-F238E27FC236}">
                  <a16:creationId xmlns:a16="http://schemas.microsoft.com/office/drawing/2014/main" id="{18E892FC-8FB7-A74A-B4A1-B8EB7F770CF8}"/>
                </a:ext>
              </a:extLst>
            </p:cNvPr>
            <p:cNvSpPr/>
            <p:nvPr/>
          </p:nvSpPr>
          <p:spPr>
            <a:xfrm>
              <a:off x="1692348" y="3036928"/>
              <a:ext cx="10499652" cy="865145"/>
            </a:xfrm>
            <a:custGeom>
              <a:avLst/>
              <a:gdLst>
                <a:gd name="connsiteX0" fmla="*/ 0 w 4762500"/>
                <a:gd name="connsiteY0" fmla="*/ 723908 h 723908"/>
                <a:gd name="connsiteX1" fmla="*/ 3109214 w 4762500"/>
                <a:gd name="connsiteY1" fmla="*/ 1723 h 723908"/>
                <a:gd name="connsiteX2" fmla="*/ 4762500 w 4762500"/>
                <a:gd name="connsiteY2" fmla="*/ 88845 h 723908"/>
                <a:gd name="connsiteX3" fmla="*/ 4762500 w 4762500"/>
                <a:gd name="connsiteY3" fmla="*/ 723908 h 723908"/>
                <a:gd name="connsiteX4" fmla="*/ 0 w 4762500"/>
                <a:gd name="connsiteY4" fmla="*/ 723908 h 723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00" h="723908">
                  <a:moveTo>
                    <a:pt x="0" y="723908"/>
                  </a:moveTo>
                  <a:cubicBezTo>
                    <a:pt x="898081" y="279535"/>
                    <a:pt x="1997329" y="24202"/>
                    <a:pt x="3109214" y="1723"/>
                  </a:cubicBezTo>
                  <a:cubicBezTo>
                    <a:pt x="3662426" y="-9453"/>
                    <a:pt x="4214686" y="35378"/>
                    <a:pt x="4762500" y="88845"/>
                  </a:cubicBezTo>
                  <a:lnTo>
                    <a:pt x="4762500" y="723908"/>
                  </a:lnTo>
                  <a:lnTo>
                    <a:pt x="0" y="723908"/>
                  </a:lnTo>
                  <a:close/>
                </a:path>
              </a:pathLst>
            </a:custGeom>
            <a:solidFill>
              <a:srgbClr val="0DB4AB">
                <a:alpha val="60000"/>
              </a:srgbClr>
            </a:solidFill>
            <a:ln w="6350" cap="flat">
              <a:noFill/>
              <a:prstDash val="solid"/>
              <a:miter/>
            </a:ln>
          </p:spPr>
          <p:txBody>
            <a:bodyPr rtlCol="0" anchor="ctr"/>
            <a:lstStyle/>
            <a:p>
              <a:endParaRPr lang="en-US" sz="1600" b="0" i="0">
                <a:solidFill>
                  <a:schemeClr val="bg1"/>
                </a:solidFill>
                <a:latin typeface="Tenorite" pitchFamily="2" charset="0"/>
                <a:ea typeface="Verdana" panose="020B0604030504040204" pitchFamily="34" charset="0"/>
                <a:cs typeface="Verdana" panose="020B0604030504040204" pitchFamily="34" charset="0"/>
              </a:endParaRPr>
            </a:p>
          </p:txBody>
        </p:sp>
      </p:grpSp>
      <p:sp>
        <p:nvSpPr>
          <p:cNvPr id="44" name="Text Placeholder 3">
            <a:extLst>
              <a:ext uri="{FF2B5EF4-FFF2-40B4-BE49-F238E27FC236}">
                <a16:creationId xmlns:a16="http://schemas.microsoft.com/office/drawing/2014/main" id="{B6857D36-0B84-DD40-934F-324171E3CD63}"/>
              </a:ext>
            </a:extLst>
          </p:cNvPr>
          <p:cNvSpPr>
            <a:spLocks noGrp="1"/>
          </p:cNvSpPr>
          <p:nvPr>
            <p:ph type="body" sz="quarter" idx="10" hasCustomPrompt="1"/>
          </p:nvPr>
        </p:nvSpPr>
        <p:spPr>
          <a:xfrm>
            <a:off x="6764139" y="4306311"/>
            <a:ext cx="5046862" cy="1208871"/>
          </a:xfrm>
          <a:prstGeom prst="rect">
            <a:avLst/>
          </a:prstGeom>
        </p:spPr>
        <p:txBody>
          <a:bodyPr rIns="0" bIns="0" anchor="b"/>
          <a:lstStyle>
            <a:lvl1pPr marL="0" indent="0" algn="r">
              <a:spcBef>
                <a:spcPts val="600"/>
              </a:spcBef>
              <a:buNone/>
              <a:defRPr sz="1600" b="0" i="0">
                <a:solidFill>
                  <a:schemeClr val="bg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
        <p:nvSpPr>
          <p:cNvPr id="19" name="Title 1">
            <a:extLst>
              <a:ext uri="{FF2B5EF4-FFF2-40B4-BE49-F238E27FC236}">
                <a16:creationId xmlns:a16="http://schemas.microsoft.com/office/drawing/2014/main" id="{8A496C34-024B-4C4D-8B29-BD16E1807734}"/>
              </a:ext>
            </a:extLst>
          </p:cNvPr>
          <p:cNvSpPr>
            <a:spLocks noGrp="1"/>
          </p:cNvSpPr>
          <p:nvPr>
            <p:ph type="title" hasCustomPrompt="1"/>
          </p:nvPr>
        </p:nvSpPr>
        <p:spPr>
          <a:xfrm>
            <a:off x="777817" y="1277738"/>
            <a:ext cx="11033183" cy="1994940"/>
          </a:xfrm>
          <a:prstGeom prst="rect">
            <a:avLst/>
          </a:prstGeom>
          <a:noFill/>
        </p:spPr>
        <p:txBody>
          <a:bodyPr lIns="0" tIns="0" rIns="0" bIns="0" anchor="b">
            <a:normAutofit/>
          </a:bodyPr>
          <a:lstStyle>
            <a:lvl1pPr>
              <a:lnSpc>
                <a:spcPts val="5260"/>
              </a:lnSpc>
              <a:defRPr sz="5400" b="1" i="0" spc="10" baseline="0">
                <a:solidFill>
                  <a:schemeClr val="bg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20" name="Content Placeholder 2">
            <a:extLst>
              <a:ext uri="{FF2B5EF4-FFF2-40B4-BE49-F238E27FC236}">
                <a16:creationId xmlns:a16="http://schemas.microsoft.com/office/drawing/2014/main" id="{7B872378-7B1B-2B4D-B46F-D972E017CCB6}"/>
              </a:ext>
            </a:extLst>
          </p:cNvPr>
          <p:cNvSpPr>
            <a:spLocks noGrp="1"/>
          </p:cNvSpPr>
          <p:nvPr>
            <p:ph idx="1" hasCustomPrompt="1"/>
          </p:nvPr>
        </p:nvSpPr>
        <p:spPr>
          <a:xfrm>
            <a:off x="777817" y="3429000"/>
            <a:ext cx="11033183" cy="785769"/>
          </a:xfrm>
          <a:prstGeom prst="rect">
            <a:avLst/>
          </a:prstGeom>
          <a:noFill/>
        </p:spPr>
        <p:txBody>
          <a:bodyPr lIns="10800" tIns="0" rIns="0"/>
          <a:lstStyle>
            <a:lvl1pPr>
              <a:lnSpc>
                <a:spcPts val="2680"/>
              </a:lnSpc>
              <a:spcBef>
                <a:spcPts val="800"/>
              </a:spcBef>
              <a:spcAft>
                <a:spcPts val="200"/>
              </a:spcAft>
              <a:buClrTx/>
              <a:defRPr sz="2400" b="0" i="0">
                <a:solidFill>
                  <a:schemeClr val="bg1"/>
                </a:solidFill>
                <a:latin typeface="Tenorite" pitchFamily="2" charset="0"/>
                <a:ea typeface="Verdana" panose="020B0604030504040204" pitchFamily="34" charset="0"/>
                <a:cs typeface="Tenorite" panose="00000500000000000000" pitchFamily="2" charset="0"/>
              </a:defRPr>
            </a:lvl1pPr>
            <a:lvl2pPr marL="344488" indent="-152400">
              <a:lnSpc>
                <a:spcPct val="100000"/>
              </a:lnSpc>
              <a:spcBef>
                <a:spcPts val="600"/>
              </a:spcBef>
              <a:spcAft>
                <a:spcPts val="600"/>
              </a:spcAft>
              <a:buClrTx/>
              <a:buFont typeface="Arial" panose="020B0604020202020204" pitchFamily="34" charset="0"/>
              <a:buChar char="•"/>
              <a:tabLst/>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628650" indent="-157163">
              <a:lnSpc>
                <a:spcPct val="100000"/>
              </a:lnSpc>
              <a:spcBef>
                <a:spcPts val="600"/>
              </a:spcBef>
              <a:spcAft>
                <a:spcPts val="200"/>
              </a:spcAft>
              <a:buClrTx/>
              <a:buFont typeface="Arial" panose="020B0604020202020204" pitchFamily="34" charset="0"/>
              <a:buChar char="•"/>
              <a:tabLst/>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914400" indent="-173038">
              <a:lnSpc>
                <a:spcPct val="100000"/>
              </a:lnSpc>
              <a:spcBef>
                <a:spcPts val="600"/>
              </a:spcBef>
              <a:spcAft>
                <a:spcPts val="200"/>
              </a:spcAft>
              <a:buClrTx/>
              <a:defRPr sz="1400" b="1">
                <a:solidFill>
                  <a:schemeClr val="accent1"/>
                </a:solidFill>
                <a:latin typeface="Verdana" panose="020B0604030504040204" pitchFamily="34" charset="0"/>
                <a:ea typeface="Verdana" panose="020B0604030504040204" pitchFamily="34" charset="0"/>
                <a:cs typeface="Verdana" panose="020B0604030504040204" pitchFamily="34" charset="0"/>
              </a:defRPr>
            </a:lvl4pPr>
            <a:lvl5pPr marL="1188720" indent="-173038">
              <a:lnSpc>
                <a:spcPct val="100000"/>
              </a:lnSpc>
              <a:spcBef>
                <a:spcPts val="800"/>
              </a:spcBef>
              <a:spcAft>
                <a:spcPts val="200"/>
              </a:spcAft>
              <a:buClrTx/>
              <a:defRPr sz="1200" b="1">
                <a:solidFill>
                  <a:schemeClr val="accent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sub-header</a:t>
            </a:r>
          </a:p>
        </p:txBody>
      </p:sp>
      <p:grpSp>
        <p:nvGrpSpPr>
          <p:cNvPr id="25" name="Group 24">
            <a:extLst>
              <a:ext uri="{FF2B5EF4-FFF2-40B4-BE49-F238E27FC236}">
                <a16:creationId xmlns:a16="http://schemas.microsoft.com/office/drawing/2014/main" id="{38C7AFCE-02E0-1F41-BCF2-1D9F21BD01E7}"/>
              </a:ext>
            </a:extLst>
          </p:cNvPr>
          <p:cNvGrpSpPr/>
          <p:nvPr userDrawn="1"/>
        </p:nvGrpSpPr>
        <p:grpSpPr>
          <a:xfrm>
            <a:off x="380999" y="311884"/>
            <a:ext cx="1494599" cy="401785"/>
            <a:chOff x="380999" y="311884"/>
            <a:chExt cx="1494599" cy="401785"/>
          </a:xfrm>
        </p:grpSpPr>
        <p:grpSp>
          <p:nvGrpSpPr>
            <p:cNvPr id="26" name="Group 25">
              <a:extLst>
                <a:ext uri="{FF2B5EF4-FFF2-40B4-BE49-F238E27FC236}">
                  <a16:creationId xmlns:a16="http://schemas.microsoft.com/office/drawing/2014/main" id="{5C9A0523-0314-9249-AD74-02FDDE8CBDF6}"/>
                </a:ext>
              </a:extLst>
            </p:cNvPr>
            <p:cNvGrpSpPr/>
            <p:nvPr userDrawn="1"/>
          </p:nvGrpSpPr>
          <p:grpSpPr>
            <a:xfrm>
              <a:off x="380999" y="311884"/>
              <a:ext cx="771453" cy="268898"/>
              <a:chOff x="380999" y="311884"/>
              <a:chExt cx="771453" cy="268898"/>
            </a:xfrm>
          </p:grpSpPr>
          <p:sp>
            <p:nvSpPr>
              <p:cNvPr id="29" name="Freeform 28">
                <a:extLst>
                  <a:ext uri="{FF2B5EF4-FFF2-40B4-BE49-F238E27FC236}">
                    <a16:creationId xmlns:a16="http://schemas.microsoft.com/office/drawing/2014/main" id="{9AC775CE-8A1E-8F45-8305-1F60BEAD240B}"/>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0" name="Freeform 29">
                <a:extLst>
                  <a:ext uri="{FF2B5EF4-FFF2-40B4-BE49-F238E27FC236}">
                    <a16:creationId xmlns:a16="http://schemas.microsoft.com/office/drawing/2014/main" id="{453477FC-0912-E040-84D5-A59E10028E02}"/>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1" name="Freeform 30">
                <a:extLst>
                  <a:ext uri="{FF2B5EF4-FFF2-40B4-BE49-F238E27FC236}">
                    <a16:creationId xmlns:a16="http://schemas.microsoft.com/office/drawing/2014/main" id="{6CEF2DAF-E4C9-204F-9590-8409BA9C1D0D}"/>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2" name="Freeform 31">
                <a:extLst>
                  <a:ext uri="{FF2B5EF4-FFF2-40B4-BE49-F238E27FC236}">
                    <a16:creationId xmlns:a16="http://schemas.microsoft.com/office/drawing/2014/main" id="{2FE7FA08-5E21-5E4F-A07C-CA36268D1D11}"/>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3" name="Freeform 32">
                <a:extLst>
                  <a:ext uri="{FF2B5EF4-FFF2-40B4-BE49-F238E27FC236}">
                    <a16:creationId xmlns:a16="http://schemas.microsoft.com/office/drawing/2014/main" id="{2EEC8701-78CE-5440-8D6E-E5C2547CE06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34" name="Freeform 33">
                <a:extLst>
                  <a:ext uri="{FF2B5EF4-FFF2-40B4-BE49-F238E27FC236}">
                    <a16:creationId xmlns:a16="http://schemas.microsoft.com/office/drawing/2014/main" id="{A318800D-1A12-9A48-B7A5-E4D058168295}"/>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grpSp>
        <p:pic>
          <p:nvPicPr>
            <p:cNvPr id="27" name="Picture 26">
              <a:extLst>
                <a:ext uri="{FF2B5EF4-FFF2-40B4-BE49-F238E27FC236}">
                  <a16:creationId xmlns:a16="http://schemas.microsoft.com/office/drawing/2014/main" id="{030B5CEF-8C10-D048-A391-E9E59C859A3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35479" y="623829"/>
              <a:ext cx="1140119" cy="89840"/>
            </a:xfrm>
            <a:prstGeom prst="rect">
              <a:avLst/>
            </a:prstGeom>
          </p:spPr>
        </p:pic>
      </p:grpSp>
      <p:sp>
        <p:nvSpPr>
          <p:cNvPr id="35" name="TextBox 34">
            <a:extLst>
              <a:ext uri="{FF2B5EF4-FFF2-40B4-BE49-F238E27FC236}">
                <a16:creationId xmlns:a16="http://schemas.microsoft.com/office/drawing/2014/main" id="{90912B69-8E0B-BA43-8893-FB467317B2F8}"/>
              </a:ext>
            </a:extLst>
          </p:cNvPr>
          <p:cNvSpPr txBox="1"/>
          <p:nvPr userDrawn="1"/>
        </p:nvSpPr>
        <p:spPr>
          <a:xfrm>
            <a:off x="9597794" y="6531309"/>
            <a:ext cx="2213206" cy="191268"/>
          </a:xfrm>
          <a:prstGeom prst="rect">
            <a:avLst/>
          </a:prstGeom>
          <a:noFill/>
        </p:spPr>
        <p:txBody>
          <a:bodyPr wrap="square" lIns="0" tIns="0" rIns="0" bIns="0" rtlCol="0" anchor="b" anchorCtr="0">
            <a:noAutofit/>
          </a:bodyPr>
          <a:lstStyle/>
          <a:p>
            <a:pPr algn="r"/>
            <a:r>
              <a:rPr lang="en-GB" sz="800" b="0" i="0">
                <a:solidFill>
                  <a:schemeClr val="accent1"/>
                </a:solidFill>
                <a:latin typeface="Tenorite" pitchFamily="2" charset="0"/>
              </a:rPr>
              <a:t>Copyright © </a:t>
            </a:r>
            <a:fld id="{D55A1E89-52E6-4DF9-BF41-F95E28320223}"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spTree>
    <p:extLst>
      <p:ext uri="{BB962C8B-B14F-4D97-AF65-F5344CB8AC3E}">
        <p14:creationId xmlns:p14="http://schemas.microsoft.com/office/powerpoint/2010/main" val="1509469161"/>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Cover 5">
    <p:spTree>
      <p:nvGrpSpPr>
        <p:cNvPr id="1" name=""/>
        <p:cNvGrpSpPr/>
        <p:nvPr/>
      </p:nvGrpSpPr>
      <p:grpSpPr>
        <a:xfrm>
          <a:off x="0" y="0"/>
          <a:ext cx="0" cy="0"/>
          <a:chOff x="0" y="0"/>
          <a:chExt cx="0" cy="0"/>
        </a:xfrm>
      </p:grpSpPr>
      <p:grpSp>
        <p:nvGrpSpPr>
          <p:cNvPr id="21" name="Graphic 1">
            <a:extLst>
              <a:ext uri="{FF2B5EF4-FFF2-40B4-BE49-F238E27FC236}">
                <a16:creationId xmlns:a16="http://schemas.microsoft.com/office/drawing/2014/main" id="{54D19E68-1496-6F4C-9CC4-4510E0C91B51}"/>
              </a:ext>
            </a:extLst>
          </p:cNvPr>
          <p:cNvGrpSpPr/>
          <p:nvPr userDrawn="1"/>
        </p:nvGrpSpPr>
        <p:grpSpPr>
          <a:xfrm>
            <a:off x="-4" y="5396165"/>
            <a:ext cx="12192002" cy="1461836"/>
            <a:chOff x="0" y="2863638"/>
            <a:chExt cx="12192000" cy="1046183"/>
          </a:xfrm>
        </p:grpSpPr>
        <p:sp>
          <p:nvSpPr>
            <p:cNvPr id="22" name="Freeform: Shape 20">
              <a:extLst>
                <a:ext uri="{FF2B5EF4-FFF2-40B4-BE49-F238E27FC236}">
                  <a16:creationId xmlns:a16="http://schemas.microsoft.com/office/drawing/2014/main" id="{17390E1A-FD13-9D4F-9B2A-F39FDF5A22E3}"/>
                </a:ext>
              </a:extLst>
            </p:cNvPr>
            <p:cNvSpPr/>
            <p:nvPr/>
          </p:nvSpPr>
          <p:spPr>
            <a:xfrm>
              <a:off x="0" y="2863638"/>
              <a:ext cx="12192000" cy="1038436"/>
            </a:xfrm>
            <a:custGeom>
              <a:avLst/>
              <a:gdLst>
                <a:gd name="connsiteX0" fmla="*/ 12192000 w 12192000"/>
                <a:gd name="connsiteY0" fmla="*/ 420610 h 825486"/>
                <a:gd name="connsiteX1" fmla="*/ 6331839 w 12192000"/>
                <a:gd name="connsiteY1" fmla="*/ 158736 h 825486"/>
                <a:gd name="connsiteX2" fmla="*/ 3962718 w 12192000"/>
                <a:gd name="connsiteY2" fmla="*/ 2209 h 825486"/>
                <a:gd name="connsiteX3" fmla="*/ 1212850 w 12192000"/>
                <a:gd name="connsiteY3" fmla="*/ 109270 h 825486"/>
                <a:gd name="connsiteX4" fmla="*/ 0 w 12192000"/>
                <a:gd name="connsiteY4" fmla="*/ 190296 h 825486"/>
                <a:gd name="connsiteX5" fmla="*/ 0 w 12192000"/>
                <a:gd name="connsiteY5" fmla="*/ 825486 h 825486"/>
                <a:gd name="connsiteX6" fmla="*/ 12192000 w 12192000"/>
                <a:gd name="connsiteY6" fmla="*/ 825486 h 825486"/>
                <a:gd name="connsiteX7" fmla="*/ 12192000 w 12192000"/>
                <a:gd name="connsiteY7" fmla="*/ 420610 h 8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825486">
                  <a:moveTo>
                    <a:pt x="12192000" y="420610"/>
                  </a:moveTo>
                  <a:cubicBezTo>
                    <a:pt x="10241026" y="555865"/>
                    <a:pt x="8255382" y="341934"/>
                    <a:pt x="6331839" y="158736"/>
                  </a:cubicBezTo>
                  <a:cubicBezTo>
                    <a:pt x="5552948" y="84632"/>
                    <a:pt x="4765104" y="14909"/>
                    <a:pt x="3962718" y="2209"/>
                  </a:cubicBezTo>
                  <a:cubicBezTo>
                    <a:pt x="3040190" y="-12460"/>
                    <a:pt x="2122234" y="48500"/>
                    <a:pt x="1212850" y="109270"/>
                  </a:cubicBezTo>
                  <a:cubicBezTo>
                    <a:pt x="808546" y="136257"/>
                    <a:pt x="404241" y="163245"/>
                    <a:pt x="0" y="190296"/>
                  </a:cubicBezTo>
                  <a:lnTo>
                    <a:pt x="0" y="825486"/>
                  </a:lnTo>
                  <a:lnTo>
                    <a:pt x="12192000" y="825486"/>
                  </a:lnTo>
                  <a:lnTo>
                    <a:pt x="12192000" y="420610"/>
                  </a:lnTo>
                  <a:close/>
                </a:path>
              </a:pathLst>
            </a:custGeom>
            <a:solidFill>
              <a:schemeClr val="accent4"/>
            </a:solidFill>
            <a:ln w="6350" cap="flat">
              <a:noFill/>
              <a:prstDash val="solid"/>
              <a:miter/>
            </a:ln>
          </p:spPr>
          <p:txBody>
            <a:bodyPr rtlCol="0" anchor="ctr"/>
            <a:lstStyle/>
            <a:p>
              <a:endParaRPr lang="en-US" sz="1600" b="0" i="0">
                <a:latin typeface="Tenorite" pitchFamily="2" charset="0"/>
                <a:ea typeface="Verdana" panose="020B0604030504040204" pitchFamily="34" charset="0"/>
                <a:cs typeface="Verdana" panose="020B0604030504040204" pitchFamily="34" charset="0"/>
              </a:endParaRPr>
            </a:p>
          </p:txBody>
        </p:sp>
        <p:sp>
          <p:nvSpPr>
            <p:cNvPr id="23" name="Freeform: Shape 21">
              <a:extLst>
                <a:ext uri="{FF2B5EF4-FFF2-40B4-BE49-F238E27FC236}">
                  <a16:creationId xmlns:a16="http://schemas.microsoft.com/office/drawing/2014/main" id="{A5F75893-40D7-0442-A29F-27155D6F1655}"/>
                </a:ext>
              </a:extLst>
            </p:cNvPr>
            <p:cNvSpPr/>
            <p:nvPr/>
          </p:nvSpPr>
          <p:spPr>
            <a:xfrm>
              <a:off x="0" y="3154668"/>
              <a:ext cx="12192000" cy="755153"/>
            </a:xfrm>
            <a:custGeom>
              <a:avLst/>
              <a:gdLst>
                <a:gd name="connsiteX0" fmla="*/ 12176569 w 12192000"/>
                <a:gd name="connsiteY0" fmla="*/ 960256 h 960255"/>
                <a:gd name="connsiteX1" fmla="*/ 0 w 12192000"/>
                <a:gd name="connsiteY1" fmla="*/ 960256 h 960255"/>
                <a:gd name="connsiteX2" fmla="*/ 0 w 12192000"/>
                <a:gd name="connsiteY2" fmla="*/ 6613 h 960255"/>
                <a:gd name="connsiteX3" fmla="*/ 9130538 w 12192000"/>
                <a:gd name="connsiteY3" fmla="*/ 528900 h 960255"/>
                <a:gd name="connsiteX4" fmla="*/ 12192000 w 12192000"/>
                <a:gd name="connsiteY4" fmla="*/ 218957 h 960255"/>
                <a:gd name="connsiteX5" fmla="*/ 12176569 w 12192000"/>
                <a:gd name="connsiteY5" fmla="*/ 960256 h 96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960255">
                  <a:moveTo>
                    <a:pt x="12176569" y="960256"/>
                  </a:moveTo>
                  <a:lnTo>
                    <a:pt x="0" y="960256"/>
                  </a:lnTo>
                  <a:lnTo>
                    <a:pt x="0" y="6613"/>
                  </a:lnTo>
                  <a:cubicBezTo>
                    <a:pt x="3069336" y="-74540"/>
                    <a:pt x="6062345" y="619769"/>
                    <a:pt x="9130538" y="528900"/>
                  </a:cubicBezTo>
                  <a:cubicBezTo>
                    <a:pt x="10173780" y="497976"/>
                    <a:pt x="11198161" y="376310"/>
                    <a:pt x="12192000" y="218957"/>
                  </a:cubicBezTo>
                  <a:lnTo>
                    <a:pt x="12176569" y="960256"/>
                  </a:lnTo>
                  <a:close/>
                </a:path>
              </a:pathLst>
            </a:custGeom>
            <a:solidFill>
              <a:srgbClr val="826DAB">
                <a:alpha val="74000"/>
              </a:srgbClr>
            </a:solidFill>
            <a:ln w="6350" cap="flat">
              <a:noFill/>
              <a:prstDash val="solid"/>
              <a:miter/>
            </a:ln>
          </p:spPr>
          <p:txBody>
            <a:bodyPr rtlCol="0" anchor="ctr"/>
            <a:lstStyle/>
            <a:p>
              <a:endParaRPr lang="en-US" sz="1600" b="0" i="0">
                <a:latin typeface="Tenorite" pitchFamily="2" charset="0"/>
                <a:ea typeface="Verdana" panose="020B0604030504040204" pitchFamily="34" charset="0"/>
                <a:cs typeface="Verdana" panose="020B0604030504040204" pitchFamily="34" charset="0"/>
              </a:endParaRPr>
            </a:p>
          </p:txBody>
        </p:sp>
        <p:sp>
          <p:nvSpPr>
            <p:cNvPr id="24" name="Freeform: Shape 22">
              <a:extLst>
                <a:ext uri="{FF2B5EF4-FFF2-40B4-BE49-F238E27FC236}">
                  <a16:creationId xmlns:a16="http://schemas.microsoft.com/office/drawing/2014/main" id="{18E892FC-8FB7-A74A-B4A1-B8EB7F770CF8}"/>
                </a:ext>
              </a:extLst>
            </p:cNvPr>
            <p:cNvSpPr/>
            <p:nvPr/>
          </p:nvSpPr>
          <p:spPr>
            <a:xfrm>
              <a:off x="1692348" y="3036928"/>
              <a:ext cx="10499652" cy="865145"/>
            </a:xfrm>
            <a:custGeom>
              <a:avLst/>
              <a:gdLst>
                <a:gd name="connsiteX0" fmla="*/ 0 w 4762500"/>
                <a:gd name="connsiteY0" fmla="*/ 723908 h 723908"/>
                <a:gd name="connsiteX1" fmla="*/ 3109214 w 4762500"/>
                <a:gd name="connsiteY1" fmla="*/ 1723 h 723908"/>
                <a:gd name="connsiteX2" fmla="*/ 4762500 w 4762500"/>
                <a:gd name="connsiteY2" fmla="*/ 88845 h 723908"/>
                <a:gd name="connsiteX3" fmla="*/ 4762500 w 4762500"/>
                <a:gd name="connsiteY3" fmla="*/ 723908 h 723908"/>
                <a:gd name="connsiteX4" fmla="*/ 0 w 4762500"/>
                <a:gd name="connsiteY4" fmla="*/ 723908 h 723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00" h="723908">
                  <a:moveTo>
                    <a:pt x="0" y="723908"/>
                  </a:moveTo>
                  <a:cubicBezTo>
                    <a:pt x="898081" y="279535"/>
                    <a:pt x="1997329" y="24202"/>
                    <a:pt x="3109214" y="1723"/>
                  </a:cubicBezTo>
                  <a:cubicBezTo>
                    <a:pt x="3662426" y="-9453"/>
                    <a:pt x="4214686" y="35378"/>
                    <a:pt x="4762500" y="88845"/>
                  </a:cubicBezTo>
                  <a:lnTo>
                    <a:pt x="4762500" y="723908"/>
                  </a:lnTo>
                  <a:lnTo>
                    <a:pt x="0" y="723908"/>
                  </a:lnTo>
                  <a:close/>
                </a:path>
              </a:pathLst>
            </a:custGeom>
            <a:solidFill>
              <a:srgbClr val="826DAB">
                <a:alpha val="60000"/>
              </a:srgbClr>
            </a:solidFill>
            <a:ln w="6350" cap="flat">
              <a:noFill/>
              <a:prstDash val="solid"/>
              <a:miter/>
            </a:ln>
          </p:spPr>
          <p:txBody>
            <a:bodyPr rtlCol="0" anchor="ctr"/>
            <a:lstStyle/>
            <a:p>
              <a:endParaRPr lang="en-US" sz="1600" b="0" i="0">
                <a:latin typeface="Tenorite" pitchFamily="2" charset="0"/>
                <a:ea typeface="Verdana" panose="020B0604030504040204" pitchFamily="34" charset="0"/>
                <a:cs typeface="Verdana" panose="020B0604030504040204" pitchFamily="34" charset="0"/>
              </a:endParaRPr>
            </a:p>
          </p:txBody>
        </p:sp>
      </p:grpSp>
      <p:grpSp>
        <p:nvGrpSpPr>
          <p:cNvPr id="25" name="Group 24">
            <a:extLst>
              <a:ext uri="{FF2B5EF4-FFF2-40B4-BE49-F238E27FC236}">
                <a16:creationId xmlns:a16="http://schemas.microsoft.com/office/drawing/2014/main" id="{38C7AFCE-02E0-1F41-BCF2-1D9F21BD01E7}"/>
              </a:ext>
            </a:extLst>
          </p:cNvPr>
          <p:cNvGrpSpPr/>
          <p:nvPr userDrawn="1"/>
        </p:nvGrpSpPr>
        <p:grpSpPr>
          <a:xfrm>
            <a:off x="380999" y="311884"/>
            <a:ext cx="1494599" cy="401785"/>
            <a:chOff x="380999" y="311884"/>
            <a:chExt cx="1494599" cy="401785"/>
          </a:xfrm>
        </p:grpSpPr>
        <p:grpSp>
          <p:nvGrpSpPr>
            <p:cNvPr id="26" name="Group 25">
              <a:extLst>
                <a:ext uri="{FF2B5EF4-FFF2-40B4-BE49-F238E27FC236}">
                  <a16:creationId xmlns:a16="http://schemas.microsoft.com/office/drawing/2014/main" id="{5C9A0523-0314-9249-AD74-02FDDE8CBDF6}"/>
                </a:ext>
              </a:extLst>
            </p:cNvPr>
            <p:cNvGrpSpPr/>
            <p:nvPr userDrawn="1"/>
          </p:nvGrpSpPr>
          <p:grpSpPr>
            <a:xfrm>
              <a:off x="380999" y="311884"/>
              <a:ext cx="771453" cy="268898"/>
              <a:chOff x="380999" y="311884"/>
              <a:chExt cx="771453" cy="268898"/>
            </a:xfrm>
          </p:grpSpPr>
          <p:sp>
            <p:nvSpPr>
              <p:cNvPr id="29" name="Freeform 28">
                <a:extLst>
                  <a:ext uri="{FF2B5EF4-FFF2-40B4-BE49-F238E27FC236}">
                    <a16:creationId xmlns:a16="http://schemas.microsoft.com/office/drawing/2014/main" id="{9AC775CE-8A1E-8F45-8305-1F60BEAD240B}"/>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30" name="Freeform 29">
                <a:extLst>
                  <a:ext uri="{FF2B5EF4-FFF2-40B4-BE49-F238E27FC236}">
                    <a16:creationId xmlns:a16="http://schemas.microsoft.com/office/drawing/2014/main" id="{453477FC-0912-E040-84D5-A59E10028E02}"/>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sp>
            <p:nvSpPr>
              <p:cNvPr id="31" name="Freeform 30">
                <a:extLst>
                  <a:ext uri="{FF2B5EF4-FFF2-40B4-BE49-F238E27FC236}">
                    <a16:creationId xmlns:a16="http://schemas.microsoft.com/office/drawing/2014/main" id="{6CEF2DAF-E4C9-204F-9590-8409BA9C1D0D}"/>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80">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32" name="Freeform 31">
                <a:extLst>
                  <a:ext uri="{FF2B5EF4-FFF2-40B4-BE49-F238E27FC236}">
                    <a16:creationId xmlns:a16="http://schemas.microsoft.com/office/drawing/2014/main" id="{2FE7FA08-5E21-5E4F-A07C-CA36268D1D11}"/>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5"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33" name="Freeform 32">
                <a:extLst>
                  <a:ext uri="{FF2B5EF4-FFF2-40B4-BE49-F238E27FC236}">
                    <a16:creationId xmlns:a16="http://schemas.microsoft.com/office/drawing/2014/main" id="{2EEC8701-78CE-5440-8D6E-E5C2547CE06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p>
                <a:endParaRPr lang="en-US" b="0" i="0">
                  <a:latin typeface="Tenorite" pitchFamily="2" charset="0"/>
                </a:endParaRPr>
              </a:p>
            </p:txBody>
          </p:sp>
          <p:sp>
            <p:nvSpPr>
              <p:cNvPr id="34" name="Freeform 33">
                <a:extLst>
                  <a:ext uri="{FF2B5EF4-FFF2-40B4-BE49-F238E27FC236}">
                    <a16:creationId xmlns:a16="http://schemas.microsoft.com/office/drawing/2014/main" id="{A318800D-1A12-9A48-B7A5-E4D058168295}"/>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latin typeface="Tenorite" pitchFamily="2" charset="0"/>
                </a:endParaRPr>
              </a:p>
            </p:txBody>
          </p:sp>
        </p:grpSp>
        <p:pic>
          <p:nvPicPr>
            <p:cNvPr id="27" name="Picture 26">
              <a:extLst>
                <a:ext uri="{FF2B5EF4-FFF2-40B4-BE49-F238E27FC236}">
                  <a16:creationId xmlns:a16="http://schemas.microsoft.com/office/drawing/2014/main" id="{030B5CEF-8C10-D048-A391-E9E59C859A3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35479" y="623829"/>
              <a:ext cx="1140119" cy="89840"/>
            </a:xfrm>
            <a:prstGeom prst="rect">
              <a:avLst/>
            </a:prstGeom>
          </p:spPr>
        </p:pic>
      </p:grpSp>
      <p:sp>
        <p:nvSpPr>
          <p:cNvPr id="35" name="TextBox 34">
            <a:extLst>
              <a:ext uri="{FF2B5EF4-FFF2-40B4-BE49-F238E27FC236}">
                <a16:creationId xmlns:a16="http://schemas.microsoft.com/office/drawing/2014/main" id="{90912B69-8E0B-BA43-8893-FB467317B2F8}"/>
              </a:ext>
            </a:extLst>
          </p:cNvPr>
          <p:cNvSpPr txBox="1"/>
          <p:nvPr userDrawn="1"/>
        </p:nvSpPr>
        <p:spPr>
          <a:xfrm>
            <a:off x="9597794" y="6531309"/>
            <a:ext cx="2213206" cy="191268"/>
          </a:xfrm>
          <a:prstGeom prst="rect">
            <a:avLst/>
          </a:prstGeom>
          <a:noFill/>
        </p:spPr>
        <p:txBody>
          <a:bodyPr wrap="square" lIns="0" tIns="0" rIns="0" bIns="0" rtlCol="0" anchor="b" anchorCtr="0">
            <a:noAutofit/>
          </a:bodyPr>
          <a:lstStyle/>
          <a:p>
            <a:pPr algn="r"/>
            <a:r>
              <a:rPr lang="en-GB" sz="800" b="0" i="0">
                <a:solidFill>
                  <a:schemeClr val="accent1"/>
                </a:solidFill>
                <a:latin typeface="Tenorite" pitchFamily="2" charset="0"/>
              </a:rPr>
              <a:t>Copyright © </a:t>
            </a:r>
            <a:fld id="{E25E8B31-9F36-49D3-B6AC-FD7EB4807B83}"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sp>
        <p:nvSpPr>
          <p:cNvPr id="2" name="Title 1">
            <a:extLst>
              <a:ext uri="{FF2B5EF4-FFF2-40B4-BE49-F238E27FC236}">
                <a16:creationId xmlns:a16="http://schemas.microsoft.com/office/drawing/2014/main" id="{717378D2-3586-A5FC-3420-5FCF219E641C}"/>
              </a:ext>
            </a:extLst>
          </p:cNvPr>
          <p:cNvSpPr>
            <a:spLocks noGrp="1"/>
          </p:cNvSpPr>
          <p:nvPr>
            <p:ph type="title" hasCustomPrompt="1"/>
          </p:nvPr>
        </p:nvSpPr>
        <p:spPr>
          <a:xfrm>
            <a:off x="777817" y="1277738"/>
            <a:ext cx="11033183" cy="1994940"/>
          </a:xfrm>
          <a:prstGeom prst="rect">
            <a:avLst/>
          </a:prstGeom>
          <a:noFill/>
        </p:spPr>
        <p:txBody>
          <a:bodyPr lIns="0" tIns="0" rIns="0" bIns="0" anchor="b">
            <a:normAutofit/>
          </a:bodyPr>
          <a:lstStyle>
            <a:lvl1pPr>
              <a:lnSpc>
                <a:spcPts val="5260"/>
              </a:lnSpc>
              <a:defRPr sz="5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3" name="Content Placeholder 2">
            <a:extLst>
              <a:ext uri="{FF2B5EF4-FFF2-40B4-BE49-F238E27FC236}">
                <a16:creationId xmlns:a16="http://schemas.microsoft.com/office/drawing/2014/main" id="{A358F363-9613-97B6-CD77-52558D852E3B}"/>
              </a:ext>
            </a:extLst>
          </p:cNvPr>
          <p:cNvSpPr>
            <a:spLocks noGrp="1"/>
          </p:cNvSpPr>
          <p:nvPr>
            <p:ph idx="1" hasCustomPrompt="1"/>
          </p:nvPr>
        </p:nvSpPr>
        <p:spPr>
          <a:xfrm>
            <a:off x="777817" y="3429000"/>
            <a:ext cx="11033183" cy="785769"/>
          </a:xfrm>
          <a:prstGeom prst="rect">
            <a:avLst/>
          </a:prstGeom>
          <a:noFill/>
        </p:spPr>
        <p:txBody>
          <a:bodyPr lIns="10800" tIns="0" rIns="0"/>
          <a:lstStyle>
            <a:lvl1pPr>
              <a:lnSpc>
                <a:spcPts val="2680"/>
              </a:lnSpc>
              <a:spcBef>
                <a:spcPts val="800"/>
              </a:spcBef>
              <a:spcAft>
                <a:spcPts val="200"/>
              </a:spcAft>
              <a:buClrTx/>
              <a:defRPr sz="2400" b="0" i="0">
                <a:solidFill>
                  <a:schemeClr val="accent1"/>
                </a:solidFill>
                <a:latin typeface="Tenorite" pitchFamily="2" charset="0"/>
                <a:ea typeface="Verdana" panose="020B0604030504040204" pitchFamily="34" charset="0"/>
                <a:cs typeface="Tenorite" panose="00000500000000000000" pitchFamily="2" charset="0"/>
              </a:defRPr>
            </a:lvl1pPr>
            <a:lvl2pPr marL="344488" indent="-152400">
              <a:lnSpc>
                <a:spcPct val="100000"/>
              </a:lnSpc>
              <a:spcBef>
                <a:spcPts val="600"/>
              </a:spcBef>
              <a:spcAft>
                <a:spcPts val="600"/>
              </a:spcAft>
              <a:buClrTx/>
              <a:buFont typeface="Arial" panose="020B0604020202020204" pitchFamily="34" charset="0"/>
              <a:buChar char="•"/>
              <a:tabLst/>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628650" indent="-157163">
              <a:lnSpc>
                <a:spcPct val="100000"/>
              </a:lnSpc>
              <a:spcBef>
                <a:spcPts val="600"/>
              </a:spcBef>
              <a:spcAft>
                <a:spcPts val="200"/>
              </a:spcAft>
              <a:buClrTx/>
              <a:buFont typeface="Arial" panose="020B0604020202020204" pitchFamily="34" charset="0"/>
              <a:buChar char="•"/>
              <a:tabLst/>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914400" indent="-173038">
              <a:lnSpc>
                <a:spcPct val="100000"/>
              </a:lnSpc>
              <a:spcBef>
                <a:spcPts val="600"/>
              </a:spcBef>
              <a:spcAft>
                <a:spcPts val="200"/>
              </a:spcAft>
              <a:buClrTx/>
              <a:defRPr sz="1400" b="1">
                <a:solidFill>
                  <a:schemeClr val="accent1"/>
                </a:solidFill>
                <a:latin typeface="Verdana" panose="020B0604030504040204" pitchFamily="34" charset="0"/>
                <a:ea typeface="Verdana" panose="020B0604030504040204" pitchFamily="34" charset="0"/>
                <a:cs typeface="Verdana" panose="020B0604030504040204" pitchFamily="34" charset="0"/>
              </a:defRPr>
            </a:lvl4pPr>
            <a:lvl5pPr marL="1188720" indent="-173038">
              <a:lnSpc>
                <a:spcPct val="100000"/>
              </a:lnSpc>
              <a:spcBef>
                <a:spcPts val="800"/>
              </a:spcBef>
              <a:spcAft>
                <a:spcPts val="200"/>
              </a:spcAft>
              <a:buClrTx/>
              <a:defRPr sz="1200" b="1">
                <a:solidFill>
                  <a:schemeClr val="accent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sub-header</a:t>
            </a:r>
          </a:p>
        </p:txBody>
      </p:sp>
      <p:sp>
        <p:nvSpPr>
          <p:cNvPr id="4" name="Text Placeholder 3">
            <a:extLst>
              <a:ext uri="{FF2B5EF4-FFF2-40B4-BE49-F238E27FC236}">
                <a16:creationId xmlns:a16="http://schemas.microsoft.com/office/drawing/2014/main" id="{5B0407FC-B22D-D106-104C-0674177D25A0}"/>
              </a:ext>
            </a:extLst>
          </p:cNvPr>
          <p:cNvSpPr>
            <a:spLocks noGrp="1"/>
          </p:cNvSpPr>
          <p:nvPr>
            <p:ph type="body" sz="quarter" idx="10" hasCustomPrompt="1"/>
          </p:nvPr>
        </p:nvSpPr>
        <p:spPr>
          <a:xfrm>
            <a:off x="6764139" y="4306311"/>
            <a:ext cx="5046862" cy="1208871"/>
          </a:xfrm>
          <a:prstGeom prst="rect">
            <a:avLst/>
          </a:prstGeom>
        </p:spPr>
        <p:txBody>
          <a:bodyPr rIns="0" bIns="0" anchor="b"/>
          <a:lstStyle>
            <a:lvl1pPr marL="0" indent="0" algn="r">
              <a:spcBef>
                <a:spcPts val="600"/>
              </a:spcBef>
              <a:buNone/>
              <a:defRPr sz="16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Tree>
    <p:extLst>
      <p:ext uri="{BB962C8B-B14F-4D97-AF65-F5344CB8AC3E}">
        <p14:creationId xmlns:p14="http://schemas.microsoft.com/office/powerpoint/2010/main" val="540204099"/>
      </p:ext>
    </p:extLst>
  </p:cSld>
  <p:clrMapOvr>
    <a:masterClrMapping/>
  </p:clrMapOvr>
  <p:extLst>
    <p:ext uri="{DCECCB84-F9BA-43D5-87BE-67443E8EF086}">
      <p15:sldGuideLst xmlns:p15="http://schemas.microsoft.com/office/powerpoint/2012/main">
        <p15:guide id="1" orient="horz" pos="60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No Text Slide">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81000" y="381001"/>
            <a:ext cx="11430000" cy="491836"/>
          </a:xfrm>
          <a:prstGeom prst="rect">
            <a:avLst/>
          </a:prstGeom>
        </p:spPr>
        <p:txBody>
          <a:bodyPr lIns="0" tIns="0" rIns="0" bIns="0"/>
          <a:lstStyle>
            <a:lvl1pPr>
              <a:lnSpc>
                <a:spcPts val="3340"/>
              </a:lnSpc>
              <a:defRPr sz="3200" b="1" i="0" spc="-20" baseline="0">
                <a:solidFill>
                  <a:schemeClr val="tx2"/>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8688391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Only Slide">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381000" y="1380682"/>
            <a:ext cx="11430000" cy="4410517"/>
          </a:xfrm>
          <a:prstGeom prst="rect">
            <a:avLst/>
          </a:prstGeom>
        </p:spPr>
        <p:txBody>
          <a:bodyPr lIns="0" rIns="0">
            <a:noAutofit/>
          </a:bodyPr>
          <a:lstStyle>
            <a:lvl1pPr marL="228600" indent="-228600">
              <a:lnSpc>
                <a:spcPct val="90000"/>
              </a:lnSpc>
              <a:buClr>
                <a:schemeClr val="accent2"/>
              </a:buClr>
              <a:buFont typeface="Arial" panose="020B0604020202020204" pitchFamily="34" charset="0"/>
              <a:buChar char="•"/>
              <a:tabLst/>
              <a:defRPr sz="2100" b="0" i="0">
                <a:latin typeface="Tenorite" pitchFamily="2" charset="0"/>
              </a:defRPr>
            </a:lvl1pPr>
            <a:lvl2pPr marL="404813" indent="-230188">
              <a:lnSpc>
                <a:spcPct val="90000"/>
              </a:lnSpc>
              <a:buClr>
                <a:schemeClr val="accent3"/>
              </a:buClr>
              <a:buFont typeface="Arial" panose="020B0604020202020204" pitchFamily="34" charset="0"/>
              <a:buChar char="•"/>
              <a:tabLst/>
              <a:defRPr sz="1700" b="0" i="0">
                <a:latin typeface="Tenorite" pitchFamily="2" charset="0"/>
              </a:defRPr>
            </a:lvl2pPr>
            <a:lvl3pPr marL="573088" indent="-168275">
              <a:lnSpc>
                <a:spcPct val="90000"/>
              </a:lnSpc>
              <a:buClr>
                <a:schemeClr val="accent1"/>
              </a:buClr>
              <a:buFont typeface="Arial" panose="020B0604020202020204" pitchFamily="34" charset="0"/>
              <a:buChar char="•"/>
              <a:tabLst/>
              <a:defRPr sz="17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5" name="Title 1"/>
          <p:cNvSpPr>
            <a:spLocks noGrp="1"/>
          </p:cNvSpPr>
          <p:nvPr>
            <p:ph type="title" hasCustomPrompt="1"/>
          </p:nvPr>
        </p:nvSpPr>
        <p:spPr>
          <a:xfrm>
            <a:off x="381000" y="381001"/>
            <a:ext cx="11430000" cy="491836"/>
          </a:xfrm>
          <a:prstGeom prst="rect">
            <a:avLst/>
          </a:prstGeom>
        </p:spPr>
        <p:txBody>
          <a:bodyPr lIns="0" tIns="0" rIns="0" bIns="0"/>
          <a:lstStyle>
            <a:lvl1pPr>
              <a:lnSpc>
                <a:spcPts val="3340"/>
              </a:lnSpc>
              <a:defRPr sz="3200" b="1" i="0" spc="-20" baseline="0">
                <a:solidFill>
                  <a:schemeClr val="tx2"/>
                </a:solidFill>
                <a:latin typeface="Tenorite" pitchFamily="2" charset="0"/>
              </a:defRPr>
            </a:lvl1pPr>
          </a:lstStyle>
          <a:p>
            <a:r>
              <a:rPr lang="en-US"/>
              <a:t>Edit page title (Sentence case)</a:t>
            </a:r>
          </a:p>
        </p:txBody>
      </p:sp>
    </p:spTree>
    <p:extLst>
      <p:ext uri="{BB962C8B-B14F-4D97-AF65-F5344CB8AC3E}">
        <p14:creationId xmlns:p14="http://schemas.microsoft.com/office/powerpoint/2010/main" val="20618933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95648A-CF63-4480-A55F-A0972E2E1030}"/>
              </a:ext>
            </a:extLst>
          </p:cNvPr>
          <p:cNvSpPr/>
          <p:nvPr userDrawn="1"/>
        </p:nvSpPr>
        <p:spPr>
          <a:xfrm>
            <a:off x="0" y="5789458"/>
            <a:ext cx="12192000" cy="1068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b="0" i="0">
              <a:latin typeface="Tenorite" pitchFamily="2" charset="0"/>
            </a:endParaRPr>
          </a:p>
        </p:txBody>
      </p:sp>
    </p:spTree>
    <p:extLst>
      <p:ext uri="{BB962C8B-B14F-4D97-AF65-F5344CB8AC3E}">
        <p14:creationId xmlns:p14="http://schemas.microsoft.com/office/powerpoint/2010/main" val="1884521808"/>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13129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NoLogo">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F56215D-70EF-42EF-8830-0CB521A37479}"/>
              </a:ext>
            </a:extLst>
          </p:cNvPr>
          <p:cNvSpPr/>
          <p:nvPr/>
        </p:nvSpPr>
        <p:spPr>
          <a:xfrm>
            <a:off x="0" y="5789458"/>
            <a:ext cx="12192000" cy="1068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
        <p:nvSpPr>
          <p:cNvPr id="2" name="Title 1">
            <a:extLst>
              <a:ext uri="{FF2B5EF4-FFF2-40B4-BE49-F238E27FC236}">
                <a16:creationId xmlns:a16="http://schemas.microsoft.com/office/drawing/2014/main" id="{5024605B-86C7-C924-9502-4752CB45B305}"/>
              </a:ext>
            </a:extLst>
          </p:cNvPr>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Enter page title (Sentence case)</a:t>
            </a:r>
          </a:p>
        </p:txBody>
      </p:sp>
      <p:sp>
        <p:nvSpPr>
          <p:cNvPr id="4" name="Rectangle 3">
            <a:extLst>
              <a:ext uri="{FF2B5EF4-FFF2-40B4-BE49-F238E27FC236}">
                <a16:creationId xmlns:a16="http://schemas.microsoft.com/office/drawing/2014/main" id="{40BA8227-2053-DFF8-9C9B-1BEDE60D67AA}"/>
              </a:ext>
            </a:extLst>
          </p:cNvPr>
          <p:cNvSpPr/>
          <p:nvPr userDrawn="1"/>
        </p:nvSpPr>
        <p:spPr>
          <a:xfrm>
            <a:off x="0" y="5789458"/>
            <a:ext cx="12192000" cy="1068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Tenorite" pitchFamily="2" charset="0"/>
            </a:endParaRPr>
          </a:p>
        </p:txBody>
      </p:sp>
    </p:spTree>
    <p:extLst>
      <p:ext uri="{BB962C8B-B14F-4D97-AF65-F5344CB8AC3E}">
        <p14:creationId xmlns:p14="http://schemas.microsoft.com/office/powerpoint/2010/main" val="400769934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Divider 6">
    <p:bg>
      <p:bgPr>
        <a:solidFill>
          <a:schemeClr val="bg1"/>
        </a:solidFill>
        <a:effectLst/>
      </p:bgPr>
    </p:bg>
    <p:spTree>
      <p:nvGrpSpPr>
        <p:cNvPr id="1" name=""/>
        <p:cNvGrpSpPr/>
        <p:nvPr/>
      </p:nvGrpSpPr>
      <p:grpSpPr>
        <a:xfrm>
          <a:off x="0" y="0"/>
          <a:ext cx="0" cy="0"/>
          <a:chOff x="0" y="0"/>
          <a:chExt cx="0" cy="0"/>
        </a:xfrm>
      </p:grpSpPr>
      <p:sp>
        <p:nvSpPr>
          <p:cNvPr id="7" name="Graphic 5">
            <a:extLst>
              <a:ext uri="{FF2B5EF4-FFF2-40B4-BE49-F238E27FC236}">
                <a16:creationId xmlns:a16="http://schemas.microsoft.com/office/drawing/2014/main" id="{4DCF171C-6EF9-4591-A021-26223F7FB756}"/>
              </a:ext>
            </a:extLst>
          </p:cNvPr>
          <p:cNvSpPr/>
          <p:nvPr/>
        </p:nvSpPr>
        <p:spPr>
          <a:xfrm rot="10800000">
            <a:off x="0" y="363410"/>
            <a:ext cx="12192000" cy="1361717"/>
          </a:xfrm>
          <a:custGeom>
            <a:avLst/>
            <a:gdLst>
              <a:gd name="connsiteX0" fmla="*/ 5421961 w 7772400"/>
              <a:gd name="connsiteY0" fmla="*/ 497855 h 1361717"/>
              <a:gd name="connsiteX1" fmla="*/ 3494603 w 7772400"/>
              <a:gd name="connsiteY1" fmla="*/ 328845 h 1361717"/>
              <a:gd name="connsiteX2" fmla="*/ 0 w 7772400"/>
              <a:gd name="connsiteY2" fmla="*/ 1361717 h 1361717"/>
              <a:gd name="connsiteX3" fmla="*/ 7772400 w 7772400"/>
              <a:gd name="connsiteY3" fmla="*/ 1361717 h 1361717"/>
              <a:gd name="connsiteX4" fmla="*/ 7772400 w 7772400"/>
              <a:gd name="connsiteY4" fmla="*/ 0 h 1361717"/>
              <a:gd name="connsiteX5" fmla="*/ 5421961 w 7772400"/>
              <a:gd name="connsiteY5" fmla="*/ 497855 h 136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2400" h="1361717">
                <a:moveTo>
                  <a:pt x="5421961" y="497855"/>
                </a:moveTo>
                <a:cubicBezTo>
                  <a:pt x="4775910" y="483928"/>
                  <a:pt x="4140193" y="353546"/>
                  <a:pt x="3494603" y="328845"/>
                </a:cubicBezTo>
                <a:cubicBezTo>
                  <a:pt x="2230153" y="280472"/>
                  <a:pt x="955589" y="667216"/>
                  <a:pt x="0" y="1361717"/>
                </a:cubicBezTo>
                <a:lnTo>
                  <a:pt x="7772400" y="1361717"/>
                </a:lnTo>
                <a:lnTo>
                  <a:pt x="7772400" y="0"/>
                </a:lnTo>
                <a:cubicBezTo>
                  <a:pt x="7061762" y="340101"/>
                  <a:pt x="6239814" y="515484"/>
                  <a:pt x="5421961" y="497855"/>
                </a:cubicBezTo>
                <a:close/>
              </a:path>
            </a:pathLst>
          </a:custGeom>
          <a:solidFill>
            <a:schemeClr val="bg2">
              <a:lumMod val="90000"/>
            </a:schemeClr>
          </a:solidFill>
          <a:ln w="2189" cap="flat">
            <a:noFill/>
            <a:prstDash val="solid"/>
            <a:miter/>
          </a:ln>
        </p:spPr>
        <p:txBody>
          <a:bodyPr rtlCol="0" anchor="ctr"/>
          <a:lstStyle/>
          <a:p>
            <a:endParaRPr lang="en-US"/>
          </a:p>
        </p:txBody>
      </p:sp>
      <p:sp>
        <p:nvSpPr>
          <p:cNvPr id="10" name="Graphic 8">
            <a:extLst>
              <a:ext uri="{FF2B5EF4-FFF2-40B4-BE49-F238E27FC236}">
                <a16:creationId xmlns:a16="http://schemas.microsoft.com/office/drawing/2014/main" id="{C17F3882-E481-A4AC-96F1-4F706BF2A713}"/>
              </a:ext>
            </a:extLst>
          </p:cNvPr>
          <p:cNvSpPr/>
          <p:nvPr/>
        </p:nvSpPr>
        <p:spPr>
          <a:xfrm rot="10800000">
            <a:off x="0" y="-2"/>
            <a:ext cx="12192000" cy="1080178"/>
          </a:xfrm>
          <a:custGeom>
            <a:avLst/>
            <a:gdLst>
              <a:gd name="connsiteX0" fmla="*/ 7772400 w 7772400"/>
              <a:gd name="connsiteY0" fmla="*/ 220712 h 972280"/>
              <a:gd name="connsiteX1" fmla="*/ 7772400 w 7772400"/>
              <a:gd name="connsiteY1" fmla="*/ 972280 h 972280"/>
              <a:gd name="connsiteX2" fmla="*/ 0 w 7772400"/>
              <a:gd name="connsiteY2" fmla="*/ 972280 h 972280"/>
              <a:gd name="connsiteX3" fmla="*/ 0 w 7772400"/>
              <a:gd name="connsiteY3" fmla="*/ 46906 h 972280"/>
              <a:gd name="connsiteX4" fmla="*/ 463104 w 7772400"/>
              <a:gd name="connsiteY4" fmla="*/ 33132 h 972280"/>
              <a:gd name="connsiteX5" fmla="*/ 1328205 w 7772400"/>
              <a:gd name="connsiteY5" fmla="*/ 65366 h 972280"/>
              <a:gd name="connsiteX6" fmla="*/ 1984546 w 7772400"/>
              <a:gd name="connsiteY6" fmla="*/ 157711 h 972280"/>
              <a:gd name="connsiteX7" fmla="*/ 2607389 w 7772400"/>
              <a:gd name="connsiteY7" fmla="*/ 264531 h 972280"/>
              <a:gd name="connsiteX8" fmla="*/ 3712054 w 7772400"/>
              <a:gd name="connsiteY8" fmla="*/ 353328 h 972280"/>
              <a:gd name="connsiteX9" fmla="*/ 5104124 w 7772400"/>
              <a:gd name="connsiteY9" fmla="*/ 134192 h 972280"/>
              <a:gd name="connsiteX10" fmla="*/ 5789935 w 7772400"/>
              <a:gd name="connsiteY10" fmla="*/ 22446 h 972280"/>
              <a:gd name="connsiteX11" fmla="*/ 6192917 w 7772400"/>
              <a:gd name="connsiteY11" fmla="*/ 0 h 972280"/>
              <a:gd name="connsiteX12" fmla="*/ 6513206 w 7772400"/>
              <a:gd name="connsiteY12" fmla="*/ 14212 h 972280"/>
              <a:gd name="connsiteX13" fmla="*/ 7254911 w 7772400"/>
              <a:gd name="connsiteY13" fmla="*/ 124251 h 972280"/>
              <a:gd name="connsiteX14" fmla="*/ 7772400 w 7772400"/>
              <a:gd name="connsiteY14" fmla="*/ 220734 h 97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72400" h="972280">
                <a:moveTo>
                  <a:pt x="7772400" y="220712"/>
                </a:moveTo>
                <a:lnTo>
                  <a:pt x="7772400" y="972280"/>
                </a:lnTo>
                <a:lnTo>
                  <a:pt x="0" y="972280"/>
                </a:lnTo>
                <a:lnTo>
                  <a:pt x="0" y="46906"/>
                </a:lnTo>
                <a:cubicBezTo>
                  <a:pt x="154353" y="40118"/>
                  <a:pt x="308816" y="35037"/>
                  <a:pt x="463104" y="33132"/>
                </a:cubicBezTo>
                <a:cubicBezTo>
                  <a:pt x="752522" y="29563"/>
                  <a:pt x="1041436" y="37161"/>
                  <a:pt x="1328205" y="65366"/>
                </a:cubicBezTo>
                <a:cubicBezTo>
                  <a:pt x="1548459" y="87024"/>
                  <a:pt x="1766853" y="120769"/>
                  <a:pt x="1984546" y="157711"/>
                </a:cubicBezTo>
                <a:cubicBezTo>
                  <a:pt x="2192452" y="192989"/>
                  <a:pt x="2399745" y="231179"/>
                  <a:pt x="2607389" y="264531"/>
                </a:cubicBezTo>
                <a:cubicBezTo>
                  <a:pt x="2972626" y="323174"/>
                  <a:pt x="3338980" y="366817"/>
                  <a:pt x="3712054" y="353328"/>
                </a:cubicBezTo>
                <a:cubicBezTo>
                  <a:pt x="4186696" y="336116"/>
                  <a:pt x="4644261" y="226756"/>
                  <a:pt x="5104124" y="134192"/>
                </a:cubicBezTo>
                <a:cubicBezTo>
                  <a:pt x="5331363" y="88447"/>
                  <a:pt x="5559193" y="46819"/>
                  <a:pt x="5789935" y="22446"/>
                </a:cubicBezTo>
                <a:cubicBezTo>
                  <a:pt x="5923139" y="8365"/>
                  <a:pt x="6057305" y="44"/>
                  <a:pt x="6192917" y="0"/>
                </a:cubicBezTo>
                <a:cubicBezTo>
                  <a:pt x="6300417" y="-44"/>
                  <a:pt x="6407129" y="5168"/>
                  <a:pt x="6513206" y="14212"/>
                </a:cubicBezTo>
                <a:cubicBezTo>
                  <a:pt x="6762842" y="35475"/>
                  <a:pt x="7009172" y="78067"/>
                  <a:pt x="7254911" y="124251"/>
                </a:cubicBezTo>
                <a:cubicBezTo>
                  <a:pt x="7427415" y="156682"/>
                  <a:pt x="7599590" y="190887"/>
                  <a:pt x="7772400" y="220734"/>
                </a:cubicBezTo>
                <a:close/>
              </a:path>
            </a:pathLst>
          </a:custGeom>
          <a:solidFill>
            <a:schemeClr val="accent1"/>
          </a:solidFill>
          <a:ln w="2189" cap="flat">
            <a:noFill/>
            <a:prstDash val="solid"/>
            <a:miter/>
          </a:ln>
        </p:spPr>
        <p:txBody>
          <a:bodyPr rtlCol="0" anchor="ctr"/>
          <a:lstStyle/>
          <a:p>
            <a:endParaRPr lang="en-US"/>
          </a:p>
        </p:txBody>
      </p:sp>
      <p:grpSp>
        <p:nvGrpSpPr>
          <p:cNvPr id="41" name="Graphic 3">
            <a:extLst>
              <a:ext uri="{FF2B5EF4-FFF2-40B4-BE49-F238E27FC236}">
                <a16:creationId xmlns:a16="http://schemas.microsoft.com/office/drawing/2014/main" id="{ECFBCFCE-EC43-F944-AA11-786181A06C02}"/>
              </a:ext>
            </a:extLst>
          </p:cNvPr>
          <p:cNvGrpSpPr/>
          <p:nvPr/>
        </p:nvGrpSpPr>
        <p:grpSpPr>
          <a:xfrm>
            <a:off x="380999" y="312608"/>
            <a:ext cx="772695" cy="269013"/>
            <a:chOff x="448663" y="3429000"/>
            <a:chExt cx="3429000" cy="1193800"/>
          </a:xfrm>
          <a:solidFill>
            <a:schemeClr val="bg1"/>
          </a:solidFill>
        </p:grpSpPr>
        <p:sp>
          <p:nvSpPr>
            <p:cNvPr id="42" name="Freeform 41">
              <a:extLst>
                <a:ext uri="{FF2B5EF4-FFF2-40B4-BE49-F238E27FC236}">
                  <a16:creationId xmlns:a16="http://schemas.microsoft.com/office/drawing/2014/main" id="{01FCFFE5-B21A-9842-B1EA-14E973BF8194}"/>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43" name="Freeform 42">
              <a:extLst>
                <a:ext uri="{FF2B5EF4-FFF2-40B4-BE49-F238E27FC236}">
                  <a16:creationId xmlns:a16="http://schemas.microsoft.com/office/drawing/2014/main" id="{51E6C8B4-0DC0-4842-9F2F-847C5AD85626}"/>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44" name="Freeform 43">
              <a:extLst>
                <a:ext uri="{FF2B5EF4-FFF2-40B4-BE49-F238E27FC236}">
                  <a16:creationId xmlns:a16="http://schemas.microsoft.com/office/drawing/2014/main" id="{6F956B45-ACCC-9E40-B658-1904888EE829}"/>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p>
              <a:endParaRPr lang="en-US" b="0" i="0">
                <a:latin typeface="Tenorite" pitchFamily="2" charset="0"/>
              </a:endParaRPr>
            </a:p>
          </p:txBody>
        </p:sp>
        <p:sp>
          <p:nvSpPr>
            <p:cNvPr id="45" name="Freeform 44">
              <a:extLst>
                <a:ext uri="{FF2B5EF4-FFF2-40B4-BE49-F238E27FC236}">
                  <a16:creationId xmlns:a16="http://schemas.microsoft.com/office/drawing/2014/main" id="{9E991BC2-669A-1E45-AA41-7F3A7B13CDAF}"/>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5">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p>
              <a:endParaRPr lang="en-US" b="0" i="0">
                <a:latin typeface="Tenorite" pitchFamily="2" charset="0"/>
              </a:endParaRPr>
            </a:p>
          </p:txBody>
        </p:sp>
        <p:sp>
          <p:nvSpPr>
            <p:cNvPr id="46" name="Freeform 45">
              <a:extLst>
                <a:ext uri="{FF2B5EF4-FFF2-40B4-BE49-F238E27FC236}">
                  <a16:creationId xmlns:a16="http://schemas.microsoft.com/office/drawing/2014/main" id="{96FADA1D-80BC-0C48-9482-A88B2A82E8C0}"/>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p>
              <a:endParaRPr lang="en-US" b="0" i="0">
                <a:latin typeface="Tenorite" pitchFamily="2" charset="0"/>
              </a:endParaRPr>
            </a:p>
          </p:txBody>
        </p:sp>
        <p:sp>
          <p:nvSpPr>
            <p:cNvPr id="47" name="Freeform 46">
              <a:extLst>
                <a:ext uri="{FF2B5EF4-FFF2-40B4-BE49-F238E27FC236}">
                  <a16:creationId xmlns:a16="http://schemas.microsoft.com/office/drawing/2014/main" id="{3684D0F5-76B8-A34A-BCB8-B3BAFB9A09ED}"/>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grpSp>
      <p:sp>
        <p:nvSpPr>
          <p:cNvPr id="2" name="TextBox 1">
            <a:extLst>
              <a:ext uri="{FF2B5EF4-FFF2-40B4-BE49-F238E27FC236}">
                <a16:creationId xmlns:a16="http://schemas.microsoft.com/office/drawing/2014/main" id="{0BD2238B-8DAA-9FC9-CB9C-4CEF7244F667}"/>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chemeClr val="accent1"/>
                </a:solidFill>
                <a:latin typeface="Tenorite" pitchFamily="2" charset="0"/>
              </a:rPr>
              <a:t>‹#›</a:t>
            </a:fld>
            <a:endParaRPr lang="en-GB" sz="900" b="0" i="0">
              <a:solidFill>
                <a:schemeClr val="accent1"/>
              </a:solidFill>
              <a:latin typeface="Tenorite" pitchFamily="2" charset="0"/>
            </a:endParaRPr>
          </a:p>
        </p:txBody>
      </p:sp>
      <p:sp>
        <p:nvSpPr>
          <p:cNvPr id="4" name="Title 1">
            <a:extLst>
              <a:ext uri="{FF2B5EF4-FFF2-40B4-BE49-F238E27FC236}">
                <a16:creationId xmlns:a16="http://schemas.microsoft.com/office/drawing/2014/main" id="{F25BDC13-8192-16EB-EFD9-08A6880A38F5}"/>
              </a:ext>
            </a:extLst>
          </p:cNvPr>
          <p:cNvSpPr>
            <a:spLocks noGrp="1"/>
          </p:cNvSpPr>
          <p:nvPr>
            <p:ph type="title" hasCustomPrompt="1"/>
          </p:nvPr>
        </p:nvSpPr>
        <p:spPr>
          <a:xfrm>
            <a:off x="777817" y="2769312"/>
            <a:ext cx="11033182" cy="1994940"/>
          </a:xfrm>
          <a:prstGeom prst="rect">
            <a:avLst/>
          </a:prstGeom>
          <a:noFill/>
        </p:spPr>
        <p:txBody>
          <a:bodyPr lIns="0" tIns="0" rIns="0" bIns="0" anchor="b">
            <a:normAutofit/>
          </a:bodyPr>
          <a:lstStyle>
            <a:lvl1pPr>
              <a:defRPr sz="4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section divider title</a:t>
            </a:r>
          </a:p>
        </p:txBody>
      </p:sp>
      <p:sp>
        <p:nvSpPr>
          <p:cNvPr id="3" name="Text Placeholder 2">
            <a:extLst>
              <a:ext uri="{FF2B5EF4-FFF2-40B4-BE49-F238E27FC236}">
                <a16:creationId xmlns:a16="http://schemas.microsoft.com/office/drawing/2014/main" id="{BDD05459-8CF0-55EE-DA23-2EB355A89EA2}"/>
              </a:ext>
            </a:extLst>
          </p:cNvPr>
          <p:cNvSpPr>
            <a:spLocks noGrp="1"/>
          </p:cNvSpPr>
          <p:nvPr>
            <p:ph type="body" idx="11" hasCustomPrompt="1"/>
          </p:nvPr>
        </p:nvSpPr>
        <p:spPr>
          <a:xfrm>
            <a:off x="777818" y="4817628"/>
            <a:ext cx="9080746" cy="857251"/>
          </a:xfrm>
          <a:prstGeom prst="rect">
            <a:avLst/>
          </a:prstGeom>
        </p:spPr>
        <p:txBody>
          <a:bodyPr lIns="0"/>
          <a:lstStyle>
            <a:lvl1pPr marL="0" indent="0">
              <a:buNone/>
              <a:defRPr sz="2000">
                <a:solidFill>
                  <a:schemeClr val="accent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here to edit sub-header</a:t>
            </a:r>
          </a:p>
        </p:txBody>
      </p:sp>
    </p:spTree>
    <p:extLst>
      <p:ext uri="{BB962C8B-B14F-4D97-AF65-F5344CB8AC3E}">
        <p14:creationId xmlns:p14="http://schemas.microsoft.com/office/powerpoint/2010/main" val="277964421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_FG - Header with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30495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cSld name="Text Only Slide Dark">
    <p:bg>
      <p:bgPr>
        <a:solidFill>
          <a:schemeClr val="tx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381000" y="1380682"/>
            <a:ext cx="11430000" cy="4410517"/>
          </a:xfrm>
          <a:prstGeom prst="rect">
            <a:avLst/>
          </a:prstGeom>
        </p:spPr>
        <p:txBody>
          <a:bodyPr lIns="0" rIns="0">
            <a:noAutofit/>
          </a:bodyPr>
          <a:lstStyle>
            <a:lvl1pPr marL="228600" indent="-228600">
              <a:lnSpc>
                <a:spcPct val="100000"/>
              </a:lnSpc>
              <a:buClrTx/>
              <a:buFont typeface="Arial" panose="020B0604020202020204" pitchFamily="34" charset="0"/>
              <a:buChar char="•"/>
              <a:defRPr sz="2000" b="0" i="0">
                <a:solidFill>
                  <a:schemeClr val="bg1"/>
                </a:solidFill>
                <a:latin typeface="Tenorite" pitchFamily="2" charset="0"/>
              </a:defRPr>
            </a:lvl1pPr>
            <a:lvl2pPr marL="404813" indent="-230188">
              <a:lnSpc>
                <a:spcPct val="100000"/>
              </a:lnSpc>
              <a:buClrTx/>
              <a:buFont typeface="Arial" panose="020B0604020202020204" pitchFamily="34" charset="0"/>
              <a:buChar char="•"/>
              <a:defRPr sz="1600" b="0" i="0">
                <a:solidFill>
                  <a:schemeClr val="bg1"/>
                </a:solidFill>
                <a:latin typeface="Tenorite" pitchFamily="2" charset="0"/>
              </a:defRPr>
            </a:lvl2pPr>
            <a:lvl3pPr marL="573088" indent="-168275">
              <a:lnSpc>
                <a:spcPct val="100000"/>
              </a:lnSpc>
              <a:buClrTx/>
              <a:buFont typeface="Arial" panose="020B0604020202020204" pitchFamily="34" charset="0"/>
              <a:buChar char="•"/>
              <a:defRPr sz="1600" b="0" i="0">
                <a:solidFill>
                  <a:schemeClr val="bg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5" name="Title 1"/>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bg1"/>
                </a:solidFill>
                <a:latin typeface="Tenorite" pitchFamily="2" charset="0"/>
              </a:defRPr>
            </a:lvl1pPr>
          </a:lstStyle>
          <a:p>
            <a:r>
              <a:rPr lang="en-US"/>
              <a:t>Edit page title (Sentence case)</a:t>
            </a:r>
          </a:p>
        </p:txBody>
      </p:sp>
      <p:sp>
        <p:nvSpPr>
          <p:cNvPr id="2" name="TextBox 1">
            <a:extLst>
              <a:ext uri="{FF2B5EF4-FFF2-40B4-BE49-F238E27FC236}">
                <a16:creationId xmlns:a16="http://schemas.microsoft.com/office/drawing/2014/main" id="{42914192-150B-18C2-AEDF-8D3D1CBBC745}"/>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grpSp>
        <p:nvGrpSpPr>
          <p:cNvPr id="3" name="Graphic 3">
            <a:extLst>
              <a:ext uri="{FF2B5EF4-FFF2-40B4-BE49-F238E27FC236}">
                <a16:creationId xmlns:a16="http://schemas.microsoft.com/office/drawing/2014/main" id="{024368D6-A22B-EA9C-43D6-283EB4DB3D1F}"/>
              </a:ext>
            </a:extLst>
          </p:cNvPr>
          <p:cNvGrpSpPr/>
          <p:nvPr/>
        </p:nvGrpSpPr>
        <p:grpSpPr>
          <a:xfrm>
            <a:off x="381550" y="6269057"/>
            <a:ext cx="625911" cy="217910"/>
            <a:chOff x="448663" y="3429000"/>
            <a:chExt cx="3429000" cy="1193800"/>
          </a:xfrm>
        </p:grpSpPr>
        <p:sp>
          <p:nvSpPr>
            <p:cNvPr id="5" name="Freeform 4">
              <a:extLst>
                <a:ext uri="{FF2B5EF4-FFF2-40B4-BE49-F238E27FC236}">
                  <a16:creationId xmlns:a16="http://schemas.microsoft.com/office/drawing/2014/main" id="{C5710D44-F8FF-1A1A-C7AE-FC301BA06586}"/>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6" name="Freeform 5">
              <a:extLst>
                <a:ext uri="{FF2B5EF4-FFF2-40B4-BE49-F238E27FC236}">
                  <a16:creationId xmlns:a16="http://schemas.microsoft.com/office/drawing/2014/main" id="{8A5DB808-F76C-6490-46E6-639DEBCE0847}"/>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7" name="Freeform 6">
              <a:extLst>
                <a:ext uri="{FF2B5EF4-FFF2-40B4-BE49-F238E27FC236}">
                  <a16:creationId xmlns:a16="http://schemas.microsoft.com/office/drawing/2014/main" id="{F3B4C94D-895F-75E5-C5E4-6EA69E6D9EB7}"/>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chemeClr val="bg1"/>
            </a:solidFill>
            <a:ln w="9499"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F25EFC98-1BAE-937A-3675-F524627F6C63}"/>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5">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9" name="Freeform 8">
              <a:extLst>
                <a:ext uri="{FF2B5EF4-FFF2-40B4-BE49-F238E27FC236}">
                  <a16:creationId xmlns:a16="http://schemas.microsoft.com/office/drawing/2014/main" id="{69363EF0-3B70-6D8A-4428-5C6789E6E718}"/>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ABDD10C5-D819-CF11-8B3F-58F88F62EDFA}"/>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Tree>
    <p:extLst>
      <p:ext uri="{BB962C8B-B14F-4D97-AF65-F5344CB8AC3E}">
        <p14:creationId xmlns:p14="http://schemas.microsoft.com/office/powerpoint/2010/main" val="161829412"/>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over 10">
    <p:bg>
      <p:bgPr>
        <a:solidFill>
          <a:schemeClr val="accent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06324D8-7793-4146-B810-3D3AEA2B2948}"/>
              </a:ext>
            </a:extLst>
          </p:cNvPr>
          <p:cNvSpPr>
            <a:spLocks noGrp="1"/>
          </p:cNvSpPr>
          <p:nvPr>
            <p:ph type="ctrTitle" hasCustomPrompt="1"/>
          </p:nvPr>
        </p:nvSpPr>
        <p:spPr>
          <a:xfrm>
            <a:off x="392823" y="1262438"/>
            <a:ext cx="4343400" cy="3896958"/>
          </a:xfrm>
          <a:prstGeom prst="rect">
            <a:avLst/>
          </a:prstGeom>
          <a:noFill/>
        </p:spPr>
        <p:txBody>
          <a:bodyPr wrap="square" lIns="0" rIns="91440" bIns="0" anchor="t">
            <a:noAutofit/>
          </a:bodyPr>
          <a:lstStyle>
            <a:lvl1pPr algn="l">
              <a:lnSpc>
                <a:spcPts val="4200"/>
              </a:lnSpc>
              <a:defRPr sz="4000" b="1" i="0" spc="10" baseline="0">
                <a:solidFill>
                  <a:schemeClr val="bg1"/>
                </a:solidFill>
                <a:latin typeface="Tenorite" pitchFamily="2" charset="0"/>
                <a:ea typeface="Verdana" panose="020B0604030504040204" pitchFamily="34" charset="0"/>
                <a:cs typeface="Tenorite" panose="00000500000000000000" pitchFamily="2" charset="0"/>
              </a:defRPr>
            </a:lvl1pPr>
          </a:lstStyle>
          <a:p>
            <a:r>
              <a:rPr lang="en-US"/>
              <a:t>Click to edit title (sentence case)</a:t>
            </a:r>
          </a:p>
        </p:txBody>
      </p:sp>
      <p:sp>
        <p:nvSpPr>
          <p:cNvPr id="13" name="Picture Placeholder 62">
            <a:extLst>
              <a:ext uri="{FF2B5EF4-FFF2-40B4-BE49-F238E27FC236}">
                <a16:creationId xmlns:a16="http://schemas.microsoft.com/office/drawing/2014/main" id="{24D6C7A9-F020-9A49-8721-AE4074E6FC4F}"/>
              </a:ext>
            </a:extLst>
          </p:cNvPr>
          <p:cNvSpPr>
            <a:spLocks noGrp="1"/>
          </p:cNvSpPr>
          <p:nvPr>
            <p:ph type="pic" sz="quarter" idx="10" hasCustomPrompt="1"/>
          </p:nvPr>
        </p:nvSpPr>
        <p:spPr>
          <a:xfrm>
            <a:off x="4976648" y="0"/>
            <a:ext cx="7215352" cy="6858000"/>
          </a:xfrm>
          <a:prstGeom prst="rect">
            <a:avLst/>
          </a:prstGeom>
          <a:solidFill>
            <a:schemeClr val="tx2">
              <a:lumMod val="10000"/>
              <a:lumOff val="90000"/>
            </a:schemeClr>
          </a:solidFill>
          <a:ln>
            <a:noFill/>
          </a:ln>
        </p:spPr>
        <p:txBody>
          <a:bodyPr tIns="1645920"/>
          <a:lstStyle>
            <a:lvl1pPr marL="0" indent="0" algn="ctr">
              <a:buNone/>
              <a:defRPr sz="2400" b="0" i="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insert photo</a:t>
            </a:r>
          </a:p>
        </p:txBody>
      </p:sp>
      <p:sp>
        <p:nvSpPr>
          <p:cNvPr id="14" name="TextBox 13">
            <a:extLst>
              <a:ext uri="{FF2B5EF4-FFF2-40B4-BE49-F238E27FC236}">
                <a16:creationId xmlns:a16="http://schemas.microsoft.com/office/drawing/2014/main" id="{690AF7E0-2030-744C-BC0A-EF2B507A8759}"/>
              </a:ext>
            </a:extLst>
          </p:cNvPr>
          <p:cNvSpPr txBox="1"/>
          <p:nvPr userDrawn="1"/>
        </p:nvSpPr>
        <p:spPr>
          <a:xfrm>
            <a:off x="382512" y="6560459"/>
            <a:ext cx="1173785" cy="215444"/>
          </a:xfrm>
          <a:prstGeom prst="rect">
            <a:avLst/>
          </a:prstGeom>
          <a:noFill/>
        </p:spPr>
        <p:txBody>
          <a:bodyPr wrap="square" lIns="0" rtlCol="0">
            <a:spAutoFit/>
          </a:bodyPr>
          <a:lstStyle/>
          <a:p>
            <a:pPr algn="l"/>
            <a:r>
              <a:rPr lang="en-GB" sz="800" b="0" i="0">
                <a:solidFill>
                  <a:schemeClr val="bg1"/>
                </a:solidFill>
                <a:latin typeface="Tenorite" pitchFamily="2" charset="0"/>
              </a:rPr>
              <a:t>Copyright © </a:t>
            </a:r>
            <a:fld id="{FEC56972-8C8B-473C-A509-43E811B54257}" type="datetimeyyyy">
              <a:rPr lang="en-US" sz="800" b="0" i="0" smtClean="0">
                <a:solidFill>
                  <a:schemeClr val="bg1"/>
                </a:solidFill>
                <a:latin typeface="Tenorite" pitchFamily="2" charset="0"/>
              </a:rPr>
              <a:t>2026</a:t>
            </a:fld>
            <a:r>
              <a:rPr lang="en-GB" sz="800" b="0" i="0">
                <a:solidFill>
                  <a:schemeClr val="bg1"/>
                </a:solidFill>
                <a:latin typeface="Tenorite" pitchFamily="2" charset="0"/>
              </a:rPr>
              <a:t> BTS</a:t>
            </a:r>
          </a:p>
        </p:txBody>
      </p:sp>
      <p:sp>
        <p:nvSpPr>
          <p:cNvPr id="15" name="Text Placeholder 3">
            <a:extLst>
              <a:ext uri="{FF2B5EF4-FFF2-40B4-BE49-F238E27FC236}">
                <a16:creationId xmlns:a16="http://schemas.microsoft.com/office/drawing/2014/main" id="{449CFAB2-E42E-924C-88B0-B09D35728C17}"/>
              </a:ext>
            </a:extLst>
          </p:cNvPr>
          <p:cNvSpPr>
            <a:spLocks noGrp="1"/>
          </p:cNvSpPr>
          <p:nvPr>
            <p:ph type="body" sz="quarter" idx="11" hasCustomPrompt="1"/>
          </p:nvPr>
        </p:nvSpPr>
        <p:spPr>
          <a:xfrm>
            <a:off x="392823" y="5458112"/>
            <a:ext cx="4343400" cy="951994"/>
          </a:xfrm>
          <a:prstGeom prst="rect">
            <a:avLst/>
          </a:prstGeom>
        </p:spPr>
        <p:txBody>
          <a:bodyPr lIns="0" rIns="0" bIns="0" anchor="b"/>
          <a:lstStyle>
            <a:lvl1pPr marL="0" indent="0" algn="l">
              <a:spcBef>
                <a:spcPts val="600"/>
              </a:spcBef>
              <a:buNone/>
              <a:defRPr sz="1400" b="0" i="0">
                <a:solidFill>
                  <a:schemeClr val="bg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grpSp>
        <p:nvGrpSpPr>
          <p:cNvPr id="2" name="Group 1">
            <a:extLst>
              <a:ext uri="{FF2B5EF4-FFF2-40B4-BE49-F238E27FC236}">
                <a16:creationId xmlns:a16="http://schemas.microsoft.com/office/drawing/2014/main" id="{462DADEB-218F-4628-D8FC-54140DE1C370}"/>
              </a:ext>
            </a:extLst>
          </p:cNvPr>
          <p:cNvGrpSpPr/>
          <p:nvPr userDrawn="1"/>
        </p:nvGrpSpPr>
        <p:grpSpPr>
          <a:xfrm>
            <a:off x="380999" y="311884"/>
            <a:ext cx="1494599" cy="401785"/>
            <a:chOff x="380999" y="311884"/>
            <a:chExt cx="1494599" cy="401785"/>
          </a:xfrm>
        </p:grpSpPr>
        <p:grpSp>
          <p:nvGrpSpPr>
            <p:cNvPr id="3" name="Group 2">
              <a:extLst>
                <a:ext uri="{FF2B5EF4-FFF2-40B4-BE49-F238E27FC236}">
                  <a16:creationId xmlns:a16="http://schemas.microsoft.com/office/drawing/2014/main" id="{112481D5-1B81-FB6B-6F15-02D6DEBA9432}"/>
                </a:ext>
              </a:extLst>
            </p:cNvPr>
            <p:cNvGrpSpPr/>
            <p:nvPr userDrawn="1"/>
          </p:nvGrpSpPr>
          <p:grpSpPr>
            <a:xfrm>
              <a:off x="380999" y="311884"/>
              <a:ext cx="771453" cy="268898"/>
              <a:chOff x="380999" y="311884"/>
              <a:chExt cx="771453" cy="268898"/>
            </a:xfrm>
          </p:grpSpPr>
          <p:sp>
            <p:nvSpPr>
              <p:cNvPr id="5" name="Freeform 4">
                <a:extLst>
                  <a:ext uri="{FF2B5EF4-FFF2-40B4-BE49-F238E27FC236}">
                    <a16:creationId xmlns:a16="http://schemas.microsoft.com/office/drawing/2014/main" id="{D71BFCAE-2474-149B-2324-B0805BC9D321}"/>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6" name="Freeform 5">
                <a:extLst>
                  <a:ext uri="{FF2B5EF4-FFF2-40B4-BE49-F238E27FC236}">
                    <a16:creationId xmlns:a16="http://schemas.microsoft.com/office/drawing/2014/main" id="{808A9D76-B23A-CE02-1B22-E03C0FD0D4A6}"/>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7" name="Freeform 6">
                <a:extLst>
                  <a:ext uri="{FF2B5EF4-FFF2-40B4-BE49-F238E27FC236}">
                    <a16:creationId xmlns:a16="http://schemas.microsoft.com/office/drawing/2014/main" id="{0DA1EEB3-25D7-6ABB-AC6C-FB28F513E08B}"/>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79">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E2276B65-D0A1-47E6-B22A-D900DC2D7EA1}"/>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4"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10" name="Freeform 9">
                <a:extLst>
                  <a:ext uri="{FF2B5EF4-FFF2-40B4-BE49-F238E27FC236}">
                    <a16:creationId xmlns:a16="http://schemas.microsoft.com/office/drawing/2014/main" id="{F02E61EC-D1AC-A39C-8C81-5107C50EA643}"/>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12" name="Freeform 11">
                <a:extLst>
                  <a:ext uri="{FF2B5EF4-FFF2-40B4-BE49-F238E27FC236}">
                    <a16:creationId xmlns:a16="http://schemas.microsoft.com/office/drawing/2014/main" id="{B21642E4-F92B-0AA5-53F3-0046814CB446}"/>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grpSp>
        <p:pic>
          <p:nvPicPr>
            <p:cNvPr id="4" name="Picture 3">
              <a:extLst>
                <a:ext uri="{FF2B5EF4-FFF2-40B4-BE49-F238E27FC236}">
                  <a16:creationId xmlns:a16="http://schemas.microsoft.com/office/drawing/2014/main" id="{C51FBC6B-0D50-0B5A-C3BF-3EE7399DF3E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5479" y="623829"/>
              <a:ext cx="1140119" cy="89840"/>
            </a:xfrm>
            <a:prstGeom prst="rect">
              <a:avLst/>
            </a:prstGeom>
          </p:spPr>
        </p:pic>
      </p:grpSp>
    </p:spTree>
    <p:extLst>
      <p:ext uri="{BB962C8B-B14F-4D97-AF65-F5344CB8AC3E}">
        <p14:creationId xmlns:p14="http://schemas.microsoft.com/office/powerpoint/2010/main" val="1522400588"/>
      </p:ext>
    </p:extLst>
  </p:cSld>
  <p:clrMapOvr>
    <a:masterClrMapping/>
  </p:clrMapOvr>
  <p:transition/>
  <p:extLst>
    <p:ext uri="{DCECCB84-F9BA-43D5-87BE-67443E8EF086}">
      <p15:sldGuideLst xmlns:p15="http://schemas.microsoft.com/office/powerpoint/2012/main">
        <p15:guide id="1" orient="horz" pos="60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o Text Slide">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81000" y="381001"/>
            <a:ext cx="11430000" cy="491836"/>
          </a:xfrm>
          <a:prstGeom prst="rect">
            <a:avLst/>
          </a:prstGeom>
        </p:spPr>
        <p:txBody>
          <a:bodyPr lIns="0" tIns="0" rIns="0" bIns="0"/>
          <a:lstStyle>
            <a:lvl1pPr>
              <a:lnSpc>
                <a:spcPts val="3340"/>
              </a:lnSpc>
              <a:defRPr sz="3200" b="1" i="0" spc="-20" baseline="0">
                <a:solidFill>
                  <a:schemeClr val="tx2"/>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4213219282"/>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NoLogo Dark">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4605B-86C7-C924-9502-4752CB45B305}"/>
              </a:ext>
            </a:extLst>
          </p:cNvPr>
          <p:cNvSpPr>
            <a:spLocks noGrp="1"/>
          </p:cNvSpPr>
          <p:nvPr>
            <p:ph type="title" hasCustomPrompt="1"/>
          </p:nvPr>
        </p:nvSpPr>
        <p:spPr>
          <a:xfrm>
            <a:off x="381000" y="381001"/>
            <a:ext cx="11430000" cy="491836"/>
          </a:xfrm>
          <a:prstGeom prst="rect">
            <a:avLst/>
          </a:prstGeom>
        </p:spPr>
        <p:txBody>
          <a:bodyPr lIns="0" tIns="0" rIns="0" bIns="0"/>
          <a:lstStyle>
            <a:lvl1pPr>
              <a:lnSpc>
                <a:spcPts val="3340"/>
              </a:lnSpc>
              <a:defRPr sz="3200" b="1" i="0" spc="-20" baseline="0">
                <a:solidFill>
                  <a:schemeClr val="bg1"/>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3512735882"/>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7538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cSld name="Text Only Slide Dark">
    <p:bg>
      <p:bgPr>
        <a:solidFill>
          <a:schemeClr val="tx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381000" y="1380682"/>
            <a:ext cx="11430000" cy="4410517"/>
          </a:xfrm>
          <a:prstGeom prst="rect">
            <a:avLst/>
          </a:prstGeom>
        </p:spPr>
        <p:txBody>
          <a:bodyPr lIns="0" rIns="0">
            <a:noAutofit/>
          </a:bodyPr>
          <a:lstStyle>
            <a:lvl1pPr marL="228600" indent="-228600">
              <a:lnSpc>
                <a:spcPct val="100000"/>
              </a:lnSpc>
              <a:buClrTx/>
              <a:buFont typeface="Arial" panose="020B0604020202020204" pitchFamily="34" charset="0"/>
              <a:buChar char="•"/>
              <a:defRPr sz="2000" b="0" i="0">
                <a:solidFill>
                  <a:schemeClr val="bg1"/>
                </a:solidFill>
                <a:latin typeface="Tenorite" pitchFamily="2" charset="0"/>
              </a:defRPr>
            </a:lvl1pPr>
            <a:lvl2pPr marL="404813" indent="-230188">
              <a:lnSpc>
                <a:spcPct val="100000"/>
              </a:lnSpc>
              <a:buClrTx/>
              <a:buFont typeface="Arial" panose="020B0604020202020204" pitchFamily="34" charset="0"/>
              <a:buChar char="•"/>
              <a:defRPr sz="1600" b="0" i="0">
                <a:solidFill>
                  <a:schemeClr val="bg1"/>
                </a:solidFill>
                <a:latin typeface="Tenorite" pitchFamily="2" charset="0"/>
              </a:defRPr>
            </a:lvl2pPr>
            <a:lvl3pPr marL="573088" indent="-168275">
              <a:lnSpc>
                <a:spcPct val="100000"/>
              </a:lnSpc>
              <a:buClrTx/>
              <a:buFont typeface="Arial" panose="020B0604020202020204" pitchFamily="34" charset="0"/>
              <a:buChar char="•"/>
              <a:defRPr sz="1600" b="0" i="0">
                <a:solidFill>
                  <a:schemeClr val="bg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5" name="Title 1"/>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bg1"/>
                </a:solidFill>
                <a:latin typeface="Tenorite" pitchFamily="2" charset="0"/>
              </a:defRPr>
            </a:lvl1pPr>
          </a:lstStyle>
          <a:p>
            <a:r>
              <a:rPr lang="en-US"/>
              <a:t>Edit page title (Sentence case)</a:t>
            </a:r>
          </a:p>
        </p:txBody>
      </p:sp>
      <p:sp>
        <p:nvSpPr>
          <p:cNvPr id="2" name="TextBox 1">
            <a:extLst>
              <a:ext uri="{FF2B5EF4-FFF2-40B4-BE49-F238E27FC236}">
                <a16:creationId xmlns:a16="http://schemas.microsoft.com/office/drawing/2014/main" id="{42914192-150B-18C2-AEDF-8D3D1CBBC745}"/>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grpSp>
        <p:nvGrpSpPr>
          <p:cNvPr id="3" name="Graphic 3">
            <a:extLst>
              <a:ext uri="{FF2B5EF4-FFF2-40B4-BE49-F238E27FC236}">
                <a16:creationId xmlns:a16="http://schemas.microsoft.com/office/drawing/2014/main" id="{024368D6-A22B-EA9C-43D6-283EB4DB3D1F}"/>
              </a:ext>
            </a:extLst>
          </p:cNvPr>
          <p:cNvGrpSpPr/>
          <p:nvPr/>
        </p:nvGrpSpPr>
        <p:grpSpPr>
          <a:xfrm>
            <a:off x="381550" y="6269057"/>
            <a:ext cx="625911" cy="217910"/>
            <a:chOff x="448663" y="3429000"/>
            <a:chExt cx="3429000" cy="1193800"/>
          </a:xfrm>
        </p:grpSpPr>
        <p:sp>
          <p:nvSpPr>
            <p:cNvPr id="5" name="Freeform 4">
              <a:extLst>
                <a:ext uri="{FF2B5EF4-FFF2-40B4-BE49-F238E27FC236}">
                  <a16:creationId xmlns:a16="http://schemas.microsoft.com/office/drawing/2014/main" id="{C5710D44-F8FF-1A1A-C7AE-FC301BA06586}"/>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6" name="Freeform 5">
              <a:extLst>
                <a:ext uri="{FF2B5EF4-FFF2-40B4-BE49-F238E27FC236}">
                  <a16:creationId xmlns:a16="http://schemas.microsoft.com/office/drawing/2014/main" id="{8A5DB808-F76C-6490-46E6-639DEBCE0847}"/>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7" name="Freeform 6">
              <a:extLst>
                <a:ext uri="{FF2B5EF4-FFF2-40B4-BE49-F238E27FC236}">
                  <a16:creationId xmlns:a16="http://schemas.microsoft.com/office/drawing/2014/main" id="{F3B4C94D-895F-75E5-C5E4-6EA69E6D9EB7}"/>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chemeClr val="bg1"/>
            </a:solidFill>
            <a:ln w="9499"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F25EFC98-1BAE-937A-3675-F524627F6C63}"/>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5">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9" name="Freeform 8">
              <a:extLst>
                <a:ext uri="{FF2B5EF4-FFF2-40B4-BE49-F238E27FC236}">
                  <a16:creationId xmlns:a16="http://schemas.microsoft.com/office/drawing/2014/main" id="{69363EF0-3B70-6D8A-4428-5C6789E6E718}"/>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ABDD10C5-D819-CF11-8B3F-58F88F62EDFA}"/>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Tree>
    <p:extLst>
      <p:ext uri="{BB962C8B-B14F-4D97-AF65-F5344CB8AC3E}">
        <p14:creationId xmlns:p14="http://schemas.microsoft.com/office/powerpoint/2010/main" val="233240881"/>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4139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cSld name="End Slide White BG">
    <p:bg>
      <p:bgPr>
        <a:solidFill>
          <a:schemeClr val="bg1"/>
        </a:solidFill>
        <a:effectLst/>
      </p:bgPr>
    </p:bg>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07FE7D6C-A446-8D66-9295-0B1CC685D666}"/>
              </a:ext>
            </a:extLst>
          </p:cNvPr>
          <p:cNvGrpSpPr/>
          <p:nvPr/>
        </p:nvGrpSpPr>
        <p:grpSpPr>
          <a:xfrm>
            <a:off x="3365433" y="2020093"/>
            <a:ext cx="5461134" cy="1586977"/>
            <a:chOff x="5689410" y="3308350"/>
            <a:chExt cx="815352" cy="236937"/>
          </a:xfrm>
          <a:solidFill>
            <a:schemeClr val="accent1"/>
          </a:solidFill>
        </p:grpSpPr>
        <p:sp>
          <p:nvSpPr>
            <p:cNvPr id="33" name="Freeform 32">
              <a:extLst>
                <a:ext uri="{FF2B5EF4-FFF2-40B4-BE49-F238E27FC236}">
                  <a16:creationId xmlns:a16="http://schemas.microsoft.com/office/drawing/2014/main" id="{4D145C46-AFB2-2925-0EE7-762C3DFDE598}"/>
                </a:ext>
              </a:extLst>
            </p:cNvPr>
            <p:cNvSpPr/>
            <p:nvPr/>
          </p:nvSpPr>
          <p:spPr>
            <a:xfrm>
              <a:off x="5689410" y="3309278"/>
              <a:ext cx="65969" cy="80649"/>
            </a:xfrm>
            <a:custGeom>
              <a:avLst/>
              <a:gdLst>
                <a:gd name="connsiteX0" fmla="*/ 57652 w 65969"/>
                <a:gd name="connsiteY0" fmla="*/ 20975 h 80649"/>
                <a:gd name="connsiteX1" fmla="*/ 35158 w 65969"/>
                <a:gd name="connsiteY1" fmla="*/ 14385 h 80649"/>
                <a:gd name="connsiteX2" fmla="*/ 19942 w 65969"/>
                <a:gd name="connsiteY2" fmla="*/ 23759 h 80649"/>
                <a:gd name="connsiteX3" fmla="*/ 36292 w 65969"/>
                <a:gd name="connsiteY3" fmla="*/ 32761 h 80649"/>
                <a:gd name="connsiteX4" fmla="*/ 40735 w 65969"/>
                <a:gd name="connsiteY4" fmla="*/ 33504 h 80649"/>
                <a:gd name="connsiteX5" fmla="*/ 65969 w 65969"/>
                <a:gd name="connsiteY5" fmla="*/ 55313 h 80649"/>
                <a:gd name="connsiteX6" fmla="*/ 33457 w 65969"/>
                <a:gd name="connsiteY6" fmla="*/ 80650 h 80649"/>
                <a:gd name="connsiteX7" fmla="*/ 0 w 65969"/>
                <a:gd name="connsiteY7" fmla="*/ 70441 h 80649"/>
                <a:gd name="connsiteX8" fmla="*/ 8223 w 65969"/>
                <a:gd name="connsiteY8" fmla="*/ 57912 h 80649"/>
                <a:gd name="connsiteX9" fmla="*/ 33457 w 65969"/>
                <a:gd name="connsiteY9" fmla="*/ 66358 h 80649"/>
                <a:gd name="connsiteX10" fmla="*/ 49052 w 65969"/>
                <a:gd name="connsiteY10" fmla="*/ 56984 h 80649"/>
                <a:gd name="connsiteX11" fmla="*/ 32228 w 65969"/>
                <a:gd name="connsiteY11" fmla="*/ 47889 h 80649"/>
                <a:gd name="connsiteX12" fmla="*/ 27219 w 65969"/>
                <a:gd name="connsiteY12" fmla="*/ 47146 h 80649"/>
                <a:gd name="connsiteX13" fmla="*/ 3024 w 65969"/>
                <a:gd name="connsiteY13" fmla="*/ 24872 h 80649"/>
                <a:gd name="connsiteX14" fmla="*/ 34780 w 65969"/>
                <a:gd name="connsiteY14" fmla="*/ 0 h 80649"/>
                <a:gd name="connsiteX15" fmla="*/ 65119 w 65969"/>
                <a:gd name="connsiteY15" fmla="*/ 8260 h 80649"/>
                <a:gd name="connsiteX16" fmla="*/ 57652 w 65969"/>
                <a:gd name="connsiteY16" fmla="*/ 20975 h 80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969" h="80649">
                  <a:moveTo>
                    <a:pt x="57652" y="20975"/>
                  </a:moveTo>
                  <a:cubicBezTo>
                    <a:pt x="51414" y="17169"/>
                    <a:pt x="43853" y="14385"/>
                    <a:pt x="35158" y="14385"/>
                  </a:cubicBezTo>
                  <a:cubicBezTo>
                    <a:pt x="26463" y="14385"/>
                    <a:pt x="19942" y="17819"/>
                    <a:pt x="19942" y="23759"/>
                  </a:cubicBezTo>
                  <a:cubicBezTo>
                    <a:pt x="19942" y="29698"/>
                    <a:pt x="26841" y="31183"/>
                    <a:pt x="36292" y="32761"/>
                  </a:cubicBezTo>
                  <a:lnTo>
                    <a:pt x="40735" y="33504"/>
                  </a:lnTo>
                  <a:cubicBezTo>
                    <a:pt x="54911" y="35824"/>
                    <a:pt x="65969" y="41763"/>
                    <a:pt x="65969" y="55313"/>
                  </a:cubicBezTo>
                  <a:cubicBezTo>
                    <a:pt x="65969" y="72483"/>
                    <a:pt x="50564" y="80650"/>
                    <a:pt x="33457" y="80650"/>
                  </a:cubicBezTo>
                  <a:cubicBezTo>
                    <a:pt x="21454" y="80650"/>
                    <a:pt x="8506" y="77216"/>
                    <a:pt x="0" y="70441"/>
                  </a:cubicBezTo>
                  <a:lnTo>
                    <a:pt x="8223" y="57912"/>
                  </a:lnTo>
                  <a:cubicBezTo>
                    <a:pt x="13988" y="62460"/>
                    <a:pt x="23250" y="66358"/>
                    <a:pt x="33457" y="66358"/>
                  </a:cubicBezTo>
                  <a:cubicBezTo>
                    <a:pt x="42247" y="66358"/>
                    <a:pt x="49052" y="62924"/>
                    <a:pt x="49052" y="56984"/>
                  </a:cubicBezTo>
                  <a:cubicBezTo>
                    <a:pt x="49052" y="51601"/>
                    <a:pt x="43286" y="49559"/>
                    <a:pt x="32228" y="47889"/>
                  </a:cubicBezTo>
                  <a:lnTo>
                    <a:pt x="27219" y="47146"/>
                  </a:lnTo>
                  <a:cubicBezTo>
                    <a:pt x="13232" y="45012"/>
                    <a:pt x="3024" y="38886"/>
                    <a:pt x="3024" y="24872"/>
                  </a:cubicBezTo>
                  <a:cubicBezTo>
                    <a:pt x="3213" y="8446"/>
                    <a:pt x="17957" y="0"/>
                    <a:pt x="34780" y="0"/>
                  </a:cubicBezTo>
                  <a:cubicBezTo>
                    <a:pt x="45933" y="0"/>
                    <a:pt x="55100" y="2413"/>
                    <a:pt x="65119" y="8260"/>
                  </a:cubicBezTo>
                  <a:lnTo>
                    <a:pt x="57652" y="20975"/>
                  </a:lnTo>
                  <a:close/>
                </a:path>
              </a:pathLst>
            </a:custGeom>
            <a:grpFill/>
            <a:ln w="0" cap="flat">
              <a:noFill/>
              <a:prstDash val="solid"/>
              <a:miter/>
            </a:ln>
          </p:spPr>
          <p:txBody>
            <a:bodyPr rtlCol="0" anchor="ctr"/>
            <a:lstStyle/>
            <a:p>
              <a:endParaRPr lang="en-US" b="1" i="0">
                <a:latin typeface="Tenorite" pitchFamily="2" charset="0"/>
              </a:endParaRPr>
            </a:p>
          </p:txBody>
        </p:sp>
        <p:sp>
          <p:nvSpPr>
            <p:cNvPr id="34" name="Freeform 33">
              <a:extLst>
                <a:ext uri="{FF2B5EF4-FFF2-40B4-BE49-F238E27FC236}">
                  <a16:creationId xmlns:a16="http://schemas.microsoft.com/office/drawing/2014/main" id="{CF839F21-1A0A-D3CA-7CCC-AB90CD03926D}"/>
                </a:ext>
              </a:extLst>
            </p:cNvPr>
            <p:cNvSpPr/>
            <p:nvPr/>
          </p:nvSpPr>
          <p:spPr>
            <a:xfrm>
              <a:off x="5762184" y="3318466"/>
              <a:ext cx="49429" cy="71369"/>
            </a:xfrm>
            <a:custGeom>
              <a:avLst/>
              <a:gdLst>
                <a:gd name="connsiteX0" fmla="*/ 45271 w 49429"/>
                <a:gd name="connsiteY0" fmla="*/ 29049 h 71369"/>
                <a:gd name="connsiteX1" fmla="*/ 25424 w 49429"/>
                <a:gd name="connsiteY1" fmla="*/ 29049 h 71369"/>
                <a:gd name="connsiteX2" fmla="*/ 25424 w 49429"/>
                <a:gd name="connsiteY2" fmla="*/ 48724 h 71369"/>
                <a:gd name="connsiteX3" fmla="*/ 33646 w 49429"/>
                <a:gd name="connsiteY3" fmla="*/ 57912 h 71369"/>
                <a:gd name="connsiteX4" fmla="*/ 43948 w 49429"/>
                <a:gd name="connsiteY4" fmla="*/ 54385 h 71369"/>
                <a:gd name="connsiteX5" fmla="*/ 49430 w 49429"/>
                <a:gd name="connsiteY5" fmla="*/ 65708 h 71369"/>
                <a:gd name="connsiteX6" fmla="*/ 31189 w 49429"/>
                <a:gd name="connsiteY6" fmla="*/ 71369 h 71369"/>
                <a:gd name="connsiteX7" fmla="*/ 10585 w 49429"/>
                <a:gd name="connsiteY7" fmla="*/ 49838 h 71369"/>
                <a:gd name="connsiteX8" fmla="*/ 10585 w 49429"/>
                <a:gd name="connsiteY8" fmla="*/ 28956 h 71369"/>
                <a:gd name="connsiteX9" fmla="*/ 0 w 49429"/>
                <a:gd name="connsiteY9" fmla="*/ 28956 h 71369"/>
                <a:gd name="connsiteX10" fmla="*/ 0 w 49429"/>
                <a:gd name="connsiteY10" fmla="*/ 16056 h 71369"/>
                <a:gd name="connsiteX11" fmla="*/ 10585 w 49429"/>
                <a:gd name="connsiteY11" fmla="*/ 16056 h 71369"/>
                <a:gd name="connsiteX12" fmla="*/ 10585 w 49429"/>
                <a:gd name="connsiteY12" fmla="*/ 0 h 71369"/>
                <a:gd name="connsiteX13" fmla="*/ 25424 w 49429"/>
                <a:gd name="connsiteY13" fmla="*/ 0 h 71369"/>
                <a:gd name="connsiteX14" fmla="*/ 25424 w 49429"/>
                <a:gd name="connsiteY14" fmla="*/ 16056 h 71369"/>
                <a:gd name="connsiteX15" fmla="*/ 45271 w 49429"/>
                <a:gd name="connsiteY15" fmla="*/ 16056 h 71369"/>
                <a:gd name="connsiteX16" fmla="*/ 45271 w 49429"/>
                <a:gd name="connsiteY16" fmla="*/ 28956 h 71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429" h="71369">
                  <a:moveTo>
                    <a:pt x="45271" y="29049"/>
                  </a:moveTo>
                  <a:lnTo>
                    <a:pt x="25424" y="29049"/>
                  </a:lnTo>
                  <a:lnTo>
                    <a:pt x="25424" y="48724"/>
                  </a:lnTo>
                  <a:cubicBezTo>
                    <a:pt x="25424" y="55499"/>
                    <a:pt x="29015" y="57912"/>
                    <a:pt x="33646" y="57912"/>
                  </a:cubicBezTo>
                  <a:cubicBezTo>
                    <a:pt x="37143" y="57912"/>
                    <a:pt x="40924" y="56149"/>
                    <a:pt x="43948" y="54385"/>
                  </a:cubicBezTo>
                  <a:lnTo>
                    <a:pt x="49430" y="65708"/>
                  </a:lnTo>
                  <a:cubicBezTo>
                    <a:pt x="44609" y="68956"/>
                    <a:pt x="39033" y="71369"/>
                    <a:pt x="31189" y="71369"/>
                  </a:cubicBezTo>
                  <a:cubicBezTo>
                    <a:pt x="17579" y="71369"/>
                    <a:pt x="10585" y="63759"/>
                    <a:pt x="10585" y="49838"/>
                  </a:cubicBezTo>
                  <a:lnTo>
                    <a:pt x="10585" y="28956"/>
                  </a:lnTo>
                  <a:lnTo>
                    <a:pt x="0" y="28956"/>
                  </a:lnTo>
                  <a:lnTo>
                    <a:pt x="0" y="16056"/>
                  </a:lnTo>
                  <a:lnTo>
                    <a:pt x="10585" y="16056"/>
                  </a:lnTo>
                  <a:lnTo>
                    <a:pt x="10585" y="0"/>
                  </a:lnTo>
                  <a:lnTo>
                    <a:pt x="25424" y="0"/>
                  </a:lnTo>
                  <a:lnTo>
                    <a:pt x="25424" y="16056"/>
                  </a:lnTo>
                  <a:lnTo>
                    <a:pt x="45271" y="16056"/>
                  </a:lnTo>
                  <a:lnTo>
                    <a:pt x="45271" y="28956"/>
                  </a:lnTo>
                  <a:close/>
                </a:path>
              </a:pathLst>
            </a:custGeom>
            <a:grpFill/>
            <a:ln w="0" cap="flat">
              <a:noFill/>
              <a:prstDash val="solid"/>
              <a:miter/>
            </a:ln>
          </p:spPr>
          <p:txBody>
            <a:bodyPr rtlCol="0" anchor="ctr"/>
            <a:lstStyle/>
            <a:p>
              <a:endParaRPr lang="en-US" b="1" i="0">
                <a:latin typeface="Tenorite" pitchFamily="2" charset="0"/>
              </a:endParaRPr>
            </a:p>
          </p:txBody>
        </p:sp>
        <p:sp>
          <p:nvSpPr>
            <p:cNvPr id="35" name="Freeform 34">
              <a:extLst>
                <a:ext uri="{FF2B5EF4-FFF2-40B4-BE49-F238E27FC236}">
                  <a16:creationId xmlns:a16="http://schemas.microsoft.com/office/drawing/2014/main" id="{184A4D2E-6D93-A7F4-5950-E947646CFD2F}"/>
                </a:ext>
              </a:extLst>
            </p:cNvPr>
            <p:cNvSpPr/>
            <p:nvPr/>
          </p:nvSpPr>
          <p:spPr>
            <a:xfrm>
              <a:off x="5820593" y="3333129"/>
              <a:ext cx="37615" cy="55313"/>
            </a:xfrm>
            <a:custGeom>
              <a:avLst/>
              <a:gdLst>
                <a:gd name="connsiteX0" fmla="*/ 37427 w 37615"/>
                <a:gd name="connsiteY0" fmla="*/ 1114 h 55313"/>
                <a:gd name="connsiteX1" fmla="*/ 35253 w 37615"/>
                <a:gd name="connsiteY1" fmla="*/ 15499 h 55313"/>
                <a:gd name="connsiteX2" fmla="*/ 26274 w 37615"/>
                <a:gd name="connsiteY2" fmla="*/ 13736 h 55313"/>
                <a:gd name="connsiteX3" fmla="*/ 14744 w 37615"/>
                <a:gd name="connsiteY3" fmla="*/ 25893 h 55313"/>
                <a:gd name="connsiteX4" fmla="*/ 14744 w 37615"/>
                <a:gd name="connsiteY4" fmla="*/ 55313 h 55313"/>
                <a:gd name="connsiteX5" fmla="*/ 0 w 37615"/>
                <a:gd name="connsiteY5" fmla="*/ 55313 h 55313"/>
                <a:gd name="connsiteX6" fmla="*/ 0 w 37615"/>
                <a:gd name="connsiteY6" fmla="*/ 1392 h 55313"/>
                <a:gd name="connsiteX7" fmla="*/ 14366 w 37615"/>
                <a:gd name="connsiteY7" fmla="*/ 1392 h 55313"/>
                <a:gd name="connsiteX8" fmla="*/ 14366 w 37615"/>
                <a:gd name="connsiteY8" fmla="*/ 7332 h 55313"/>
                <a:gd name="connsiteX9" fmla="*/ 29866 w 37615"/>
                <a:gd name="connsiteY9" fmla="*/ 0 h 55313"/>
                <a:gd name="connsiteX10" fmla="*/ 37616 w 37615"/>
                <a:gd name="connsiteY10" fmla="*/ 1206 h 5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15" h="55313">
                  <a:moveTo>
                    <a:pt x="37427" y="1114"/>
                  </a:moveTo>
                  <a:lnTo>
                    <a:pt x="35253" y="15499"/>
                  </a:lnTo>
                  <a:cubicBezTo>
                    <a:pt x="32796" y="14478"/>
                    <a:pt x="29299" y="13736"/>
                    <a:pt x="26274" y="13736"/>
                  </a:cubicBezTo>
                  <a:cubicBezTo>
                    <a:pt x="19375" y="13736"/>
                    <a:pt x="14744" y="17819"/>
                    <a:pt x="14744" y="25893"/>
                  </a:cubicBezTo>
                  <a:lnTo>
                    <a:pt x="14744" y="55313"/>
                  </a:lnTo>
                  <a:lnTo>
                    <a:pt x="0" y="55313"/>
                  </a:lnTo>
                  <a:lnTo>
                    <a:pt x="0" y="1392"/>
                  </a:lnTo>
                  <a:lnTo>
                    <a:pt x="14366" y="1392"/>
                  </a:lnTo>
                  <a:lnTo>
                    <a:pt x="14366" y="7332"/>
                  </a:lnTo>
                  <a:cubicBezTo>
                    <a:pt x="17863" y="2227"/>
                    <a:pt x="23061" y="0"/>
                    <a:pt x="29866" y="0"/>
                  </a:cubicBezTo>
                  <a:cubicBezTo>
                    <a:pt x="33079" y="0"/>
                    <a:pt x="35536" y="464"/>
                    <a:pt x="37616" y="1206"/>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36" name="Freeform 35">
              <a:extLst>
                <a:ext uri="{FF2B5EF4-FFF2-40B4-BE49-F238E27FC236}">
                  <a16:creationId xmlns:a16="http://schemas.microsoft.com/office/drawing/2014/main" id="{1C5B9078-BC1A-035C-99DD-A1A3F3614C88}"/>
                </a:ext>
              </a:extLst>
            </p:cNvPr>
            <p:cNvSpPr/>
            <p:nvPr/>
          </p:nvSpPr>
          <p:spPr>
            <a:xfrm>
              <a:off x="5862934" y="3333129"/>
              <a:ext cx="57463" cy="56798"/>
            </a:xfrm>
            <a:custGeom>
              <a:avLst/>
              <a:gdLst>
                <a:gd name="connsiteX0" fmla="*/ 57463 w 57463"/>
                <a:gd name="connsiteY0" fmla="*/ 55406 h 56798"/>
                <a:gd name="connsiteX1" fmla="*/ 43003 w 57463"/>
                <a:gd name="connsiteY1" fmla="*/ 55406 h 56798"/>
                <a:gd name="connsiteX2" fmla="*/ 43003 w 57463"/>
                <a:gd name="connsiteY2" fmla="*/ 49467 h 56798"/>
                <a:gd name="connsiteX3" fmla="*/ 26558 w 57463"/>
                <a:gd name="connsiteY3" fmla="*/ 56798 h 56798"/>
                <a:gd name="connsiteX4" fmla="*/ 0 w 57463"/>
                <a:gd name="connsiteY4" fmla="*/ 28399 h 56798"/>
                <a:gd name="connsiteX5" fmla="*/ 26558 w 57463"/>
                <a:gd name="connsiteY5" fmla="*/ 0 h 56798"/>
                <a:gd name="connsiteX6" fmla="*/ 43003 w 57463"/>
                <a:gd name="connsiteY6" fmla="*/ 7425 h 56798"/>
                <a:gd name="connsiteX7" fmla="*/ 43003 w 57463"/>
                <a:gd name="connsiteY7" fmla="*/ 1485 h 56798"/>
                <a:gd name="connsiteX8" fmla="*/ 57463 w 57463"/>
                <a:gd name="connsiteY8" fmla="*/ 1485 h 56798"/>
                <a:gd name="connsiteX9" fmla="*/ 57463 w 57463"/>
                <a:gd name="connsiteY9" fmla="*/ 55406 h 56798"/>
                <a:gd name="connsiteX10" fmla="*/ 15122 w 57463"/>
                <a:gd name="connsiteY10" fmla="*/ 28399 h 56798"/>
                <a:gd name="connsiteX11" fmla="*/ 29299 w 57463"/>
                <a:gd name="connsiteY11" fmla="*/ 43248 h 56798"/>
                <a:gd name="connsiteX12" fmla="*/ 43475 w 57463"/>
                <a:gd name="connsiteY12" fmla="*/ 28399 h 56798"/>
                <a:gd name="connsiteX13" fmla="*/ 29299 w 57463"/>
                <a:gd name="connsiteY13" fmla="*/ 13550 h 56798"/>
                <a:gd name="connsiteX14" fmla="*/ 15122 w 57463"/>
                <a:gd name="connsiteY14"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56798">
                  <a:moveTo>
                    <a:pt x="57463" y="55406"/>
                  </a:moveTo>
                  <a:lnTo>
                    <a:pt x="43003" y="55406"/>
                  </a:lnTo>
                  <a:lnTo>
                    <a:pt x="43003" y="49467"/>
                  </a:lnTo>
                  <a:cubicBezTo>
                    <a:pt x="39411" y="53828"/>
                    <a:pt x="34119" y="56798"/>
                    <a:pt x="26558" y="56798"/>
                  </a:cubicBezTo>
                  <a:cubicBezTo>
                    <a:pt x="11436" y="56798"/>
                    <a:pt x="0" y="44641"/>
                    <a:pt x="0" y="28399"/>
                  </a:cubicBezTo>
                  <a:cubicBezTo>
                    <a:pt x="0" y="12158"/>
                    <a:pt x="11436" y="0"/>
                    <a:pt x="26558" y="0"/>
                  </a:cubicBezTo>
                  <a:cubicBezTo>
                    <a:pt x="34119" y="0"/>
                    <a:pt x="39317" y="2970"/>
                    <a:pt x="43003" y="7425"/>
                  </a:cubicBezTo>
                  <a:lnTo>
                    <a:pt x="43003" y="1485"/>
                  </a:lnTo>
                  <a:lnTo>
                    <a:pt x="57463" y="1485"/>
                  </a:lnTo>
                  <a:lnTo>
                    <a:pt x="57463" y="55406"/>
                  </a:lnTo>
                  <a:close/>
                  <a:moveTo>
                    <a:pt x="15122" y="28399"/>
                  </a:moveTo>
                  <a:cubicBezTo>
                    <a:pt x="15122" y="36659"/>
                    <a:pt x="20604" y="43248"/>
                    <a:pt x="29299" y="43248"/>
                  </a:cubicBezTo>
                  <a:cubicBezTo>
                    <a:pt x="37994" y="43248"/>
                    <a:pt x="43475" y="36937"/>
                    <a:pt x="43475" y="28399"/>
                  </a:cubicBezTo>
                  <a:cubicBezTo>
                    <a:pt x="43475" y="19861"/>
                    <a:pt x="37710" y="13550"/>
                    <a:pt x="29299" y="13550"/>
                  </a:cubicBezTo>
                  <a:cubicBezTo>
                    <a:pt x="20887" y="13550"/>
                    <a:pt x="15122" y="20139"/>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37" name="Freeform 36">
              <a:extLst>
                <a:ext uri="{FF2B5EF4-FFF2-40B4-BE49-F238E27FC236}">
                  <a16:creationId xmlns:a16="http://schemas.microsoft.com/office/drawing/2014/main" id="{A41F96A4-B9E0-C9F9-0C3C-C14414E4AE49}"/>
                </a:ext>
              </a:extLst>
            </p:cNvPr>
            <p:cNvSpPr/>
            <p:nvPr/>
          </p:nvSpPr>
          <p:spPr>
            <a:xfrm>
              <a:off x="5930604" y="3318466"/>
              <a:ext cx="49335" cy="71369"/>
            </a:xfrm>
            <a:custGeom>
              <a:avLst/>
              <a:gdLst>
                <a:gd name="connsiteX0" fmla="*/ 45177 w 49335"/>
                <a:gd name="connsiteY0" fmla="*/ 29049 h 71369"/>
                <a:gd name="connsiteX1" fmla="*/ 25329 w 49335"/>
                <a:gd name="connsiteY1" fmla="*/ 29049 h 71369"/>
                <a:gd name="connsiteX2" fmla="*/ 25329 w 49335"/>
                <a:gd name="connsiteY2" fmla="*/ 48724 h 71369"/>
                <a:gd name="connsiteX3" fmla="*/ 33552 w 49335"/>
                <a:gd name="connsiteY3" fmla="*/ 57912 h 71369"/>
                <a:gd name="connsiteX4" fmla="*/ 43853 w 49335"/>
                <a:gd name="connsiteY4" fmla="*/ 54385 h 71369"/>
                <a:gd name="connsiteX5" fmla="*/ 49335 w 49335"/>
                <a:gd name="connsiteY5" fmla="*/ 65708 h 71369"/>
                <a:gd name="connsiteX6" fmla="*/ 31189 w 49335"/>
                <a:gd name="connsiteY6" fmla="*/ 71369 h 71369"/>
                <a:gd name="connsiteX7" fmla="*/ 10585 w 49335"/>
                <a:gd name="connsiteY7" fmla="*/ 49838 h 71369"/>
                <a:gd name="connsiteX8" fmla="*/ 10585 w 49335"/>
                <a:gd name="connsiteY8" fmla="*/ 28956 h 71369"/>
                <a:gd name="connsiteX9" fmla="*/ 0 w 49335"/>
                <a:gd name="connsiteY9" fmla="*/ 28956 h 71369"/>
                <a:gd name="connsiteX10" fmla="*/ 0 w 49335"/>
                <a:gd name="connsiteY10" fmla="*/ 16056 h 71369"/>
                <a:gd name="connsiteX11" fmla="*/ 10585 w 49335"/>
                <a:gd name="connsiteY11" fmla="*/ 16056 h 71369"/>
                <a:gd name="connsiteX12" fmla="*/ 10585 w 49335"/>
                <a:gd name="connsiteY12" fmla="*/ 0 h 71369"/>
                <a:gd name="connsiteX13" fmla="*/ 25424 w 49335"/>
                <a:gd name="connsiteY13" fmla="*/ 0 h 71369"/>
                <a:gd name="connsiteX14" fmla="*/ 25424 w 49335"/>
                <a:gd name="connsiteY14" fmla="*/ 16056 h 71369"/>
                <a:gd name="connsiteX15" fmla="*/ 45271 w 49335"/>
                <a:gd name="connsiteY15" fmla="*/ 16056 h 71369"/>
                <a:gd name="connsiteX16" fmla="*/ 45271 w 49335"/>
                <a:gd name="connsiteY16" fmla="*/ 28956 h 71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335" h="71369">
                  <a:moveTo>
                    <a:pt x="45177" y="29049"/>
                  </a:moveTo>
                  <a:lnTo>
                    <a:pt x="25329" y="29049"/>
                  </a:lnTo>
                  <a:lnTo>
                    <a:pt x="25329" y="48724"/>
                  </a:lnTo>
                  <a:cubicBezTo>
                    <a:pt x="25329" y="55499"/>
                    <a:pt x="28921" y="57912"/>
                    <a:pt x="33552" y="57912"/>
                  </a:cubicBezTo>
                  <a:cubicBezTo>
                    <a:pt x="37049" y="57912"/>
                    <a:pt x="40829" y="56149"/>
                    <a:pt x="43853" y="54385"/>
                  </a:cubicBezTo>
                  <a:lnTo>
                    <a:pt x="49335" y="65708"/>
                  </a:lnTo>
                  <a:cubicBezTo>
                    <a:pt x="44515" y="68956"/>
                    <a:pt x="38939" y="71369"/>
                    <a:pt x="31189" y="71369"/>
                  </a:cubicBezTo>
                  <a:cubicBezTo>
                    <a:pt x="17579" y="71369"/>
                    <a:pt x="10585" y="63759"/>
                    <a:pt x="10585" y="49838"/>
                  </a:cubicBezTo>
                  <a:lnTo>
                    <a:pt x="10585" y="28956"/>
                  </a:lnTo>
                  <a:lnTo>
                    <a:pt x="0" y="28956"/>
                  </a:lnTo>
                  <a:lnTo>
                    <a:pt x="0" y="16056"/>
                  </a:lnTo>
                  <a:lnTo>
                    <a:pt x="10585" y="16056"/>
                  </a:lnTo>
                  <a:lnTo>
                    <a:pt x="10585" y="0"/>
                  </a:lnTo>
                  <a:lnTo>
                    <a:pt x="25424" y="0"/>
                  </a:lnTo>
                  <a:lnTo>
                    <a:pt x="25424" y="16056"/>
                  </a:lnTo>
                  <a:lnTo>
                    <a:pt x="45271" y="16056"/>
                  </a:lnTo>
                  <a:lnTo>
                    <a:pt x="45271" y="28956"/>
                  </a:lnTo>
                  <a:close/>
                </a:path>
              </a:pathLst>
            </a:custGeom>
            <a:grpFill/>
            <a:ln w="0" cap="flat">
              <a:noFill/>
              <a:prstDash val="solid"/>
              <a:miter/>
            </a:ln>
          </p:spPr>
          <p:txBody>
            <a:bodyPr rtlCol="0" anchor="ctr"/>
            <a:lstStyle/>
            <a:p>
              <a:endParaRPr lang="en-US" b="1" i="0">
                <a:latin typeface="Tenorite" pitchFamily="2" charset="0"/>
              </a:endParaRPr>
            </a:p>
          </p:txBody>
        </p:sp>
        <p:sp>
          <p:nvSpPr>
            <p:cNvPr id="38" name="Freeform 37">
              <a:extLst>
                <a:ext uri="{FF2B5EF4-FFF2-40B4-BE49-F238E27FC236}">
                  <a16:creationId xmlns:a16="http://schemas.microsoft.com/office/drawing/2014/main" id="{DA172F63-16D3-468F-4084-AD97A2F2B3B3}"/>
                </a:ext>
              </a:extLst>
            </p:cNvPr>
            <p:cNvSpPr/>
            <p:nvPr/>
          </p:nvSpPr>
          <p:spPr>
            <a:xfrm>
              <a:off x="5984665" y="3333129"/>
              <a:ext cx="54533" cy="56798"/>
            </a:xfrm>
            <a:custGeom>
              <a:avLst/>
              <a:gdLst>
                <a:gd name="connsiteX0" fmla="*/ 54533 w 54533"/>
                <a:gd name="connsiteY0" fmla="*/ 28306 h 56798"/>
                <a:gd name="connsiteX1" fmla="*/ 54250 w 54533"/>
                <a:gd name="connsiteY1" fmla="*/ 33225 h 56798"/>
                <a:gd name="connsiteX2" fmla="*/ 15311 w 54533"/>
                <a:gd name="connsiteY2" fmla="*/ 33225 h 56798"/>
                <a:gd name="connsiteX3" fmla="*/ 29393 w 54533"/>
                <a:gd name="connsiteY3" fmla="*/ 44455 h 56798"/>
                <a:gd name="connsiteX4" fmla="*/ 43286 w 54533"/>
                <a:gd name="connsiteY4" fmla="*/ 39258 h 56798"/>
                <a:gd name="connsiteX5" fmla="*/ 51981 w 54533"/>
                <a:gd name="connsiteY5" fmla="*/ 48631 h 56798"/>
                <a:gd name="connsiteX6" fmla="*/ 28543 w 54533"/>
                <a:gd name="connsiteY6" fmla="*/ 56798 h 56798"/>
                <a:gd name="connsiteX7" fmla="*/ 0 w 54533"/>
                <a:gd name="connsiteY7" fmla="*/ 28585 h 56798"/>
                <a:gd name="connsiteX8" fmla="*/ 27786 w 54533"/>
                <a:gd name="connsiteY8" fmla="*/ 0 h 56798"/>
                <a:gd name="connsiteX9" fmla="*/ 54439 w 54533"/>
                <a:gd name="connsiteY9" fmla="*/ 28306 h 56798"/>
                <a:gd name="connsiteX10" fmla="*/ 15405 w 54533"/>
                <a:gd name="connsiteY10" fmla="*/ 23295 h 56798"/>
                <a:gd name="connsiteX11" fmla="*/ 39695 w 54533"/>
                <a:gd name="connsiteY11" fmla="*/ 23295 h 56798"/>
                <a:gd name="connsiteX12" fmla="*/ 27692 w 54533"/>
                <a:gd name="connsiteY12" fmla="*/ 12529 h 56798"/>
                <a:gd name="connsiteX13" fmla="*/ 15311 w 54533"/>
                <a:gd name="connsiteY13" fmla="*/ 23295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533" h="56798">
                  <a:moveTo>
                    <a:pt x="54533" y="28306"/>
                  </a:moveTo>
                  <a:cubicBezTo>
                    <a:pt x="54533" y="29977"/>
                    <a:pt x="54439" y="32019"/>
                    <a:pt x="54250" y="33225"/>
                  </a:cubicBezTo>
                  <a:lnTo>
                    <a:pt x="15311" y="33225"/>
                  </a:lnTo>
                  <a:cubicBezTo>
                    <a:pt x="16918" y="41021"/>
                    <a:pt x="22399" y="44455"/>
                    <a:pt x="29393" y="44455"/>
                  </a:cubicBezTo>
                  <a:cubicBezTo>
                    <a:pt x="34119" y="44455"/>
                    <a:pt x="39317" y="42599"/>
                    <a:pt x="43286" y="39258"/>
                  </a:cubicBezTo>
                  <a:lnTo>
                    <a:pt x="51981" y="48631"/>
                  </a:lnTo>
                  <a:cubicBezTo>
                    <a:pt x="45744" y="54293"/>
                    <a:pt x="37805" y="56798"/>
                    <a:pt x="28543" y="56798"/>
                  </a:cubicBezTo>
                  <a:cubicBezTo>
                    <a:pt x="11719" y="56798"/>
                    <a:pt x="0" y="45569"/>
                    <a:pt x="0" y="28585"/>
                  </a:cubicBezTo>
                  <a:cubicBezTo>
                    <a:pt x="0" y="11601"/>
                    <a:pt x="11341" y="0"/>
                    <a:pt x="27786" y="0"/>
                  </a:cubicBezTo>
                  <a:cubicBezTo>
                    <a:pt x="44231" y="0"/>
                    <a:pt x="54439" y="11508"/>
                    <a:pt x="54439" y="28306"/>
                  </a:cubicBezTo>
                  <a:close/>
                  <a:moveTo>
                    <a:pt x="15405" y="23295"/>
                  </a:moveTo>
                  <a:lnTo>
                    <a:pt x="39695" y="23295"/>
                  </a:lnTo>
                  <a:cubicBezTo>
                    <a:pt x="38372" y="16427"/>
                    <a:pt x="34119" y="12529"/>
                    <a:pt x="27692" y="12529"/>
                  </a:cubicBezTo>
                  <a:cubicBezTo>
                    <a:pt x="20698" y="12529"/>
                    <a:pt x="16634" y="16613"/>
                    <a:pt x="15311" y="23295"/>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39" name="Freeform 38">
              <a:extLst>
                <a:ext uri="{FF2B5EF4-FFF2-40B4-BE49-F238E27FC236}">
                  <a16:creationId xmlns:a16="http://schemas.microsoft.com/office/drawing/2014/main" id="{82BFFD1B-BDDF-F6D1-FA28-DD796A3F278D}"/>
                </a:ext>
              </a:extLst>
            </p:cNvPr>
            <p:cNvSpPr/>
            <p:nvPr/>
          </p:nvSpPr>
          <p:spPr>
            <a:xfrm>
              <a:off x="6047988" y="3333036"/>
              <a:ext cx="56801" cy="78700"/>
            </a:xfrm>
            <a:custGeom>
              <a:avLst/>
              <a:gdLst>
                <a:gd name="connsiteX0" fmla="*/ 42247 w 56801"/>
                <a:gd name="connsiteY0" fmla="*/ 7517 h 78700"/>
                <a:gd name="connsiteX1" fmla="*/ 42247 w 56801"/>
                <a:gd name="connsiteY1" fmla="*/ 1485 h 78700"/>
                <a:gd name="connsiteX2" fmla="*/ 56802 w 56801"/>
                <a:gd name="connsiteY2" fmla="*/ 1485 h 78700"/>
                <a:gd name="connsiteX3" fmla="*/ 56802 w 56801"/>
                <a:gd name="connsiteY3" fmla="*/ 50951 h 78700"/>
                <a:gd name="connsiteX4" fmla="*/ 27125 w 56801"/>
                <a:gd name="connsiteY4" fmla="*/ 78701 h 78700"/>
                <a:gd name="connsiteX5" fmla="*/ 3119 w 56801"/>
                <a:gd name="connsiteY5" fmla="*/ 72204 h 78700"/>
                <a:gd name="connsiteX6" fmla="*/ 8412 w 56801"/>
                <a:gd name="connsiteY6" fmla="*/ 60325 h 78700"/>
                <a:gd name="connsiteX7" fmla="*/ 26558 w 56801"/>
                <a:gd name="connsiteY7" fmla="*/ 65801 h 78700"/>
                <a:gd name="connsiteX8" fmla="*/ 42152 w 56801"/>
                <a:gd name="connsiteY8" fmla="*/ 51508 h 78700"/>
                <a:gd name="connsiteX9" fmla="*/ 42152 w 56801"/>
                <a:gd name="connsiteY9" fmla="*/ 47703 h 78700"/>
                <a:gd name="connsiteX10" fmla="*/ 25235 w 56801"/>
                <a:gd name="connsiteY10" fmla="*/ 55035 h 78700"/>
                <a:gd name="connsiteX11" fmla="*/ 0 w 56801"/>
                <a:gd name="connsiteY11" fmla="*/ 27564 h 78700"/>
                <a:gd name="connsiteX12" fmla="*/ 25235 w 56801"/>
                <a:gd name="connsiteY12" fmla="*/ 0 h 78700"/>
                <a:gd name="connsiteX13" fmla="*/ 42247 w 56801"/>
                <a:gd name="connsiteY13" fmla="*/ 7425 h 78700"/>
                <a:gd name="connsiteX14" fmla="*/ 15122 w 56801"/>
                <a:gd name="connsiteY14" fmla="*/ 27657 h 78700"/>
                <a:gd name="connsiteX15" fmla="*/ 28921 w 56801"/>
                <a:gd name="connsiteY15" fmla="*/ 41763 h 78700"/>
                <a:gd name="connsiteX16" fmla="*/ 42719 w 56801"/>
                <a:gd name="connsiteY16" fmla="*/ 27657 h 78700"/>
                <a:gd name="connsiteX17" fmla="*/ 28921 w 56801"/>
                <a:gd name="connsiteY17" fmla="*/ 13457 h 78700"/>
                <a:gd name="connsiteX18" fmla="*/ 15122 w 56801"/>
                <a:gd name="connsiteY18" fmla="*/ 27657 h 7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801" h="78700">
                  <a:moveTo>
                    <a:pt x="42247" y="7517"/>
                  </a:moveTo>
                  <a:lnTo>
                    <a:pt x="42247" y="1485"/>
                  </a:lnTo>
                  <a:lnTo>
                    <a:pt x="56802" y="1485"/>
                  </a:lnTo>
                  <a:lnTo>
                    <a:pt x="56802" y="50951"/>
                  </a:lnTo>
                  <a:cubicBezTo>
                    <a:pt x="56802" y="68214"/>
                    <a:pt x="45271" y="78701"/>
                    <a:pt x="27125" y="78701"/>
                  </a:cubicBezTo>
                  <a:cubicBezTo>
                    <a:pt x="18430" y="78701"/>
                    <a:pt x="9262" y="76474"/>
                    <a:pt x="3119" y="72204"/>
                  </a:cubicBezTo>
                  <a:lnTo>
                    <a:pt x="8412" y="60325"/>
                  </a:lnTo>
                  <a:cubicBezTo>
                    <a:pt x="13893" y="63852"/>
                    <a:pt x="19942" y="65801"/>
                    <a:pt x="26558" y="65801"/>
                  </a:cubicBezTo>
                  <a:cubicBezTo>
                    <a:pt x="35725" y="65801"/>
                    <a:pt x="42152" y="60789"/>
                    <a:pt x="42152" y="51508"/>
                  </a:cubicBezTo>
                  <a:lnTo>
                    <a:pt x="42152" y="47703"/>
                  </a:lnTo>
                  <a:cubicBezTo>
                    <a:pt x="38372" y="52251"/>
                    <a:pt x="32890" y="55035"/>
                    <a:pt x="25235" y="55035"/>
                  </a:cubicBezTo>
                  <a:cubicBezTo>
                    <a:pt x="11814" y="55035"/>
                    <a:pt x="0" y="44084"/>
                    <a:pt x="0" y="27564"/>
                  </a:cubicBezTo>
                  <a:cubicBezTo>
                    <a:pt x="0" y="11044"/>
                    <a:pt x="11908" y="0"/>
                    <a:pt x="25235" y="0"/>
                  </a:cubicBezTo>
                  <a:cubicBezTo>
                    <a:pt x="32890" y="0"/>
                    <a:pt x="38466" y="2877"/>
                    <a:pt x="42247" y="7425"/>
                  </a:cubicBezTo>
                  <a:close/>
                  <a:moveTo>
                    <a:pt x="15122" y="27657"/>
                  </a:moveTo>
                  <a:cubicBezTo>
                    <a:pt x="15122" y="35453"/>
                    <a:pt x="20509" y="41763"/>
                    <a:pt x="28921" y="41763"/>
                  </a:cubicBezTo>
                  <a:cubicBezTo>
                    <a:pt x="37332" y="41763"/>
                    <a:pt x="42719" y="35638"/>
                    <a:pt x="42719" y="27657"/>
                  </a:cubicBezTo>
                  <a:cubicBezTo>
                    <a:pt x="42719" y="19675"/>
                    <a:pt x="37143" y="13457"/>
                    <a:pt x="28921" y="13457"/>
                  </a:cubicBezTo>
                  <a:cubicBezTo>
                    <a:pt x="20698" y="13457"/>
                    <a:pt x="15122" y="19768"/>
                    <a:pt x="15122" y="27657"/>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0" name="Freeform 39">
              <a:extLst>
                <a:ext uri="{FF2B5EF4-FFF2-40B4-BE49-F238E27FC236}">
                  <a16:creationId xmlns:a16="http://schemas.microsoft.com/office/drawing/2014/main" id="{DD34B6B4-7800-528C-1163-FB7C111DFE65}"/>
                </a:ext>
              </a:extLst>
            </p:cNvPr>
            <p:cNvSpPr/>
            <p:nvPr/>
          </p:nvSpPr>
          <p:spPr>
            <a:xfrm>
              <a:off x="6113201" y="3334521"/>
              <a:ext cx="62661" cy="76473"/>
            </a:xfrm>
            <a:custGeom>
              <a:avLst/>
              <a:gdLst>
                <a:gd name="connsiteX0" fmla="*/ 20698 w 62661"/>
                <a:gd name="connsiteY0" fmla="*/ 76474 h 76473"/>
                <a:gd name="connsiteX1" fmla="*/ 4537 w 62661"/>
                <a:gd name="connsiteY1" fmla="*/ 76474 h 76473"/>
                <a:gd name="connsiteX2" fmla="*/ 23722 w 62661"/>
                <a:gd name="connsiteY2" fmla="*/ 42506 h 76473"/>
                <a:gd name="connsiteX3" fmla="*/ 0 w 62661"/>
                <a:gd name="connsiteY3" fmla="*/ 0 h 76473"/>
                <a:gd name="connsiteX4" fmla="*/ 16729 w 62661"/>
                <a:gd name="connsiteY4" fmla="*/ 0 h 76473"/>
                <a:gd name="connsiteX5" fmla="*/ 31850 w 62661"/>
                <a:gd name="connsiteY5" fmla="*/ 27750 h 76473"/>
                <a:gd name="connsiteX6" fmla="*/ 46500 w 62661"/>
                <a:gd name="connsiteY6" fmla="*/ 0 h 76473"/>
                <a:gd name="connsiteX7" fmla="*/ 62661 w 62661"/>
                <a:gd name="connsiteY7" fmla="*/ 0 h 76473"/>
                <a:gd name="connsiteX8" fmla="*/ 20698 w 62661"/>
                <a:gd name="connsiteY8" fmla="*/ 76381 h 76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661" h="76473">
                  <a:moveTo>
                    <a:pt x="20698" y="76474"/>
                  </a:moveTo>
                  <a:lnTo>
                    <a:pt x="4537" y="76474"/>
                  </a:lnTo>
                  <a:lnTo>
                    <a:pt x="23722" y="42506"/>
                  </a:lnTo>
                  <a:lnTo>
                    <a:pt x="0" y="0"/>
                  </a:lnTo>
                  <a:lnTo>
                    <a:pt x="16729" y="0"/>
                  </a:lnTo>
                  <a:lnTo>
                    <a:pt x="31850" y="27750"/>
                  </a:lnTo>
                  <a:lnTo>
                    <a:pt x="46500" y="0"/>
                  </a:lnTo>
                  <a:lnTo>
                    <a:pt x="62661" y="0"/>
                  </a:lnTo>
                  <a:lnTo>
                    <a:pt x="20698" y="76381"/>
                  </a:lnTo>
                  <a:close/>
                </a:path>
              </a:pathLst>
            </a:custGeom>
            <a:grpFill/>
            <a:ln w="0" cap="flat">
              <a:noFill/>
              <a:prstDash val="solid"/>
              <a:miter/>
            </a:ln>
          </p:spPr>
          <p:txBody>
            <a:bodyPr rtlCol="0" anchor="ctr"/>
            <a:lstStyle/>
            <a:p>
              <a:endParaRPr lang="en-US" b="1" i="0">
                <a:latin typeface="Tenorite" pitchFamily="2" charset="0"/>
              </a:endParaRPr>
            </a:p>
          </p:txBody>
        </p:sp>
        <p:sp>
          <p:nvSpPr>
            <p:cNvPr id="41" name="Freeform 40">
              <a:extLst>
                <a:ext uri="{FF2B5EF4-FFF2-40B4-BE49-F238E27FC236}">
                  <a16:creationId xmlns:a16="http://schemas.microsoft.com/office/drawing/2014/main" id="{7800C214-2707-5471-B132-28B44BCA98AD}"/>
                </a:ext>
              </a:extLst>
            </p:cNvPr>
            <p:cNvSpPr/>
            <p:nvPr/>
          </p:nvSpPr>
          <p:spPr>
            <a:xfrm>
              <a:off x="6210264" y="3333036"/>
              <a:ext cx="89029" cy="55499"/>
            </a:xfrm>
            <a:custGeom>
              <a:avLst/>
              <a:gdLst>
                <a:gd name="connsiteX0" fmla="*/ 89030 w 89029"/>
                <a:gd name="connsiteY0" fmla="*/ 21160 h 55499"/>
                <a:gd name="connsiteX1" fmla="*/ 89030 w 89029"/>
                <a:gd name="connsiteY1" fmla="*/ 55499 h 55499"/>
                <a:gd name="connsiteX2" fmla="*/ 74286 w 89029"/>
                <a:gd name="connsiteY2" fmla="*/ 55499 h 55499"/>
                <a:gd name="connsiteX3" fmla="*/ 74286 w 89029"/>
                <a:gd name="connsiteY3" fmla="*/ 25801 h 55499"/>
                <a:gd name="connsiteX4" fmla="*/ 63606 w 89029"/>
                <a:gd name="connsiteY4" fmla="*/ 13736 h 55499"/>
                <a:gd name="connsiteX5" fmla="*/ 51981 w 89029"/>
                <a:gd name="connsiteY5" fmla="*/ 25893 h 55499"/>
                <a:gd name="connsiteX6" fmla="*/ 51981 w 89029"/>
                <a:gd name="connsiteY6" fmla="*/ 55406 h 55499"/>
                <a:gd name="connsiteX7" fmla="*/ 37143 w 89029"/>
                <a:gd name="connsiteY7" fmla="*/ 55406 h 55499"/>
                <a:gd name="connsiteX8" fmla="*/ 37143 w 89029"/>
                <a:gd name="connsiteY8" fmla="*/ 25708 h 55499"/>
                <a:gd name="connsiteX9" fmla="*/ 26463 w 89029"/>
                <a:gd name="connsiteY9" fmla="*/ 13643 h 55499"/>
                <a:gd name="connsiteX10" fmla="*/ 14838 w 89029"/>
                <a:gd name="connsiteY10" fmla="*/ 25801 h 55499"/>
                <a:gd name="connsiteX11" fmla="*/ 14838 w 89029"/>
                <a:gd name="connsiteY11" fmla="*/ 55313 h 55499"/>
                <a:gd name="connsiteX12" fmla="*/ 0 w 89029"/>
                <a:gd name="connsiteY12" fmla="*/ 55313 h 55499"/>
                <a:gd name="connsiteX13" fmla="*/ 0 w 89029"/>
                <a:gd name="connsiteY13" fmla="*/ 1485 h 55499"/>
                <a:gd name="connsiteX14" fmla="*/ 14366 w 89029"/>
                <a:gd name="connsiteY14" fmla="*/ 1485 h 55499"/>
                <a:gd name="connsiteX15" fmla="*/ 14366 w 89029"/>
                <a:gd name="connsiteY15" fmla="*/ 7796 h 55499"/>
                <a:gd name="connsiteX16" fmla="*/ 30527 w 89029"/>
                <a:gd name="connsiteY16" fmla="*/ 0 h 55499"/>
                <a:gd name="connsiteX17" fmla="*/ 48674 w 89029"/>
                <a:gd name="connsiteY17" fmla="*/ 9281 h 55499"/>
                <a:gd name="connsiteX18" fmla="*/ 67292 w 89029"/>
                <a:gd name="connsiteY18" fmla="*/ 0 h 55499"/>
                <a:gd name="connsiteX19" fmla="*/ 88935 w 89029"/>
                <a:gd name="connsiteY19" fmla="*/ 21067 h 55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9029" h="55499">
                  <a:moveTo>
                    <a:pt x="89030" y="21160"/>
                  </a:moveTo>
                  <a:lnTo>
                    <a:pt x="89030" y="55499"/>
                  </a:lnTo>
                  <a:lnTo>
                    <a:pt x="74286" y="55499"/>
                  </a:lnTo>
                  <a:lnTo>
                    <a:pt x="74286" y="25801"/>
                  </a:lnTo>
                  <a:cubicBezTo>
                    <a:pt x="74286" y="18005"/>
                    <a:pt x="70317" y="13736"/>
                    <a:pt x="63606" y="13736"/>
                  </a:cubicBezTo>
                  <a:cubicBezTo>
                    <a:pt x="56896" y="13736"/>
                    <a:pt x="51981" y="17819"/>
                    <a:pt x="51981" y="25893"/>
                  </a:cubicBezTo>
                  <a:lnTo>
                    <a:pt x="51981" y="55406"/>
                  </a:lnTo>
                  <a:lnTo>
                    <a:pt x="37143" y="55406"/>
                  </a:lnTo>
                  <a:lnTo>
                    <a:pt x="37143" y="25708"/>
                  </a:lnTo>
                  <a:cubicBezTo>
                    <a:pt x="37143" y="17912"/>
                    <a:pt x="33174" y="13643"/>
                    <a:pt x="26463" y="13643"/>
                  </a:cubicBezTo>
                  <a:cubicBezTo>
                    <a:pt x="20131" y="13643"/>
                    <a:pt x="14838" y="17726"/>
                    <a:pt x="14838" y="25801"/>
                  </a:cubicBezTo>
                  <a:lnTo>
                    <a:pt x="14838" y="55313"/>
                  </a:lnTo>
                  <a:lnTo>
                    <a:pt x="0" y="55313"/>
                  </a:lnTo>
                  <a:lnTo>
                    <a:pt x="0" y="1485"/>
                  </a:lnTo>
                  <a:lnTo>
                    <a:pt x="14366" y="1485"/>
                  </a:lnTo>
                  <a:lnTo>
                    <a:pt x="14366" y="7796"/>
                  </a:lnTo>
                  <a:cubicBezTo>
                    <a:pt x="18241" y="2042"/>
                    <a:pt x="24289" y="0"/>
                    <a:pt x="30527" y="0"/>
                  </a:cubicBezTo>
                  <a:cubicBezTo>
                    <a:pt x="38466" y="0"/>
                    <a:pt x="44988" y="3527"/>
                    <a:pt x="48674" y="9281"/>
                  </a:cubicBezTo>
                  <a:cubicBezTo>
                    <a:pt x="52926" y="2413"/>
                    <a:pt x="60109" y="0"/>
                    <a:pt x="67292" y="0"/>
                  </a:cubicBezTo>
                  <a:cubicBezTo>
                    <a:pt x="80240" y="0"/>
                    <a:pt x="88935" y="8538"/>
                    <a:pt x="88935" y="21067"/>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2" name="Freeform 41">
              <a:extLst>
                <a:ext uri="{FF2B5EF4-FFF2-40B4-BE49-F238E27FC236}">
                  <a16:creationId xmlns:a16="http://schemas.microsoft.com/office/drawing/2014/main" id="{F4322118-904C-AF9C-C880-2EE8CD6B84BA}"/>
                </a:ext>
              </a:extLst>
            </p:cNvPr>
            <p:cNvSpPr/>
            <p:nvPr/>
          </p:nvSpPr>
          <p:spPr>
            <a:xfrm>
              <a:off x="6311013" y="3333129"/>
              <a:ext cx="57463" cy="56798"/>
            </a:xfrm>
            <a:custGeom>
              <a:avLst/>
              <a:gdLst>
                <a:gd name="connsiteX0" fmla="*/ 57463 w 57463"/>
                <a:gd name="connsiteY0" fmla="*/ 55406 h 56798"/>
                <a:gd name="connsiteX1" fmla="*/ 43003 w 57463"/>
                <a:gd name="connsiteY1" fmla="*/ 55406 h 56798"/>
                <a:gd name="connsiteX2" fmla="*/ 43003 w 57463"/>
                <a:gd name="connsiteY2" fmla="*/ 49467 h 56798"/>
                <a:gd name="connsiteX3" fmla="*/ 26558 w 57463"/>
                <a:gd name="connsiteY3" fmla="*/ 56798 h 56798"/>
                <a:gd name="connsiteX4" fmla="*/ 0 w 57463"/>
                <a:gd name="connsiteY4" fmla="*/ 28399 h 56798"/>
                <a:gd name="connsiteX5" fmla="*/ 26558 w 57463"/>
                <a:gd name="connsiteY5" fmla="*/ 0 h 56798"/>
                <a:gd name="connsiteX6" fmla="*/ 43003 w 57463"/>
                <a:gd name="connsiteY6" fmla="*/ 7425 h 56798"/>
                <a:gd name="connsiteX7" fmla="*/ 43003 w 57463"/>
                <a:gd name="connsiteY7" fmla="*/ 1485 h 56798"/>
                <a:gd name="connsiteX8" fmla="*/ 57463 w 57463"/>
                <a:gd name="connsiteY8" fmla="*/ 1485 h 56798"/>
                <a:gd name="connsiteX9" fmla="*/ 57463 w 57463"/>
                <a:gd name="connsiteY9" fmla="*/ 55406 h 56798"/>
                <a:gd name="connsiteX10" fmla="*/ 15122 w 57463"/>
                <a:gd name="connsiteY10" fmla="*/ 28399 h 56798"/>
                <a:gd name="connsiteX11" fmla="*/ 29299 w 57463"/>
                <a:gd name="connsiteY11" fmla="*/ 43248 h 56798"/>
                <a:gd name="connsiteX12" fmla="*/ 43475 w 57463"/>
                <a:gd name="connsiteY12" fmla="*/ 28399 h 56798"/>
                <a:gd name="connsiteX13" fmla="*/ 29299 w 57463"/>
                <a:gd name="connsiteY13" fmla="*/ 13550 h 56798"/>
                <a:gd name="connsiteX14" fmla="*/ 15122 w 57463"/>
                <a:gd name="connsiteY14"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56798">
                  <a:moveTo>
                    <a:pt x="57463" y="55406"/>
                  </a:moveTo>
                  <a:lnTo>
                    <a:pt x="43003" y="55406"/>
                  </a:lnTo>
                  <a:lnTo>
                    <a:pt x="43003" y="49467"/>
                  </a:lnTo>
                  <a:cubicBezTo>
                    <a:pt x="39411" y="53828"/>
                    <a:pt x="34119" y="56798"/>
                    <a:pt x="26558" y="56798"/>
                  </a:cubicBezTo>
                  <a:cubicBezTo>
                    <a:pt x="11436" y="56798"/>
                    <a:pt x="0" y="44641"/>
                    <a:pt x="0" y="28399"/>
                  </a:cubicBezTo>
                  <a:cubicBezTo>
                    <a:pt x="0" y="12158"/>
                    <a:pt x="11436" y="0"/>
                    <a:pt x="26558" y="0"/>
                  </a:cubicBezTo>
                  <a:cubicBezTo>
                    <a:pt x="34119" y="0"/>
                    <a:pt x="39411" y="2970"/>
                    <a:pt x="43003" y="7425"/>
                  </a:cubicBezTo>
                  <a:lnTo>
                    <a:pt x="43003" y="1485"/>
                  </a:lnTo>
                  <a:lnTo>
                    <a:pt x="57463" y="1485"/>
                  </a:lnTo>
                  <a:lnTo>
                    <a:pt x="57463" y="55406"/>
                  </a:lnTo>
                  <a:close/>
                  <a:moveTo>
                    <a:pt x="15122" y="28399"/>
                  </a:moveTo>
                  <a:cubicBezTo>
                    <a:pt x="15122" y="36659"/>
                    <a:pt x="20604" y="43248"/>
                    <a:pt x="29299" y="43248"/>
                  </a:cubicBezTo>
                  <a:cubicBezTo>
                    <a:pt x="37994" y="43248"/>
                    <a:pt x="43475" y="36937"/>
                    <a:pt x="43475" y="28399"/>
                  </a:cubicBezTo>
                  <a:cubicBezTo>
                    <a:pt x="43475" y="19861"/>
                    <a:pt x="37710" y="13550"/>
                    <a:pt x="29299" y="13550"/>
                  </a:cubicBezTo>
                  <a:cubicBezTo>
                    <a:pt x="20887" y="13550"/>
                    <a:pt x="15122" y="20139"/>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3" name="Freeform 42">
              <a:extLst>
                <a:ext uri="{FF2B5EF4-FFF2-40B4-BE49-F238E27FC236}">
                  <a16:creationId xmlns:a16="http://schemas.microsoft.com/office/drawing/2014/main" id="{31308151-7445-88E8-3823-4302CC37FA24}"/>
                </a:ext>
              </a:extLst>
            </p:cNvPr>
            <p:cNvSpPr/>
            <p:nvPr/>
          </p:nvSpPr>
          <p:spPr>
            <a:xfrm>
              <a:off x="6380669" y="3308350"/>
              <a:ext cx="57463" cy="81577"/>
            </a:xfrm>
            <a:custGeom>
              <a:avLst/>
              <a:gdLst>
                <a:gd name="connsiteX0" fmla="*/ 42719 w 57463"/>
                <a:gd name="connsiteY0" fmla="*/ 31833 h 81577"/>
                <a:gd name="connsiteX1" fmla="*/ 42719 w 57463"/>
                <a:gd name="connsiteY1" fmla="*/ 0 h 81577"/>
                <a:gd name="connsiteX2" fmla="*/ 57463 w 57463"/>
                <a:gd name="connsiteY2" fmla="*/ 0 h 81577"/>
                <a:gd name="connsiteX3" fmla="*/ 57463 w 57463"/>
                <a:gd name="connsiteY3" fmla="*/ 80186 h 81577"/>
                <a:gd name="connsiteX4" fmla="*/ 43003 w 57463"/>
                <a:gd name="connsiteY4" fmla="*/ 80186 h 81577"/>
                <a:gd name="connsiteX5" fmla="*/ 43003 w 57463"/>
                <a:gd name="connsiteY5" fmla="*/ 74246 h 81577"/>
                <a:gd name="connsiteX6" fmla="*/ 26558 w 57463"/>
                <a:gd name="connsiteY6" fmla="*/ 81578 h 81577"/>
                <a:gd name="connsiteX7" fmla="*/ 0 w 57463"/>
                <a:gd name="connsiteY7" fmla="*/ 53179 h 81577"/>
                <a:gd name="connsiteX8" fmla="*/ 26558 w 57463"/>
                <a:gd name="connsiteY8" fmla="*/ 24780 h 81577"/>
                <a:gd name="connsiteX9" fmla="*/ 42719 w 57463"/>
                <a:gd name="connsiteY9" fmla="*/ 31833 h 81577"/>
                <a:gd name="connsiteX10" fmla="*/ 15122 w 57463"/>
                <a:gd name="connsiteY10" fmla="*/ 53179 h 81577"/>
                <a:gd name="connsiteX11" fmla="*/ 29299 w 57463"/>
                <a:gd name="connsiteY11" fmla="*/ 68028 h 81577"/>
                <a:gd name="connsiteX12" fmla="*/ 43475 w 57463"/>
                <a:gd name="connsiteY12" fmla="*/ 53179 h 81577"/>
                <a:gd name="connsiteX13" fmla="*/ 29299 w 57463"/>
                <a:gd name="connsiteY13" fmla="*/ 38330 h 81577"/>
                <a:gd name="connsiteX14" fmla="*/ 15122 w 57463"/>
                <a:gd name="connsiteY14" fmla="*/ 53179 h 81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81577">
                  <a:moveTo>
                    <a:pt x="42719" y="31833"/>
                  </a:moveTo>
                  <a:lnTo>
                    <a:pt x="42719" y="0"/>
                  </a:lnTo>
                  <a:lnTo>
                    <a:pt x="57463" y="0"/>
                  </a:lnTo>
                  <a:lnTo>
                    <a:pt x="57463" y="80186"/>
                  </a:lnTo>
                  <a:lnTo>
                    <a:pt x="43003" y="80186"/>
                  </a:lnTo>
                  <a:lnTo>
                    <a:pt x="43003" y="74246"/>
                  </a:lnTo>
                  <a:cubicBezTo>
                    <a:pt x="39411" y="78608"/>
                    <a:pt x="34119" y="81578"/>
                    <a:pt x="26558" y="81578"/>
                  </a:cubicBezTo>
                  <a:cubicBezTo>
                    <a:pt x="11436" y="81578"/>
                    <a:pt x="0" y="69420"/>
                    <a:pt x="0" y="53179"/>
                  </a:cubicBezTo>
                  <a:cubicBezTo>
                    <a:pt x="0" y="36937"/>
                    <a:pt x="11436" y="24780"/>
                    <a:pt x="26558" y="24780"/>
                  </a:cubicBezTo>
                  <a:cubicBezTo>
                    <a:pt x="33930" y="24780"/>
                    <a:pt x="39128" y="27657"/>
                    <a:pt x="42719" y="31833"/>
                  </a:cubicBezTo>
                  <a:close/>
                  <a:moveTo>
                    <a:pt x="15122" y="53179"/>
                  </a:moveTo>
                  <a:cubicBezTo>
                    <a:pt x="15122" y="61439"/>
                    <a:pt x="20604" y="68028"/>
                    <a:pt x="29299" y="68028"/>
                  </a:cubicBezTo>
                  <a:cubicBezTo>
                    <a:pt x="37994" y="68028"/>
                    <a:pt x="43475" y="61717"/>
                    <a:pt x="43475" y="53179"/>
                  </a:cubicBezTo>
                  <a:cubicBezTo>
                    <a:pt x="43475" y="44641"/>
                    <a:pt x="37710" y="38330"/>
                    <a:pt x="29299" y="38330"/>
                  </a:cubicBezTo>
                  <a:cubicBezTo>
                    <a:pt x="20887" y="38330"/>
                    <a:pt x="15122" y="44919"/>
                    <a:pt x="15122" y="5317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4" name="Freeform 43">
              <a:extLst>
                <a:ext uri="{FF2B5EF4-FFF2-40B4-BE49-F238E27FC236}">
                  <a16:creationId xmlns:a16="http://schemas.microsoft.com/office/drawing/2014/main" id="{A7942CA0-38C0-F890-0B70-9D3A85B57533}"/>
                </a:ext>
              </a:extLst>
            </p:cNvPr>
            <p:cNvSpPr/>
            <p:nvPr/>
          </p:nvSpPr>
          <p:spPr>
            <a:xfrm>
              <a:off x="6450229" y="3333129"/>
              <a:ext cx="54533" cy="56798"/>
            </a:xfrm>
            <a:custGeom>
              <a:avLst/>
              <a:gdLst>
                <a:gd name="connsiteX0" fmla="*/ 54533 w 54533"/>
                <a:gd name="connsiteY0" fmla="*/ 28306 h 56798"/>
                <a:gd name="connsiteX1" fmla="*/ 54250 w 54533"/>
                <a:gd name="connsiteY1" fmla="*/ 33225 h 56798"/>
                <a:gd name="connsiteX2" fmla="*/ 15311 w 54533"/>
                <a:gd name="connsiteY2" fmla="*/ 33225 h 56798"/>
                <a:gd name="connsiteX3" fmla="*/ 29393 w 54533"/>
                <a:gd name="connsiteY3" fmla="*/ 44455 h 56798"/>
                <a:gd name="connsiteX4" fmla="*/ 43286 w 54533"/>
                <a:gd name="connsiteY4" fmla="*/ 39258 h 56798"/>
                <a:gd name="connsiteX5" fmla="*/ 51981 w 54533"/>
                <a:gd name="connsiteY5" fmla="*/ 48631 h 56798"/>
                <a:gd name="connsiteX6" fmla="*/ 28542 w 54533"/>
                <a:gd name="connsiteY6" fmla="*/ 56798 h 56798"/>
                <a:gd name="connsiteX7" fmla="*/ 0 w 54533"/>
                <a:gd name="connsiteY7" fmla="*/ 28585 h 56798"/>
                <a:gd name="connsiteX8" fmla="*/ 27786 w 54533"/>
                <a:gd name="connsiteY8" fmla="*/ 0 h 56798"/>
                <a:gd name="connsiteX9" fmla="*/ 54439 w 54533"/>
                <a:gd name="connsiteY9" fmla="*/ 28306 h 56798"/>
                <a:gd name="connsiteX10" fmla="*/ 15311 w 54533"/>
                <a:gd name="connsiteY10" fmla="*/ 23295 h 56798"/>
                <a:gd name="connsiteX11" fmla="*/ 39600 w 54533"/>
                <a:gd name="connsiteY11" fmla="*/ 23295 h 56798"/>
                <a:gd name="connsiteX12" fmla="*/ 27597 w 54533"/>
                <a:gd name="connsiteY12" fmla="*/ 12529 h 56798"/>
                <a:gd name="connsiteX13" fmla="*/ 15216 w 54533"/>
                <a:gd name="connsiteY13" fmla="*/ 23295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533" h="56798">
                  <a:moveTo>
                    <a:pt x="54533" y="28306"/>
                  </a:moveTo>
                  <a:cubicBezTo>
                    <a:pt x="54533" y="29977"/>
                    <a:pt x="54439" y="32019"/>
                    <a:pt x="54250" y="33225"/>
                  </a:cubicBezTo>
                  <a:lnTo>
                    <a:pt x="15311" y="33225"/>
                  </a:lnTo>
                  <a:cubicBezTo>
                    <a:pt x="16918" y="41021"/>
                    <a:pt x="22399" y="44455"/>
                    <a:pt x="29393" y="44455"/>
                  </a:cubicBezTo>
                  <a:cubicBezTo>
                    <a:pt x="34119" y="44455"/>
                    <a:pt x="39317" y="42599"/>
                    <a:pt x="43286" y="39258"/>
                  </a:cubicBezTo>
                  <a:lnTo>
                    <a:pt x="51981" y="48631"/>
                  </a:lnTo>
                  <a:cubicBezTo>
                    <a:pt x="45744" y="54293"/>
                    <a:pt x="37805" y="56798"/>
                    <a:pt x="28542" y="56798"/>
                  </a:cubicBezTo>
                  <a:cubicBezTo>
                    <a:pt x="11719" y="56798"/>
                    <a:pt x="0" y="45569"/>
                    <a:pt x="0" y="28585"/>
                  </a:cubicBezTo>
                  <a:cubicBezTo>
                    <a:pt x="0" y="11601"/>
                    <a:pt x="11341" y="0"/>
                    <a:pt x="27786" y="0"/>
                  </a:cubicBezTo>
                  <a:cubicBezTo>
                    <a:pt x="44231" y="0"/>
                    <a:pt x="54439" y="11508"/>
                    <a:pt x="54439" y="28306"/>
                  </a:cubicBezTo>
                  <a:close/>
                  <a:moveTo>
                    <a:pt x="15311" y="23295"/>
                  </a:moveTo>
                  <a:lnTo>
                    <a:pt x="39600" y="23295"/>
                  </a:lnTo>
                  <a:cubicBezTo>
                    <a:pt x="38277" y="16427"/>
                    <a:pt x="34024" y="12529"/>
                    <a:pt x="27597" y="12529"/>
                  </a:cubicBezTo>
                  <a:cubicBezTo>
                    <a:pt x="20604" y="12529"/>
                    <a:pt x="16540" y="16613"/>
                    <a:pt x="15216" y="23295"/>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5" name="Freeform 44">
              <a:extLst>
                <a:ext uri="{FF2B5EF4-FFF2-40B4-BE49-F238E27FC236}">
                  <a16:creationId xmlns:a16="http://schemas.microsoft.com/office/drawing/2014/main" id="{A0BAB121-E44D-B9D0-290E-F9B7322C034B}"/>
                </a:ext>
              </a:extLst>
            </p:cNvPr>
            <p:cNvSpPr/>
            <p:nvPr/>
          </p:nvSpPr>
          <p:spPr>
            <a:xfrm>
              <a:off x="5868605" y="3467607"/>
              <a:ext cx="57463" cy="77680"/>
            </a:xfrm>
            <a:custGeom>
              <a:avLst/>
              <a:gdLst>
                <a:gd name="connsiteX0" fmla="*/ 57463 w 57463"/>
                <a:gd name="connsiteY0" fmla="*/ 28492 h 77680"/>
                <a:gd name="connsiteX1" fmla="*/ 30905 w 57463"/>
                <a:gd name="connsiteY1" fmla="*/ 56891 h 77680"/>
                <a:gd name="connsiteX2" fmla="*/ 14744 w 57463"/>
                <a:gd name="connsiteY2" fmla="*/ 49838 h 77680"/>
                <a:gd name="connsiteX3" fmla="*/ 14744 w 57463"/>
                <a:gd name="connsiteY3" fmla="*/ 77680 h 77680"/>
                <a:gd name="connsiteX4" fmla="*/ 0 w 57463"/>
                <a:gd name="connsiteY4" fmla="*/ 77680 h 77680"/>
                <a:gd name="connsiteX5" fmla="*/ 0 w 57463"/>
                <a:gd name="connsiteY5" fmla="*/ 1485 h 77680"/>
                <a:gd name="connsiteX6" fmla="*/ 14460 w 57463"/>
                <a:gd name="connsiteY6" fmla="*/ 1485 h 77680"/>
                <a:gd name="connsiteX7" fmla="*/ 14460 w 57463"/>
                <a:gd name="connsiteY7" fmla="*/ 7425 h 77680"/>
                <a:gd name="connsiteX8" fmla="*/ 30811 w 57463"/>
                <a:gd name="connsiteY8" fmla="*/ 0 h 77680"/>
                <a:gd name="connsiteX9" fmla="*/ 57463 w 57463"/>
                <a:gd name="connsiteY9" fmla="*/ 28399 h 77680"/>
                <a:gd name="connsiteX10" fmla="*/ 13988 w 57463"/>
                <a:gd name="connsiteY10" fmla="*/ 28492 h 77680"/>
                <a:gd name="connsiteX11" fmla="*/ 28070 w 57463"/>
                <a:gd name="connsiteY11" fmla="*/ 43341 h 77680"/>
                <a:gd name="connsiteX12" fmla="*/ 42247 w 57463"/>
                <a:gd name="connsiteY12" fmla="*/ 28492 h 77680"/>
                <a:gd name="connsiteX13" fmla="*/ 28070 w 57463"/>
                <a:gd name="connsiteY13" fmla="*/ 13643 h 77680"/>
                <a:gd name="connsiteX14" fmla="*/ 13988 w 57463"/>
                <a:gd name="connsiteY14" fmla="*/ 28492 h 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77680">
                  <a:moveTo>
                    <a:pt x="57463" y="28492"/>
                  </a:moveTo>
                  <a:cubicBezTo>
                    <a:pt x="57463" y="44640"/>
                    <a:pt x="46027" y="56891"/>
                    <a:pt x="30905" y="56891"/>
                  </a:cubicBezTo>
                  <a:cubicBezTo>
                    <a:pt x="23533" y="56891"/>
                    <a:pt x="18335" y="54014"/>
                    <a:pt x="14744" y="49838"/>
                  </a:cubicBezTo>
                  <a:lnTo>
                    <a:pt x="14744" y="77680"/>
                  </a:lnTo>
                  <a:lnTo>
                    <a:pt x="0" y="77680"/>
                  </a:lnTo>
                  <a:lnTo>
                    <a:pt x="0" y="1485"/>
                  </a:lnTo>
                  <a:lnTo>
                    <a:pt x="14460" y="1485"/>
                  </a:lnTo>
                  <a:lnTo>
                    <a:pt x="14460" y="7425"/>
                  </a:lnTo>
                  <a:cubicBezTo>
                    <a:pt x="18052" y="3063"/>
                    <a:pt x="23344" y="0"/>
                    <a:pt x="30811" y="0"/>
                  </a:cubicBezTo>
                  <a:cubicBezTo>
                    <a:pt x="46027" y="0"/>
                    <a:pt x="57463" y="12158"/>
                    <a:pt x="57463" y="28399"/>
                  </a:cubicBezTo>
                  <a:close/>
                  <a:moveTo>
                    <a:pt x="13988" y="28492"/>
                  </a:moveTo>
                  <a:cubicBezTo>
                    <a:pt x="13988" y="37030"/>
                    <a:pt x="19753" y="43341"/>
                    <a:pt x="28070" y="43341"/>
                  </a:cubicBezTo>
                  <a:cubicBezTo>
                    <a:pt x="36387" y="43341"/>
                    <a:pt x="42247" y="36752"/>
                    <a:pt x="42247" y="28492"/>
                  </a:cubicBezTo>
                  <a:cubicBezTo>
                    <a:pt x="42247" y="20232"/>
                    <a:pt x="36765" y="13643"/>
                    <a:pt x="28070" y="13643"/>
                  </a:cubicBezTo>
                  <a:cubicBezTo>
                    <a:pt x="19375" y="13643"/>
                    <a:pt x="13988" y="19954"/>
                    <a:pt x="13988" y="28492"/>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6" name="Freeform 45">
              <a:extLst>
                <a:ext uri="{FF2B5EF4-FFF2-40B4-BE49-F238E27FC236}">
                  <a16:creationId xmlns:a16="http://schemas.microsoft.com/office/drawing/2014/main" id="{1302C057-F49D-A35B-C9E7-42D918A57EAE}"/>
                </a:ext>
              </a:extLst>
            </p:cNvPr>
            <p:cNvSpPr/>
            <p:nvPr/>
          </p:nvSpPr>
          <p:spPr>
            <a:xfrm>
              <a:off x="5934668" y="3467700"/>
              <a:ext cx="54533" cy="56798"/>
            </a:xfrm>
            <a:custGeom>
              <a:avLst/>
              <a:gdLst>
                <a:gd name="connsiteX0" fmla="*/ 54533 w 54533"/>
                <a:gd name="connsiteY0" fmla="*/ 28306 h 56798"/>
                <a:gd name="connsiteX1" fmla="*/ 54250 w 54533"/>
                <a:gd name="connsiteY1" fmla="*/ 33225 h 56798"/>
                <a:gd name="connsiteX2" fmla="*/ 15311 w 54533"/>
                <a:gd name="connsiteY2" fmla="*/ 33225 h 56798"/>
                <a:gd name="connsiteX3" fmla="*/ 29393 w 54533"/>
                <a:gd name="connsiteY3" fmla="*/ 44455 h 56798"/>
                <a:gd name="connsiteX4" fmla="*/ 43286 w 54533"/>
                <a:gd name="connsiteY4" fmla="*/ 39258 h 56798"/>
                <a:gd name="connsiteX5" fmla="*/ 51981 w 54533"/>
                <a:gd name="connsiteY5" fmla="*/ 48631 h 56798"/>
                <a:gd name="connsiteX6" fmla="*/ 28543 w 54533"/>
                <a:gd name="connsiteY6" fmla="*/ 56798 h 56798"/>
                <a:gd name="connsiteX7" fmla="*/ 0 w 54533"/>
                <a:gd name="connsiteY7" fmla="*/ 28585 h 56798"/>
                <a:gd name="connsiteX8" fmla="*/ 27786 w 54533"/>
                <a:gd name="connsiteY8" fmla="*/ 0 h 56798"/>
                <a:gd name="connsiteX9" fmla="*/ 54439 w 54533"/>
                <a:gd name="connsiteY9" fmla="*/ 28306 h 56798"/>
                <a:gd name="connsiteX10" fmla="*/ 15405 w 54533"/>
                <a:gd name="connsiteY10" fmla="*/ 23295 h 56798"/>
                <a:gd name="connsiteX11" fmla="*/ 39695 w 54533"/>
                <a:gd name="connsiteY11" fmla="*/ 23295 h 56798"/>
                <a:gd name="connsiteX12" fmla="*/ 27692 w 54533"/>
                <a:gd name="connsiteY12" fmla="*/ 12529 h 56798"/>
                <a:gd name="connsiteX13" fmla="*/ 15311 w 54533"/>
                <a:gd name="connsiteY13" fmla="*/ 23295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533" h="56798">
                  <a:moveTo>
                    <a:pt x="54533" y="28306"/>
                  </a:moveTo>
                  <a:cubicBezTo>
                    <a:pt x="54533" y="29977"/>
                    <a:pt x="54439" y="32019"/>
                    <a:pt x="54250" y="33225"/>
                  </a:cubicBezTo>
                  <a:lnTo>
                    <a:pt x="15311" y="33225"/>
                  </a:lnTo>
                  <a:cubicBezTo>
                    <a:pt x="16918" y="41021"/>
                    <a:pt x="22494" y="44455"/>
                    <a:pt x="29393" y="44455"/>
                  </a:cubicBezTo>
                  <a:cubicBezTo>
                    <a:pt x="34119" y="44455"/>
                    <a:pt x="39317" y="42599"/>
                    <a:pt x="43286" y="39258"/>
                  </a:cubicBezTo>
                  <a:lnTo>
                    <a:pt x="51981" y="48631"/>
                  </a:lnTo>
                  <a:cubicBezTo>
                    <a:pt x="45744" y="54293"/>
                    <a:pt x="37805" y="56798"/>
                    <a:pt x="28543" y="56798"/>
                  </a:cubicBezTo>
                  <a:cubicBezTo>
                    <a:pt x="11719" y="56798"/>
                    <a:pt x="0" y="45569"/>
                    <a:pt x="0" y="28585"/>
                  </a:cubicBezTo>
                  <a:cubicBezTo>
                    <a:pt x="0" y="11601"/>
                    <a:pt x="11341" y="0"/>
                    <a:pt x="27786" y="0"/>
                  </a:cubicBezTo>
                  <a:cubicBezTo>
                    <a:pt x="44231" y="0"/>
                    <a:pt x="54439" y="11508"/>
                    <a:pt x="54439" y="28306"/>
                  </a:cubicBezTo>
                  <a:close/>
                  <a:moveTo>
                    <a:pt x="15405" y="23295"/>
                  </a:moveTo>
                  <a:lnTo>
                    <a:pt x="39695" y="23295"/>
                  </a:lnTo>
                  <a:cubicBezTo>
                    <a:pt x="38372" y="16427"/>
                    <a:pt x="34119" y="12529"/>
                    <a:pt x="27692" y="12529"/>
                  </a:cubicBezTo>
                  <a:cubicBezTo>
                    <a:pt x="20698" y="12529"/>
                    <a:pt x="16634" y="16613"/>
                    <a:pt x="15311" y="23295"/>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7" name="Freeform 46">
              <a:extLst>
                <a:ext uri="{FF2B5EF4-FFF2-40B4-BE49-F238E27FC236}">
                  <a16:creationId xmlns:a16="http://schemas.microsoft.com/office/drawing/2014/main" id="{CBB03C7E-269B-ACB6-CF03-7EE2FBC9293B}"/>
                </a:ext>
              </a:extLst>
            </p:cNvPr>
            <p:cNvSpPr/>
            <p:nvPr/>
          </p:nvSpPr>
          <p:spPr>
            <a:xfrm>
              <a:off x="6001299" y="3467700"/>
              <a:ext cx="37615" cy="55313"/>
            </a:xfrm>
            <a:custGeom>
              <a:avLst/>
              <a:gdLst>
                <a:gd name="connsiteX0" fmla="*/ 37521 w 37615"/>
                <a:gd name="connsiteY0" fmla="*/ 1114 h 55313"/>
                <a:gd name="connsiteX1" fmla="*/ 35347 w 37615"/>
                <a:gd name="connsiteY1" fmla="*/ 15499 h 55313"/>
                <a:gd name="connsiteX2" fmla="*/ 26369 w 37615"/>
                <a:gd name="connsiteY2" fmla="*/ 13736 h 55313"/>
                <a:gd name="connsiteX3" fmla="*/ 14838 w 37615"/>
                <a:gd name="connsiteY3" fmla="*/ 25893 h 55313"/>
                <a:gd name="connsiteX4" fmla="*/ 14838 w 37615"/>
                <a:gd name="connsiteY4" fmla="*/ 55313 h 55313"/>
                <a:gd name="connsiteX5" fmla="*/ 0 w 37615"/>
                <a:gd name="connsiteY5" fmla="*/ 55313 h 55313"/>
                <a:gd name="connsiteX6" fmla="*/ 0 w 37615"/>
                <a:gd name="connsiteY6" fmla="*/ 1392 h 55313"/>
                <a:gd name="connsiteX7" fmla="*/ 14366 w 37615"/>
                <a:gd name="connsiteY7" fmla="*/ 1392 h 55313"/>
                <a:gd name="connsiteX8" fmla="*/ 14366 w 37615"/>
                <a:gd name="connsiteY8" fmla="*/ 7332 h 55313"/>
                <a:gd name="connsiteX9" fmla="*/ 29866 w 37615"/>
                <a:gd name="connsiteY9" fmla="*/ 0 h 55313"/>
                <a:gd name="connsiteX10" fmla="*/ 37616 w 37615"/>
                <a:gd name="connsiteY10" fmla="*/ 1206 h 5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15" h="55313">
                  <a:moveTo>
                    <a:pt x="37521" y="1114"/>
                  </a:moveTo>
                  <a:lnTo>
                    <a:pt x="35347" y="15499"/>
                  </a:lnTo>
                  <a:cubicBezTo>
                    <a:pt x="32890" y="14478"/>
                    <a:pt x="29393" y="13736"/>
                    <a:pt x="26369" y="13736"/>
                  </a:cubicBezTo>
                  <a:cubicBezTo>
                    <a:pt x="19469" y="13736"/>
                    <a:pt x="14838" y="17819"/>
                    <a:pt x="14838" y="25893"/>
                  </a:cubicBezTo>
                  <a:lnTo>
                    <a:pt x="14838" y="55313"/>
                  </a:lnTo>
                  <a:lnTo>
                    <a:pt x="0" y="55313"/>
                  </a:lnTo>
                  <a:lnTo>
                    <a:pt x="0" y="1392"/>
                  </a:lnTo>
                  <a:lnTo>
                    <a:pt x="14366" y="1392"/>
                  </a:lnTo>
                  <a:lnTo>
                    <a:pt x="14366" y="7332"/>
                  </a:lnTo>
                  <a:cubicBezTo>
                    <a:pt x="17863" y="2227"/>
                    <a:pt x="23061" y="0"/>
                    <a:pt x="29866" y="0"/>
                  </a:cubicBezTo>
                  <a:cubicBezTo>
                    <a:pt x="33079" y="0"/>
                    <a:pt x="35536" y="464"/>
                    <a:pt x="37616" y="1206"/>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8" name="Freeform 47">
              <a:extLst>
                <a:ext uri="{FF2B5EF4-FFF2-40B4-BE49-F238E27FC236}">
                  <a16:creationId xmlns:a16="http://schemas.microsoft.com/office/drawing/2014/main" id="{3DA5A416-CAB4-FE2B-C88F-46B3E405169B}"/>
                </a:ext>
              </a:extLst>
            </p:cNvPr>
            <p:cNvSpPr/>
            <p:nvPr/>
          </p:nvSpPr>
          <p:spPr>
            <a:xfrm>
              <a:off x="6044113" y="3467793"/>
              <a:ext cx="49618" cy="56705"/>
            </a:xfrm>
            <a:custGeom>
              <a:avLst/>
              <a:gdLst>
                <a:gd name="connsiteX0" fmla="*/ 43097 w 49618"/>
                <a:gd name="connsiteY0" fmla="*/ 16334 h 56705"/>
                <a:gd name="connsiteX1" fmla="*/ 25613 w 49618"/>
                <a:gd name="connsiteY1" fmla="*/ 11972 h 56705"/>
                <a:gd name="connsiteX2" fmla="*/ 17201 w 49618"/>
                <a:gd name="connsiteY2" fmla="*/ 16891 h 56705"/>
                <a:gd name="connsiteX3" fmla="*/ 26180 w 49618"/>
                <a:gd name="connsiteY3" fmla="*/ 21531 h 56705"/>
                <a:gd name="connsiteX4" fmla="*/ 31094 w 49618"/>
                <a:gd name="connsiteY4" fmla="*/ 22274 h 56705"/>
                <a:gd name="connsiteX5" fmla="*/ 49619 w 49618"/>
                <a:gd name="connsiteY5" fmla="*/ 38422 h 56705"/>
                <a:gd name="connsiteX6" fmla="*/ 24384 w 49618"/>
                <a:gd name="connsiteY6" fmla="*/ 56706 h 56705"/>
                <a:gd name="connsiteX7" fmla="*/ 0 w 49618"/>
                <a:gd name="connsiteY7" fmla="*/ 50395 h 56705"/>
                <a:gd name="connsiteX8" fmla="*/ 5860 w 49618"/>
                <a:gd name="connsiteY8" fmla="*/ 39350 h 56705"/>
                <a:gd name="connsiteX9" fmla="*/ 24573 w 49618"/>
                <a:gd name="connsiteY9" fmla="*/ 44640 h 56705"/>
                <a:gd name="connsiteX10" fmla="*/ 34686 w 49618"/>
                <a:gd name="connsiteY10" fmla="*/ 39536 h 56705"/>
                <a:gd name="connsiteX11" fmla="*/ 25518 w 49618"/>
                <a:gd name="connsiteY11" fmla="*/ 34617 h 56705"/>
                <a:gd name="connsiteX12" fmla="*/ 21076 w 49618"/>
                <a:gd name="connsiteY12" fmla="*/ 33968 h 56705"/>
                <a:gd name="connsiteX13" fmla="*/ 2079 w 49618"/>
                <a:gd name="connsiteY13" fmla="*/ 17633 h 56705"/>
                <a:gd name="connsiteX14" fmla="*/ 25235 w 49618"/>
                <a:gd name="connsiteY14" fmla="*/ 0 h 56705"/>
                <a:gd name="connsiteX15" fmla="*/ 48201 w 49618"/>
                <a:gd name="connsiteY15" fmla="*/ 5104 h 56705"/>
                <a:gd name="connsiteX16" fmla="*/ 43192 w 49618"/>
                <a:gd name="connsiteY16" fmla="*/ 16427 h 56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618" h="56705">
                  <a:moveTo>
                    <a:pt x="43097" y="16334"/>
                  </a:moveTo>
                  <a:cubicBezTo>
                    <a:pt x="38750" y="14200"/>
                    <a:pt x="31756" y="11972"/>
                    <a:pt x="25613" y="11972"/>
                  </a:cubicBezTo>
                  <a:cubicBezTo>
                    <a:pt x="20036" y="11972"/>
                    <a:pt x="17201" y="13921"/>
                    <a:pt x="17201" y="16891"/>
                  </a:cubicBezTo>
                  <a:cubicBezTo>
                    <a:pt x="17201" y="20046"/>
                    <a:pt x="21171" y="20789"/>
                    <a:pt x="26180" y="21531"/>
                  </a:cubicBezTo>
                  <a:lnTo>
                    <a:pt x="31094" y="22274"/>
                  </a:lnTo>
                  <a:cubicBezTo>
                    <a:pt x="43003" y="24037"/>
                    <a:pt x="49619" y="29327"/>
                    <a:pt x="49619" y="38422"/>
                  </a:cubicBezTo>
                  <a:cubicBezTo>
                    <a:pt x="49619" y="49559"/>
                    <a:pt x="40356" y="56706"/>
                    <a:pt x="24384" y="56706"/>
                  </a:cubicBezTo>
                  <a:cubicBezTo>
                    <a:pt x="16918" y="56706"/>
                    <a:pt x="7088" y="55313"/>
                    <a:pt x="0" y="50395"/>
                  </a:cubicBezTo>
                  <a:lnTo>
                    <a:pt x="5860" y="39350"/>
                  </a:lnTo>
                  <a:cubicBezTo>
                    <a:pt x="10585" y="42413"/>
                    <a:pt x="16256" y="44640"/>
                    <a:pt x="24573" y="44640"/>
                  </a:cubicBezTo>
                  <a:cubicBezTo>
                    <a:pt x="31472" y="44640"/>
                    <a:pt x="34686" y="42784"/>
                    <a:pt x="34686" y="39536"/>
                  </a:cubicBezTo>
                  <a:cubicBezTo>
                    <a:pt x="34686" y="36937"/>
                    <a:pt x="31945" y="35453"/>
                    <a:pt x="25518" y="34617"/>
                  </a:cubicBezTo>
                  <a:lnTo>
                    <a:pt x="21076" y="33968"/>
                  </a:lnTo>
                  <a:cubicBezTo>
                    <a:pt x="8412" y="32204"/>
                    <a:pt x="2079" y="26821"/>
                    <a:pt x="2079" y="17633"/>
                  </a:cubicBezTo>
                  <a:cubicBezTo>
                    <a:pt x="2079" y="6589"/>
                    <a:pt x="10774" y="0"/>
                    <a:pt x="25235" y="0"/>
                  </a:cubicBezTo>
                  <a:cubicBezTo>
                    <a:pt x="34024" y="0"/>
                    <a:pt x="40924" y="1578"/>
                    <a:pt x="48201" y="5104"/>
                  </a:cubicBezTo>
                  <a:lnTo>
                    <a:pt x="43192" y="16427"/>
                  </a:lnTo>
                  <a:close/>
                </a:path>
              </a:pathLst>
            </a:custGeom>
            <a:grpFill/>
            <a:ln w="0" cap="flat">
              <a:noFill/>
              <a:prstDash val="solid"/>
              <a:miter/>
            </a:ln>
          </p:spPr>
          <p:txBody>
            <a:bodyPr rtlCol="0" anchor="ctr"/>
            <a:lstStyle/>
            <a:p>
              <a:endParaRPr lang="en-US" b="1" i="0">
                <a:latin typeface="Tenorite" pitchFamily="2" charset="0"/>
              </a:endParaRPr>
            </a:p>
          </p:txBody>
        </p:sp>
        <p:sp>
          <p:nvSpPr>
            <p:cNvPr id="49" name="Freeform 48">
              <a:extLst>
                <a:ext uri="{FF2B5EF4-FFF2-40B4-BE49-F238E27FC236}">
                  <a16:creationId xmlns:a16="http://schemas.microsoft.com/office/drawing/2014/main" id="{65266FCA-12B4-C374-A999-C80C2616BE41}"/>
                </a:ext>
              </a:extLst>
            </p:cNvPr>
            <p:cNvSpPr/>
            <p:nvPr/>
          </p:nvSpPr>
          <p:spPr>
            <a:xfrm>
              <a:off x="6101670" y="3467700"/>
              <a:ext cx="59447" cy="56798"/>
            </a:xfrm>
            <a:custGeom>
              <a:avLst/>
              <a:gdLst>
                <a:gd name="connsiteX0" fmla="*/ 59448 w 59447"/>
                <a:gd name="connsiteY0" fmla="*/ 28399 h 56798"/>
                <a:gd name="connsiteX1" fmla="*/ 29677 w 59447"/>
                <a:gd name="connsiteY1" fmla="*/ 56798 h 56798"/>
                <a:gd name="connsiteX2" fmla="*/ 0 w 59447"/>
                <a:gd name="connsiteY2" fmla="*/ 28399 h 56798"/>
                <a:gd name="connsiteX3" fmla="*/ 29677 w 59447"/>
                <a:gd name="connsiteY3" fmla="*/ 0 h 56798"/>
                <a:gd name="connsiteX4" fmla="*/ 59448 w 59447"/>
                <a:gd name="connsiteY4" fmla="*/ 28399 h 56798"/>
                <a:gd name="connsiteX5" fmla="*/ 15122 w 59447"/>
                <a:gd name="connsiteY5" fmla="*/ 28399 h 56798"/>
                <a:gd name="connsiteX6" fmla="*/ 29677 w 59447"/>
                <a:gd name="connsiteY6" fmla="*/ 43248 h 56798"/>
                <a:gd name="connsiteX7" fmla="*/ 44326 w 59447"/>
                <a:gd name="connsiteY7" fmla="*/ 28399 h 56798"/>
                <a:gd name="connsiteX8" fmla="*/ 29677 w 59447"/>
                <a:gd name="connsiteY8" fmla="*/ 13550 h 56798"/>
                <a:gd name="connsiteX9" fmla="*/ 15122 w 59447"/>
                <a:gd name="connsiteY9"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447" h="56798">
                  <a:moveTo>
                    <a:pt x="59448" y="28399"/>
                  </a:moveTo>
                  <a:cubicBezTo>
                    <a:pt x="59448" y="44640"/>
                    <a:pt x="46783" y="56798"/>
                    <a:pt x="29677" y="56798"/>
                  </a:cubicBezTo>
                  <a:cubicBezTo>
                    <a:pt x="12570" y="56798"/>
                    <a:pt x="0" y="44640"/>
                    <a:pt x="0" y="28399"/>
                  </a:cubicBezTo>
                  <a:cubicBezTo>
                    <a:pt x="0" y="12158"/>
                    <a:pt x="12570" y="0"/>
                    <a:pt x="29677" y="0"/>
                  </a:cubicBezTo>
                  <a:cubicBezTo>
                    <a:pt x="46783" y="0"/>
                    <a:pt x="59448" y="12158"/>
                    <a:pt x="59448" y="28399"/>
                  </a:cubicBezTo>
                  <a:close/>
                  <a:moveTo>
                    <a:pt x="15122" y="28399"/>
                  </a:moveTo>
                  <a:cubicBezTo>
                    <a:pt x="15122" y="37123"/>
                    <a:pt x="21360" y="43248"/>
                    <a:pt x="29677" y="43248"/>
                  </a:cubicBezTo>
                  <a:cubicBezTo>
                    <a:pt x="37994" y="43248"/>
                    <a:pt x="44326" y="37123"/>
                    <a:pt x="44326" y="28399"/>
                  </a:cubicBezTo>
                  <a:cubicBezTo>
                    <a:pt x="44326" y="19675"/>
                    <a:pt x="37994" y="13550"/>
                    <a:pt x="29677" y="13550"/>
                  </a:cubicBezTo>
                  <a:cubicBezTo>
                    <a:pt x="21360" y="13550"/>
                    <a:pt x="15122" y="19675"/>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50" name="Freeform 49">
              <a:extLst>
                <a:ext uri="{FF2B5EF4-FFF2-40B4-BE49-F238E27FC236}">
                  <a16:creationId xmlns:a16="http://schemas.microsoft.com/office/drawing/2014/main" id="{6FA5F325-4E75-B2A3-CAA8-715933DCE62D}"/>
                </a:ext>
              </a:extLst>
            </p:cNvPr>
            <p:cNvSpPr/>
            <p:nvPr/>
          </p:nvSpPr>
          <p:spPr>
            <a:xfrm>
              <a:off x="6173215" y="3467607"/>
              <a:ext cx="51981" cy="55498"/>
            </a:xfrm>
            <a:custGeom>
              <a:avLst/>
              <a:gdLst>
                <a:gd name="connsiteX0" fmla="*/ 51981 w 51981"/>
                <a:gd name="connsiteY0" fmla="*/ 21160 h 55498"/>
                <a:gd name="connsiteX1" fmla="*/ 51981 w 51981"/>
                <a:gd name="connsiteY1" fmla="*/ 55499 h 55498"/>
                <a:gd name="connsiteX2" fmla="*/ 37143 w 51981"/>
                <a:gd name="connsiteY2" fmla="*/ 55499 h 55498"/>
                <a:gd name="connsiteX3" fmla="*/ 37143 w 51981"/>
                <a:gd name="connsiteY3" fmla="*/ 25801 h 55498"/>
                <a:gd name="connsiteX4" fmla="*/ 26463 w 51981"/>
                <a:gd name="connsiteY4" fmla="*/ 13736 h 55498"/>
                <a:gd name="connsiteX5" fmla="*/ 14838 w 51981"/>
                <a:gd name="connsiteY5" fmla="*/ 25893 h 55498"/>
                <a:gd name="connsiteX6" fmla="*/ 14838 w 51981"/>
                <a:gd name="connsiteY6" fmla="*/ 55406 h 55498"/>
                <a:gd name="connsiteX7" fmla="*/ 0 w 51981"/>
                <a:gd name="connsiteY7" fmla="*/ 55406 h 55498"/>
                <a:gd name="connsiteX8" fmla="*/ 0 w 51981"/>
                <a:gd name="connsiteY8" fmla="*/ 1485 h 55498"/>
                <a:gd name="connsiteX9" fmla="*/ 14366 w 51981"/>
                <a:gd name="connsiteY9" fmla="*/ 1485 h 55498"/>
                <a:gd name="connsiteX10" fmla="*/ 14366 w 51981"/>
                <a:gd name="connsiteY10" fmla="*/ 7796 h 55498"/>
                <a:gd name="connsiteX11" fmla="*/ 30527 w 51981"/>
                <a:gd name="connsiteY11" fmla="*/ 0 h 55498"/>
                <a:gd name="connsiteX12" fmla="*/ 51887 w 51981"/>
                <a:gd name="connsiteY12" fmla="*/ 21067 h 55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81" h="55498">
                  <a:moveTo>
                    <a:pt x="51981" y="21160"/>
                  </a:moveTo>
                  <a:lnTo>
                    <a:pt x="51981" y="55499"/>
                  </a:lnTo>
                  <a:lnTo>
                    <a:pt x="37143" y="55499"/>
                  </a:lnTo>
                  <a:lnTo>
                    <a:pt x="37143" y="25801"/>
                  </a:lnTo>
                  <a:cubicBezTo>
                    <a:pt x="37143" y="18005"/>
                    <a:pt x="33174" y="13736"/>
                    <a:pt x="26463" y="13736"/>
                  </a:cubicBezTo>
                  <a:cubicBezTo>
                    <a:pt x="20131" y="13736"/>
                    <a:pt x="14838" y="17819"/>
                    <a:pt x="14838" y="25893"/>
                  </a:cubicBezTo>
                  <a:lnTo>
                    <a:pt x="14838" y="55406"/>
                  </a:lnTo>
                  <a:lnTo>
                    <a:pt x="0" y="55406"/>
                  </a:lnTo>
                  <a:lnTo>
                    <a:pt x="0" y="1485"/>
                  </a:lnTo>
                  <a:lnTo>
                    <a:pt x="14366" y="1485"/>
                  </a:lnTo>
                  <a:lnTo>
                    <a:pt x="14366" y="7796"/>
                  </a:lnTo>
                  <a:cubicBezTo>
                    <a:pt x="18241" y="2042"/>
                    <a:pt x="24290" y="0"/>
                    <a:pt x="30527" y="0"/>
                  </a:cubicBezTo>
                  <a:cubicBezTo>
                    <a:pt x="43003" y="0"/>
                    <a:pt x="51887" y="8538"/>
                    <a:pt x="51887" y="21067"/>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51" name="Freeform 50">
              <a:extLst>
                <a:ext uri="{FF2B5EF4-FFF2-40B4-BE49-F238E27FC236}">
                  <a16:creationId xmlns:a16="http://schemas.microsoft.com/office/drawing/2014/main" id="{7189B50B-3FA8-EE23-13CA-146D51636965}"/>
                </a:ext>
              </a:extLst>
            </p:cNvPr>
            <p:cNvSpPr/>
            <p:nvPr/>
          </p:nvSpPr>
          <p:spPr>
            <a:xfrm>
              <a:off x="6236916" y="3467700"/>
              <a:ext cx="57463" cy="56798"/>
            </a:xfrm>
            <a:custGeom>
              <a:avLst/>
              <a:gdLst>
                <a:gd name="connsiteX0" fmla="*/ 57463 w 57463"/>
                <a:gd name="connsiteY0" fmla="*/ 55406 h 56798"/>
                <a:gd name="connsiteX1" fmla="*/ 43003 w 57463"/>
                <a:gd name="connsiteY1" fmla="*/ 55406 h 56798"/>
                <a:gd name="connsiteX2" fmla="*/ 43003 w 57463"/>
                <a:gd name="connsiteY2" fmla="*/ 49467 h 56798"/>
                <a:gd name="connsiteX3" fmla="*/ 26558 w 57463"/>
                <a:gd name="connsiteY3" fmla="*/ 56798 h 56798"/>
                <a:gd name="connsiteX4" fmla="*/ 0 w 57463"/>
                <a:gd name="connsiteY4" fmla="*/ 28399 h 56798"/>
                <a:gd name="connsiteX5" fmla="*/ 26558 w 57463"/>
                <a:gd name="connsiteY5" fmla="*/ 0 h 56798"/>
                <a:gd name="connsiteX6" fmla="*/ 43003 w 57463"/>
                <a:gd name="connsiteY6" fmla="*/ 7425 h 56798"/>
                <a:gd name="connsiteX7" fmla="*/ 43003 w 57463"/>
                <a:gd name="connsiteY7" fmla="*/ 1485 h 56798"/>
                <a:gd name="connsiteX8" fmla="*/ 57463 w 57463"/>
                <a:gd name="connsiteY8" fmla="*/ 1485 h 56798"/>
                <a:gd name="connsiteX9" fmla="*/ 57463 w 57463"/>
                <a:gd name="connsiteY9" fmla="*/ 55406 h 56798"/>
                <a:gd name="connsiteX10" fmla="*/ 15122 w 57463"/>
                <a:gd name="connsiteY10" fmla="*/ 28399 h 56798"/>
                <a:gd name="connsiteX11" fmla="*/ 29299 w 57463"/>
                <a:gd name="connsiteY11" fmla="*/ 43248 h 56798"/>
                <a:gd name="connsiteX12" fmla="*/ 43475 w 57463"/>
                <a:gd name="connsiteY12" fmla="*/ 28399 h 56798"/>
                <a:gd name="connsiteX13" fmla="*/ 29299 w 57463"/>
                <a:gd name="connsiteY13" fmla="*/ 13550 h 56798"/>
                <a:gd name="connsiteX14" fmla="*/ 15122 w 57463"/>
                <a:gd name="connsiteY14"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56798">
                  <a:moveTo>
                    <a:pt x="57463" y="55406"/>
                  </a:moveTo>
                  <a:lnTo>
                    <a:pt x="43003" y="55406"/>
                  </a:lnTo>
                  <a:lnTo>
                    <a:pt x="43003" y="49467"/>
                  </a:lnTo>
                  <a:cubicBezTo>
                    <a:pt x="39411" y="53828"/>
                    <a:pt x="34119" y="56798"/>
                    <a:pt x="26558" y="56798"/>
                  </a:cubicBezTo>
                  <a:cubicBezTo>
                    <a:pt x="11436" y="56798"/>
                    <a:pt x="0" y="44640"/>
                    <a:pt x="0" y="28399"/>
                  </a:cubicBezTo>
                  <a:cubicBezTo>
                    <a:pt x="0" y="12158"/>
                    <a:pt x="11436" y="0"/>
                    <a:pt x="26558" y="0"/>
                  </a:cubicBezTo>
                  <a:cubicBezTo>
                    <a:pt x="34119" y="0"/>
                    <a:pt x="39411" y="2970"/>
                    <a:pt x="43003" y="7425"/>
                  </a:cubicBezTo>
                  <a:lnTo>
                    <a:pt x="43003" y="1485"/>
                  </a:lnTo>
                  <a:lnTo>
                    <a:pt x="57463" y="1485"/>
                  </a:lnTo>
                  <a:lnTo>
                    <a:pt x="57463" y="55406"/>
                  </a:lnTo>
                  <a:close/>
                  <a:moveTo>
                    <a:pt x="15122" y="28399"/>
                  </a:moveTo>
                  <a:cubicBezTo>
                    <a:pt x="15122" y="36659"/>
                    <a:pt x="20604" y="43248"/>
                    <a:pt x="29299" y="43248"/>
                  </a:cubicBezTo>
                  <a:cubicBezTo>
                    <a:pt x="37994" y="43248"/>
                    <a:pt x="43475" y="36937"/>
                    <a:pt x="43475" y="28399"/>
                  </a:cubicBezTo>
                  <a:cubicBezTo>
                    <a:pt x="43475" y="19861"/>
                    <a:pt x="37710" y="13550"/>
                    <a:pt x="29299" y="13550"/>
                  </a:cubicBezTo>
                  <a:cubicBezTo>
                    <a:pt x="20887" y="13550"/>
                    <a:pt x="15122" y="20139"/>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52" name="Freeform 51">
              <a:extLst>
                <a:ext uri="{FF2B5EF4-FFF2-40B4-BE49-F238E27FC236}">
                  <a16:creationId xmlns:a16="http://schemas.microsoft.com/office/drawing/2014/main" id="{937ECD96-5045-2B71-CCE8-DE37FD6077C4}"/>
                </a:ext>
              </a:extLst>
            </p:cNvPr>
            <p:cNvSpPr/>
            <p:nvPr/>
          </p:nvSpPr>
          <p:spPr>
            <a:xfrm>
              <a:off x="6309879" y="3442921"/>
              <a:ext cx="14838" cy="80185"/>
            </a:xfrm>
            <a:custGeom>
              <a:avLst/>
              <a:gdLst>
                <a:gd name="connsiteX0" fmla="*/ 14838 w 14838"/>
                <a:gd name="connsiteY0" fmla="*/ 80186 h 80185"/>
                <a:gd name="connsiteX1" fmla="*/ 0 w 14838"/>
                <a:gd name="connsiteY1" fmla="*/ 80186 h 80185"/>
                <a:gd name="connsiteX2" fmla="*/ 0 w 14838"/>
                <a:gd name="connsiteY2" fmla="*/ 0 h 80185"/>
                <a:gd name="connsiteX3" fmla="*/ 14838 w 14838"/>
                <a:gd name="connsiteY3" fmla="*/ 0 h 80185"/>
                <a:gd name="connsiteX4" fmla="*/ 14838 w 14838"/>
                <a:gd name="connsiteY4" fmla="*/ 80186 h 80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38" h="80185">
                  <a:moveTo>
                    <a:pt x="14838" y="80186"/>
                  </a:moveTo>
                  <a:lnTo>
                    <a:pt x="0" y="80186"/>
                  </a:lnTo>
                  <a:lnTo>
                    <a:pt x="0" y="0"/>
                  </a:lnTo>
                  <a:lnTo>
                    <a:pt x="14838" y="0"/>
                  </a:lnTo>
                  <a:lnTo>
                    <a:pt x="14838" y="80186"/>
                  </a:lnTo>
                  <a:close/>
                </a:path>
              </a:pathLst>
            </a:custGeom>
            <a:grpFill/>
            <a:ln w="0" cap="flat">
              <a:noFill/>
              <a:prstDash val="solid"/>
              <a:miter/>
            </a:ln>
          </p:spPr>
          <p:txBody>
            <a:bodyPr rtlCol="0" anchor="ctr"/>
            <a:lstStyle/>
            <a:p>
              <a:endParaRPr lang="en-US" b="1" i="0">
                <a:latin typeface="Tenorite" pitchFamily="2" charset="0"/>
              </a:endParaRPr>
            </a:p>
          </p:txBody>
        </p:sp>
      </p:grpSp>
      <p:grpSp>
        <p:nvGrpSpPr>
          <p:cNvPr id="53" name="Graphic 3">
            <a:extLst>
              <a:ext uri="{FF2B5EF4-FFF2-40B4-BE49-F238E27FC236}">
                <a16:creationId xmlns:a16="http://schemas.microsoft.com/office/drawing/2014/main" id="{7F67DD23-26D1-396C-3673-A7A1157D4949}"/>
              </a:ext>
            </a:extLst>
          </p:cNvPr>
          <p:cNvGrpSpPr/>
          <p:nvPr/>
        </p:nvGrpSpPr>
        <p:grpSpPr>
          <a:xfrm>
            <a:off x="5597388" y="5593538"/>
            <a:ext cx="997225" cy="347183"/>
            <a:chOff x="448663" y="3429000"/>
            <a:chExt cx="3429000" cy="1193800"/>
          </a:xfrm>
          <a:solidFill>
            <a:schemeClr val="bg1"/>
          </a:solidFill>
        </p:grpSpPr>
        <p:sp>
          <p:nvSpPr>
            <p:cNvPr id="54" name="Freeform 53">
              <a:extLst>
                <a:ext uri="{FF2B5EF4-FFF2-40B4-BE49-F238E27FC236}">
                  <a16:creationId xmlns:a16="http://schemas.microsoft.com/office/drawing/2014/main" id="{B889F603-658E-5EA6-713C-C73C71BB6009}"/>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55" name="Freeform 54">
              <a:extLst>
                <a:ext uri="{FF2B5EF4-FFF2-40B4-BE49-F238E27FC236}">
                  <a16:creationId xmlns:a16="http://schemas.microsoft.com/office/drawing/2014/main" id="{94658B84-E852-051B-1380-CCAC48C0FC2B}"/>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56" name="Freeform 55">
              <a:extLst>
                <a:ext uri="{FF2B5EF4-FFF2-40B4-BE49-F238E27FC236}">
                  <a16:creationId xmlns:a16="http://schemas.microsoft.com/office/drawing/2014/main" id="{08EE32EF-70FC-C926-A0E0-D4790F17F699}"/>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chemeClr val="accent1"/>
            </a:solidFill>
            <a:ln w="9499" cap="flat">
              <a:noFill/>
              <a:prstDash val="solid"/>
              <a:miter/>
            </a:ln>
          </p:spPr>
          <p:txBody>
            <a:bodyPr rtlCol="0" anchor="ctr"/>
            <a:lstStyle/>
            <a:p>
              <a:endParaRPr lang="en-US" b="0" i="0">
                <a:latin typeface="Tenorite" pitchFamily="2" charset="0"/>
              </a:endParaRPr>
            </a:p>
          </p:txBody>
        </p:sp>
        <p:sp>
          <p:nvSpPr>
            <p:cNvPr id="57" name="Freeform 56">
              <a:extLst>
                <a:ext uri="{FF2B5EF4-FFF2-40B4-BE49-F238E27FC236}">
                  <a16:creationId xmlns:a16="http://schemas.microsoft.com/office/drawing/2014/main" id="{AA0B1A55-E9BD-2C82-2469-B2E78DF2494C}"/>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chemeClr val="accent1"/>
            </a:solidFill>
            <a:ln w="9499" cap="flat">
              <a:noFill/>
              <a:prstDash val="solid"/>
              <a:miter/>
            </a:ln>
          </p:spPr>
          <p:txBody>
            <a:bodyPr rtlCol="0" anchor="ctr"/>
            <a:lstStyle/>
            <a:p>
              <a:endParaRPr lang="en-US" b="0" i="0">
                <a:latin typeface="Tenorite" pitchFamily="2" charset="0"/>
              </a:endParaRPr>
            </a:p>
          </p:txBody>
        </p:sp>
        <p:sp>
          <p:nvSpPr>
            <p:cNvPr id="58" name="Freeform 57">
              <a:extLst>
                <a:ext uri="{FF2B5EF4-FFF2-40B4-BE49-F238E27FC236}">
                  <a16:creationId xmlns:a16="http://schemas.microsoft.com/office/drawing/2014/main" id="{DD935D4C-37AD-084F-1ED2-81C902465A1C}"/>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chemeClr val="accent1"/>
            </a:solidFill>
            <a:ln w="9499" cap="flat">
              <a:noFill/>
              <a:prstDash val="solid"/>
              <a:miter/>
            </a:ln>
          </p:spPr>
          <p:txBody>
            <a:bodyPr rtlCol="0" anchor="ctr"/>
            <a:lstStyle/>
            <a:p>
              <a:endParaRPr lang="en-US" b="0" i="0">
                <a:latin typeface="Tenorite" pitchFamily="2" charset="0"/>
              </a:endParaRPr>
            </a:p>
          </p:txBody>
        </p:sp>
        <p:sp>
          <p:nvSpPr>
            <p:cNvPr id="59" name="Freeform 58">
              <a:extLst>
                <a:ext uri="{FF2B5EF4-FFF2-40B4-BE49-F238E27FC236}">
                  <a16:creationId xmlns:a16="http://schemas.microsoft.com/office/drawing/2014/main" id="{1DD74095-6597-7B19-0B2D-3B641F5256EA}"/>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grpSp>
      <p:pic>
        <p:nvPicPr>
          <p:cNvPr id="60" name="Graphic 59">
            <a:extLst>
              <a:ext uri="{FF2B5EF4-FFF2-40B4-BE49-F238E27FC236}">
                <a16:creationId xmlns:a16="http://schemas.microsoft.com/office/drawing/2014/main" id="{B29A6D00-FA8D-29D1-F8E9-3413B7275A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75414" y="3704851"/>
            <a:ext cx="3241173" cy="909803"/>
          </a:xfrm>
          <a:prstGeom prst="rect">
            <a:avLst/>
          </a:prstGeom>
        </p:spPr>
      </p:pic>
    </p:spTree>
    <p:extLst>
      <p:ext uri="{BB962C8B-B14F-4D97-AF65-F5344CB8AC3E}">
        <p14:creationId xmlns:p14="http://schemas.microsoft.com/office/powerpoint/2010/main" val="2601157212"/>
      </p:ext>
    </p:extLst>
  </p:cSld>
  <p:clrMapOvr>
    <a:masterClrMapping/>
  </p:clrMapOvr>
  <p:extLst>
    <p:ext uri="{DCECCB84-F9BA-43D5-87BE-67443E8EF086}">
      <p15:sldGuideLst xmlns:p15="http://schemas.microsoft.com/office/powerpoint/2012/main">
        <p15:guide id="1" pos="127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Text Only Slide">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381000" y="1380682"/>
            <a:ext cx="11430000" cy="4410517"/>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5" name="Title 1"/>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Edit page title (Sentence case)</a:t>
            </a:r>
          </a:p>
        </p:txBody>
      </p:sp>
    </p:spTree>
    <p:extLst>
      <p:ext uri="{BB962C8B-B14F-4D97-AF65-F5344CB8AC3E}">
        <p14:creationId xmlns:p14="http://schemas.microsoft.com/office/powerpoint/2010/main" val="17623521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over 4">
    <p:spTree>
      <p:nvGrpSpPr>
        <p:cNvPr id="1" name=""/>
        <p:cNvGrpSpPr/>
        <p:nvPr/>
      </p:nvGrpSpPr>
      <p:grpSpPr>
        <a:xfrm>
          <a:off x="0" y="0"/>
          <a:ext cx="0" cy="0"/>
          <a:chOff x="0" y="0"/>
          <a:chExt cx="0" cy="0"/>
        </a:xfrm>
      </p:grpSpPr>
      <p:grpSp>
        <p:nvGrpSpPr>
          <p:cNvPr id="21" name="Graphic 1">
            <a:extLst>
              <a:ext uri="{FF2B5EF4-FFF2-40B4-BE49-F238E27FC236}">
                <a16:creationId xmlns:a16="http://schemas.microsoft.com/office/drawing/2014/main" id="{D9AE5F78-DA89-2348-BE2F-BE1B33572AF5}"/>
              </a:ext>
            </a:extLst>
          </p:cNvPr>
          <p:cNvGrpSpPr/>
          <p:nvPr userDrawn="1"/>
        </p:nvGrpSpPr>
        <p:grpSpPr>
          <a:xfrm>
            <a:off x="-4" y="5396165"/>
            <a:ext cx="12192002" cy="1461836"/>
            <a:chOff x="0" y="2863638"/>
            <a:chExt cx="12192000" cy="1046183"/>
          </a:xfrm>
        </p:grpSpPr>
        <p:sp>
          <p:nvSpPr>
            <p:cNvPr id="22" name="Freeform: Shape 20">
              <a:extLst>
                <a:ext uri="{FF2B5EF4-FFF2-40B4-BE49-F238E27FC236}">
                  <a16:creationId xmlns:a16="http://schemas.microsoft.com/office/drawing/2014/main" id="{40B27710-08E9-E344-A844-48E9E8AEFA40}"/>
                </a:ext>
              </a:extLst>
            </p:cNvPr>
            <p:cNvSpPr/>
            <p:nvPr/>
          </p:nvSpPr>
          <p:spPr>
            <a:xfrm>
              <a:off x="0" y="2863638"/>
              <a:ext cx="12192000" cy="1038436"/>
            </a:xfrm>
            <a:custGeom>
              <a:avLst/>
              <a:gdLst>
                <a:gd name="connsiteX0" fmla="*/ 12192000 w 12192000"/>
                <a:gd name="connsiteY0" fmla="*/ 420610 h 825486"/>
                <a:gd name="connsiteX1" fmla="*/ 6331839 w 12192000"/>
                <a:gd name="connsiteY1" fmla="*/ 158736 h 825486"/>
                <a:gd name="connsiteX2" fmla="*/ 3962718 w 12192000"/>
                <a:gd name="connsiteY2" fmla="*/ 2209 h 825486"/>
                <a:gd name="connsiteX3" fmla="*/ 1212850 w 12192000"/>
                <a:gd name="connsiteY3" fmla="*/ 109270 h 825486"/>
                <a:gd name="connsiteX4" fmla="*/ 0 w 12192000"/>
                <a:gd name="connsiteY4" fmla="*/ 190296 h 825486"/>
                <a:gd name="connsiteX5" fmla="*/ 0 w 12192000"/>
                <a:gd name="connsiteY5" fmla="*/ 825486 h 825486"/>
                <a:gd name="connsiteX6" fmla="*/ 12192000 w 12192000"/>
                <a:gd name="connsiteY6" fmla="*/ 825486 h 825486"/>
                <a:gd name="connsiteX7" fmla="*/ 12192000 w 12192000"/>
                <a:gd name="connsiteY7" fmla="*/ 420610 h 8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825486">
                  <a:moveTo>
                    <a:pt x="12192000" y="420610"/>
                  </a:moveTo>
                  <a:cubicBezTo>
                    <a:pt x="10241026" y="555865"/>
                    <a:pt x="8255382" y="341934"/>
                    <a:pt x="6331839" y="158736"/>
                  </a:cubicBezTo>
                  <a:cubicBezTo>
                    <a:pt x="5552948" y="84632"/>
                    <a:pt x="4765104" y="14909"/>
                    <a:pt x="3962718" y="2209"/>
                  </a:cubicBezTo>
                  <a:cubicBezTo>
                    <a:pt x="3040190" y="-12460"/>
                    <a:pt x="2122234" y="48500"/>
                    <a:pt x="1212850" y="109270"/>
                  </a:cubicBezTo>
                  <a:cubicBezTo>
                    <a:pt x="808546" y="136257"/>
                    <a:pt x="404241" y="163245"/>
                    <a:pt x="0" y="190296"/>
                  </a:cubicBezTo>
                  <a:lnTo>
                    <a:pt x="0" y="825486"/>
                  </a:lnTo>
                  <a:lnTo>
                    <a:pt x="12192000" y="825486"/>
                  </a:lnTo>
                  <a:lnTo>
                    <a:pt x="12192000" y="420610"/>
                  </a:lnTo>
                  <a:close/>
                </a:path>
              </a:pathLst>
            </a:custGeom>
            <a:solidFill>
              <a:schemeClr val="accent2"/>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b="0" i="0">
                <a:latin typeface="Tenorite" pitchFamily="2" charset="0"/>
                <a:ea typeface="Verdana" panose="020B0604030504040204" pitchFamily="34" charset="0"/>
                <a:cs typeface="Verdana" panose="020B0604030504040204" pitchFamily="34" charset="0"/>
              </a:endParaRPr>
            </a:p>
          </p:txBody>
        </p:sp>
        <p:sp>
          <p:nvSpPr>
            <p:cNvPr id="24" name="Freeform: Shape 21">
              <a:extLst>
                <a:ext uri="{FF2B5EF4-FFF2-40B4-BE49-F238E27FC236}">
                  <a16:creationId xmlns:a16="http://schemas.microsoft.com/office/drawing/2014/main" id="{6DC97309-8791-824E-BA07-F9CEDFF9F416}"/>
                </a:ext>
              </a:extLst>
            </p:cNvPr>
            <p:cNvSpPr/>
            <p:nvPr/>
          </p:nvSpPr>
          <p:spPr>
            <a:xfrm>
              <a:off x="0" y="3154668"/>
              <a:ext cx="12192000" cy="755153"/>
            </a:xfrm>
            <a:custGeom>
              <a:avLst/>
              <a:gdLst>
                <a:gd name="connsiteX0" fmla="*/ 12176569 w 12192000"/>
                <a:gd name="connsiteY0" fmla="*/ 960256 h 960255"/>
                <a:gd name="connsiteX1" fmla="*/ 0 w 12192000"/>
                <a:gd name="connsiteY1" fmla="*/ 960256 h 960255"/>
                <a:gd name="connsiteX2" fmla="*/ 0 w 12192000"/>
                <a:gd name="connsiteY2" fmla="*/ 6613 h 960255"/>
                <a:gd name="connsiteX3" fmla="*/ 9130538 w 12192000"/>
                <a:gd name="connsiteY3" fmla="*/ 528900 h 960255"/>
                <a:gd name="connsiteX4" fmla="*/ 12192000 w 12192000"/>
                <a:gd name="connsiteY4" fmla="*/ 218957 h 960255"/>
                <a:gd name="connsiteX5" fmla="*/ 12176569 w 12192000"/>
                <a:gd name="connsiteY5" fmla="*/ 960256 h 96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960255">
                  <a:moveTo>
                    <a:pt x="12176569" y="960256"/>
                  </a:moveTo>
                  <a:lnTo>
                    <a:pt x="0" y="960256"/>
                  </a:lnTo>
                  <a:lnTo>
                    <a:pt x="0" y="6613"/>
                  </a:lnTo>
                  <a:cubicBezTo>
                    <a:pt x="3069336" y="-74540"/>
                    <a:pt x="6062345" y="619769"/>
                    <a:pt x="9130538" y="528900"/>
                  </a:cubicBezTo>
                  <a:cubicBezTo>
                    <a:pt x="10173780" y="497976"/>
                    <a:pt x="11198161" y="376310"/>
                    <a:pt x="12192000" y="218957"/>
                  </a:cubicBezTo>
                  <a:lnTo>
                    <a:pt x="12176569" y="960256"/>
                  </a:lnTo>
                  <a:close/>
                </a:path>
              </a:pathLst>
            </a:custGeom>
            <a:solidFill>
              <a:srgbClr val="EA5F84">
                <a:alpha val="74000"/>
              </a:srgb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b="0" i="0">
                <a:latin typeface="Tenorite" pitchFamily="2" charset="0"/>
                <a:ea typeface="Verdana" panose="020B0604030504040204" pitchFamily="34" charset="0"/>
                <a:cs typeface="Verdana" panose="020B0604030504040204" pitchFamily="34" charset="0"/>
              </a:endParaRPr>
            </a:p>
          </p:txBody>
        </p:sp>
        <p:sp>
          <p:nvSpPr>
            <p:cNvPr id="25" name="Freeform: Shape 22">
              <a:extLst>
                <a:ext uri="{FF2B5EF4-FFF2-40B4-BE49-F238E27FC236}">
                  <a16:creationId xmlns:a16="http://schemas.microsoft.com/office/drawing/2014/main" id="{48494C52-9A2F-274C-990C-8FCF6FF77909}"/>
                </a:ext>
              </a:extLst>
            </p:cNvPr>
            <p:cNvSpPr/>
            <p:nvPr/>
          </p:nvSpPr>
          <p:spPr>
            <a:xfrm>
              <a:off x="1692348" y="3036928"/>
              <a:ext cx="10499652" cy="865145"/>
            </a:xfrm>
            <a:custGeom>
              <a:avLst/>
              <a:gdLst>
                <a:gd name="connsiteX0" fmla="*/ 0 w 4762500"/>
                <a:gd name="connsiteY0" fmla="*/ 723908 h 723908"/>
                <a:gd name="connsiteX1" fmla="*/ 3109214 w 4762500"/>
                <a:gd name="connsiteY1" fmla="*/ 1723 h 723908"/>
                <a:gd name="connsiteX2" fmla="*/ 4762500 w 4762500"/>
                <a:gd name="connsiteY2" fmla="*/ 88845 h 723908"/>
                <a:gd name="connsiteX3" fmla="*/ 4762500 w 4762500"/>
                <a:gd name="connsiteY3" fmla="*/ 723908 h 723908"/>
                <a:gd name="connsiteX4" fmla="*/ 0 w 4762500"/>
                <a:gd name="connsiteY4" fmla="*/ 723908 h 723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00" h="723908">
                  <a:moveTo>
                    <a:pt x="0" y="723908"/>
                  </a:moveTo>
                  <a:cubicBezTo>
                    <a:pt x="898081" y="279535"/>
                    <a:pt x="1997329" y="24202"/>
                    <a:pt x="3109214" y="1723"/>
                  </a:cubicBezTo>
                  <a:cubicBezTo>
                    <a:pt x="3662426" y="-9453"/>
                    <a:pt x="4214686" y="35378"/>
                    <a:pt x="4762500" y="88845"/>
                  </a:cubicBezTo>
                  <a:lnTo>
                    <a:pt x="4762500" y="723908"/>
                  </a:lnTo>
                  <a:lnTo>
                    <a:pt x="0" y="723908"/>
                  </a:lnTo>
                  <a:close/>
                </a:path>
              </a:pathLst>
            </a:custGeom>
            <a:solidFill>
              <a:srgbClr val="EA5F84">
                <a:alpha val="60000"/>
              </a:srgb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b="0" i="0">
                <a:latin typeface="Tenorite" pitchFamily="2" charset="0"/>
                <a:ea typeface="Verdana" panose="020B0604030504040204" pitchFamily="34" charset="0"/>
                <a:cs typeface="Verdana" panose="020B0604030504040204" pitchFamily="34" charset="0"/>
              </a:endParaRPr>
            </a:p>
          </p:txBody>
        </p:sp>
      </p:grpSp>
      <p:sp>
        <p:nvSpPr>
          <p:cNvPr id="18" name="TextBox 17">
            <a:extLst>
              <a:ext uri="{FF2B5EF4-FFF2-40B4-BE49-F238E27FC236}">
                <a16:creationId xmlns:a16="http://schemas.microsoft.com/office/drawing/2014/main" id="{A71C14EA-FB80-DE44-BCF7-F3EF94E40F18}"/>
              </a:ext>
            </a:extLst>
          </p:cNvPr>
          <p:cNvSpPr txBox="1"/>
          <p:nvPr userDrawn="1"/>
        </p:nvSpPr>
        <p:spPr>
          <a:xfrm>
            <a:off x="9597794" y="6531309"/>
            <a:ext cx="2213206" cy="191268"/>
          </a:xfrm>
          <a:prstGeom prst="rect">
            <a:avLst/>
          </a:prstGeom>
          <a:noFill/>
        </p:spPr>
        <p:txBody>
          <a:bodyPr wrap="square" lIns="0" tIns="0" rIns="0" bIns="0" rtlCol="0" anchor="b"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800" b="0" i="0">
                <a:solidFill>
                  <a:schemeClr val="accent1"/>
                </a:solidFill>
                <a:latin typeface="Tenorite" pitchFamily="2" charset="0"/>
              </a:rPr>
              <a:t>Copyright © </a:t>
            </a:r>
            <a:fld id="{ED4B1A3B-EE59-4ABB-86F6-9B7AF49FEF00}"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grpSp>
        <p:nvGrpSpPr>
          <p:cNvPr id="105" name="Group 104">
            <a:extLst>
              <a:ext uri="{FF2B5EF4-FFF2-40B4-BE49-F238E27FC236}">
                <a16:creationId xmlns:a16="http://schemas.microsoft.com/office/drawing/2014/main" id="{46807ADB-0FC3-DF46-8FE3-B6505AA983FC}"/>
              </a:ext>
            </a:extLst>
          </p:cNvPr>
          <p:cNvGrpSpPr/>
          <p:nvPr userDrawn="1"/>
        </p:nvGrpSpPr>
        <p:grpSpPr>
          <a:xfrm>
            <a:off x="380999" y="311884"/>
            <a:ext cx="1494599" cy="401785"/>
            <a:chOff x="380999" y="311884"/>
            <a:chExt cx="1494599" cy="401785"/>
          </a:xfrm>
        </p:grpSpPr>
        <p:grpSp>
          <p:nvGrpSpPr>
            <p:cNvPr id="106" name="Group 105">
              <a:extLst>
                <a:ext uri="{FF2B5EF4-FFF2-40B4-BE49-F238E27FC236}">
                  <a16:creationId xmlns:a16="http://schemas.microsoft.com/office/drawing/2014/main" id="{EB4DC71A-4B8E-DB4C-B3B4-D6CD0C3CB5F9}"/>
                </a:ext>
              </a:extLst>
            </p:cNvPr>
            <p:cNvGrpSpPr/>
            <p:nvPr userDrawn="1"/>
          </p:nvGrpSpPr>
          <p:grpSpPr>
            <a:xfrm>
              <a:off x="380999" y="311884"/>
              <a:ext cx="771453" cy="268898"/>
              <a:chOff x="380999" y="311884"/>
              <a:chExt cx="771453" cy="268898"/>
            </a:xfrm>
          </p:grpSpPr>
          <p:sp>
            <p:nvSpPr>
              <p:cNvPr id="108" name="Freeform 107">
                <a:extLst>
                  <a:ext uri="{FF2B5EF4-FFF2-40B4-BE49-F238E27FC236}">
                    <a16:creationId xmlns:a16="http://schemas.microsoft.com/office/drawing/2014/main" id="{D09678DD-387D-DF49-8B2B-316B4FFC5DB8}"/>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09" name="Freeform 108">
                <a:extLst>
                  <a:ext uri="{FF2B5EF4-FFF2-40B4-BE49-F238E27FC236}">
                    <a16:creationId xmlns:a16="http://schemas.microsoft.com/office/drawing/2014/main" id="{5669CD8E-8726-654C-8D8C-DA3E48F2CA80}"/>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10" name="Freeform 109">
                <a:extLst>
                  <a:ext uri="{FF2B5EF4-FFF2-40B4-BE49-F238E27FC236}">
                    <a16:creationId xmlns:a16="http://schemas.microsoft.com/office/drawing/2014/main" id="{FB0A3622-E4E0-664E-82D4-C837D96996DB}"/>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79">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11" name="Freeform 110">
                <a:extLst>
                  <a:ext uri="{FF2B5EF4-FFF2-40B4-BE49-F238E27FC236}">
                    <a16:creationId xmlns:a16="http://schemas.microsoft.com/office/drawing/2014/main" id="{E68B3EDD-EA30-B941-B0AC-87A16341EEFC}"/>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4"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12" name="Freeform 111">
                <a:extLst>
                  <a:ext uri="{FF2B5EF4-FFF2-40B4-BE49-F238E27FC236}">
                    <a16:creationId xmlns:a16="http://schemas.microsoft.com/office/drawing/2014/main" id="{CD4E2BCA-F09F-9449-895C-B1254C20DAA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13" name="Freeform 112">
                <a:extLst>
                  <a:ext uri="{FF2B5EF4-FFF2-40B4-BE49-F238E27FC236}">
                    <a16:creationId xmlns:a16="http://schemas.microsoft.com/office/drawing/2014/main" id="{FE8B2FD1-25BD-9F4F-A1F5-E3DDFCFB755A}"/>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grpSp>
        <p:pic>
          <p:nvPicPr>
            <p:cNvPr id="107" name="Picture 106">
              <a:extLst>
                <a:ext uri="{FF2B5EF4-FFF2-40B4-BE49-F238E27FC236}">
                  <a16:creationId xmlns:a16="http://schemas.microsoft.com/office/drawing/2014/main" id="{8E8FF995-2101-EC45-8FA7-595862B540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5479" y="623829"/>
              <a:ext cx="1140119" cy="89840"/>
            </a:xfrm>
            <a:prstGeom prst="rect">
              <a:avLst/>
            </a:prstGeom>
          </p:spPr>
        </p:pic>
      </p:grpSp>
      <p:sp>
        <p:nvSpPr>
          <p:cNvPr id="2" name="Title 1">
            <a:extLst>
              <a:ext uri="{FF2B5EF4-FFF2-40B4-BE49-F238E27FC236}">
                <a16:creationId xmlns:a16="http://schemas.microsoft.com/office/drawing/2014/main" id="{4F570170-7B18-11BD-0FDE-E6A094524D6F}"/>
              </a:ext>
            </a:extLst>
          </p:cNvPr>
          <p:cNvSpPr>
            <a:spLocks noGrp="1"/>
          </p:cNvSpPr>
          <p:nvPr>
            <p:ph type="title" hasCustomPrompt="1"/>
          </p:nvPr>
        </p:nvSpPr>
        <p:spPr>
          <a:xfrm>
            <a:off x="777817" y="1277738"/>
            <a:ext cx="11033183" cy="1994940"/>
          </a:xfrm>
          <a:prstGeom prst="rect">
            <a:avLst/>
          </a:prstGeom>
          <a:noFill/>
        </p:spPr>
        <p:txBody>
          <a:bodyPr lIns="0" tIns="0" rIns="0" bIns="0" anchor="b">
            <a:normAutofit/>
          </a:bodyPr>
          <a:lstStyle>
            <a:lvl1pPr>
              <a:lnSpc>
                <a:spcPts val="5260"/>
              </a:lnSpc>
              <a:defRPr sz="5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3" name="Content Placeholder 2">
            <a:extLst>
              <a:ext uri="{FF2B5EF4-FFF2-40B4-BE49-F238E27FC236}">
                <a16:creationId xmlns:a16="http://schemas.microsoft.com/office/drawing/2014/main" id="{AEC70A0C-F725-CDF8-7AEA-61A3064141B9}"/>
              </a:ext>
            </a:extLst>
          </p:cNvPr>
          <p:cNvSpPr>
            <a:spLocks noGrp="1"/>
          </p:cNvSpPr>
          <p:nvPr>
            <p:ph idx="1" hasCustomPrompt="1"/>
          </p:nvPr>
        </p:nvSpPr>
        <p:spPr>
          <a:xfrm>
            <a:off x="777817" y="3429000"/>
            <a:ext cx="11033183" cy="785769"/>
          </a:xfrm>
          <a:prstGeom prst="rect">
            <a:avLst/>
          </a:prstGeom>
          <a:noFill/>
        </p:spPr>
        <p:txBody>
          <a:bodyPr lIns="10800" tIns="0" rIns="0"/>
          <a:lstStyle>
            <a:lvl1pPr>
              <a:lnSpc>
                <a:spcPts val="2680"/>
              </a:lnSpc>
              <a:spcBef>
                <a:spcPts val="800"/>
              </a:spcBef>
              <a:spcAft>
                <a:spcPts val="200"/>
              </a:spcAft>
              <a:buClrTx/>
              <a:defRPr sz="2400" b="0" i="0">
                <a:solidFill>
                  <a:schemeClr val="accent1"/>
                </a:solidFill>
                <a:latin typeface="Tenorite" pitchFamily="2" charset="0"/>
                <a:ea typeface="Verdana" panose="020B0604030504040204" pitchFamily="34" charset="0"/>
                <a:cs typeface="Tenorite" panose="00000500000000000000" pitchFamily="2" charset="0"/>
              </a:defRPr>
            </a:lvl1pPr>
            <a:lvl2pPr marL="344488" indent="-152400">
              <a:lnSpc>
                <a:spcPct val="100000"/>
              </a:lnSpc>
              <a:spcBef>
                <a:spcPts val="600"/>
              </a:spcBef>
              <a:spcAft>
                <a:spcPts val="600"/>
              </a:spcAft>
              <a:buClrTx/>
              <a:buFont typeface="Arial"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628650" indent="-157163">
              <a:lnSpc>
                <a:spcPct val="100000"/>
              </a:lnSpc>
              <a:spcBef>
                <a:spcPts val="600"/>
              </a:spcBef>
              <a:spcAft>
                <a:spcPts val="200"/>
              </a:spcAft>
              <a:buClrTx/>
              <a:buFont typeface="Arial" pitchFamily="34" charset="0"/>
              <a:buChar cha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914400" indent="-173038">
              <a:lnSpc>
                <a:spcPct val="100000"/>
              </a:lnSpc>
              <a:spcBef>
                <a:spcPts val="600"/>
              </a:spcBef>
              <a:spcAft>
                <a:spcPts val="200"/>
              </a:spcAft>
              <a:buClrTx/>
              <a:defRPr sz="1400" b="1">
                <a:solidFill>
                  <a:schemeClr val="accent1"/>
                </a:solidFill>
                <a:latin typeface="Verdana" panose="020B0604030504040204" pitchFamily="34" charset="0"/>
                <a:ea typeface="Verdana" panose="020B0604030504040204" pitchFamily="34" charset="0"/>
                <a:cs typeface="Verdana" panose="020B0604030504040204" pitchFamily="34" charset="0"/>
              </a:defRPr>
            </a:lvl4pPr>
            <a:lvl5pPr marL="1188720" indent="-173038">
              <a:lnSpc>
                <a:spcPct val="100000"/>
              </a:lnSpc>
              <a:spcBef>
                <a:spcPts val="800"/>
              </a:spcBef>
              <a:spcAft>
                <a:spcPts val="200"/>
              </a:spcAft>
              <a:buClrTx/>
              <a:defRPr sz="1200" b="1">
                <a:solidFill>
                  <a:schemeClr val="accent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sub-header</a:t>
            </a:r>
          </a:p>
        </p:txBody>
      </p:sp>
      <p:sp>
        <p:nvSpPr>
          <p:cNvPr id="4" name="Text Placeholder 3">
            <a:extLst>
              <a:ext uri="{FF2B5EF4-FFF2-40B4-BE49-F238E27FC236}">
                <a16:creationId xmlns:a16="http://schemas.microsoft.com/office/drawing/2014/main" id="{03DA3250-48BA-1A25-603F-8C2C9A7000C2}"/>
              </a:ext>
            </a:extLst>
          </p:cNvPr>
          <p:cNvSpPr>
            <a:spLocks noGrp="1"/>
          </p:cNvSpPr>
          <p:nvPr>
            <p:ph type="body" sz="quarter" idx="10" hasCustomPrompt="1"/>
          </p:nvPr>
        </p:nvSpPr>
        <p:spPr>
          <a:xfrm>
            <a:off x="6764139" y="4306311"/>
            <a:ext cx="5046862" cy="1208871"/>
          </a:xfrm>
          <a:prstGeom prst="rect">
            <a:avLst/>
          </a:prstGeom>
        </p:spPr>
        <p:txBody>
          <a:bodyPr rIns="0" bIns="0" anchor="b"/>
          <a:lstStyle>
            <a:lvl1pPr marL="0" indent="0" algn="r">
              <a:spcBef>
                <a:spcPts val="600"/>
              </a:spcBef>
              <a:buNone/>
              <a:defRPr sz="16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Tree>
    <p:extLst>
      <p:ext uri="{BB962C8B-B14F-4D97-AF65-F5344CB8AC3E}">
        <p14:creationId xmlns:p14="http://schemas.microsoft.com/office/powerpoint/2010/main" val="70538221"/>
      </p:ext>
    </p:extLst>
  </p:cSld>
  <p:clrMapOvr>
    <a:masterClrMapping/>
  </p:clrMapOvr>
  <p:transition/>
  <p:extLst>
    <p:ext uri="{DCECCB84-F9BA-43D5-87BE-67443E8EF086}">
      <p15:sldGuideLst xmlns:p15="http://schemas.microsoft.com/office/powerpoint/2012/main">
        <p15:guide id="1" orient="horz" pos="60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rgbClr val="EA5F84"/>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60F2B28-DCD6-A846-B5D4-36A54F452925}"/>
              </a:ext>
            </a:extLst>
          </p:cNvPr>
          <p:cNvGrpSpPr/>
          <p:nvPr userDrawn="1"/>
        </p:nvGrpSpPr>
        <p:grpSpPr>
          <a:xfrm rot="10800000">
            <a:off x="0" y="0"/>
            <a:ext cx="12192000" cy="6784848"/>
            <a:chOff x="0" y="73152"/>
            <a:chExt cx="12192000" cy="6784848"/>
          </a:xfrm>
        </p:grpSpPr>
        <p:sp>
          <p:nvSpPr>
            <p:cNvPr id="17" name="Freeform: Shape 27">
              <a:extLst>
                <a:ext uri="{FF2B5EF4-FFF2-40B4-BE49-F238E27FC236}">
                  <a16:creationId xmlns:a16="http://schemas.microsoft.com/office/drawing/2014/main" id="{DA2CB8D3-9814-D345-91CA-29D2875D6A70}"/>
                </a:ext>
              </a:extLst>
            </p:cNvPr>
            <p:cNvSpPr/>
            <p:nvPr userDrawn="1"/>
          </p:nvSpPr>
          <p:spPr>
            <a:xfrm>
              <a:off x="0" y="3429000"/>
              <a:ext cx="12192000" cy="3429000"/>
            </a:xfrm>
            <a:custGeom>
              <a:avLst/>
              <a:gdLst>
                <a:gd name="connsiteX0" fmla="*/ 12192000 w 12192000"/>
                <a:gd name="connsiteY0" fmla="*/ 158369 h 3429000"/>
                <a:gd name="connsiteX1" fmla="*/ 12192000 w 12192000"/>
                <a:gd name="connsiteY1" fmla="*/ 3429000 h 3429000"/>
                <a:gd name="connsiteX2" fmla="*/ 0 w 12192000"/>
                <a:gd name="connsiteY2" fmla="*/ 3429000 h 3429000"/>
                <a:gd name="connsiteX3" fmla="*/ 0 w 12192000"/>
                <a:gd name="connsiteY3" fmla="*/ 324993 h 3429000"/>
                <a:gd name="connsiteX4" fmla="*/ 1168400 w 12192000"/>
                <a:gd name="connsiteY4" fmla="*/ 49149 h 3429000"/>
                <a:gd name="connsiteX5" fmla="*/ 1817814 w 12192000"/>
                <a:gd name="connsiteY5" fmla="*/ 0 h 3429000"/>
                <a:gd name="connsiteX6" fmla="*/ 2634996 w 12192000"/>
                <a:gd name="connsiteY6" fmla="*/ 77724 h 3429000"/>
                <a:gd name="connsiteX7" fmla="*/ 3686620 w 12192000"/>
                <a:gd name="connsiteY7" fmla="*/ 351346 h 3429000"/>
                <a:gd name="connsiteX8" fmla="*/ 4025709 w 12192000"/>
                <a:gd name="connsiteY8" fmla="*/ 464566 h 3429000"/>
                <a:gd name="connsiteX9" fmla="*/ 6848666 w 12192000"/>
                <a:gd name="connsiteY9" fmla="*/ 1223201 h 3429000"/>
                <a:gd name="connsiteX10" fmla="*/ 9088819 w 12192000"/>
                <a:gd name="connsiteY10" fmla="*/ 915797 h 3429000"/>
                <a:gd name="connsiteX11" fmla="*/ 10351833 w 12192000"/>
                <a:gd name="connsiteY11" fmla="*/ 545973 h 3429000"/>
                <a:gd name="connsiteX12" fmla="*/ 11682794 w 12192000"/>
                <a:gd name="connsiteY12" fmla="*/ 226314 h 3429000"/>
                <a:gd name="connsiteX13" fmla="*/ 12192000 w 12192000"/>
                <a:gd name="connsiteY13" fmla="*/ 158369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429000">
                  <a:moveTo>
                    <a:pt x="12192000" y="158369"/>
                  </a:moveTo>
                  <a:lnTo>
                    <a:pt x="12192000" y="3429000"/>
                  </a:lnTo>
                  <a:lnTo>
                    <a:pt x="0" y="3429000"/>
                  </a:lnTo>
                  <a:lnTo>
                    <a:pt x="0" y="324993"/>
                  </a:lnTo>
                  <a:cubicBezTo>
                    <a:pt x="387350" y="207709"/>
                    <a:pt x="775653" y="106235"/>
                    <a:pt x="1168400" y="49149"/>
                  </a:cubicBezTo>
                  <a:cubicBezTo>
                    <a:pt x="1383398" y="17063"/>
                    <a:pt x="1600441" y="635"/>
                    <a:pt x="1817814" y="0"/>
                  </a:cubicBezTo>
                  <a:cubicBezTo>
                    <a:pt x="2092770" y="0"/>
                    <a:pt x="2364867" y="28956"/>
                    <a:pt x="2634996" y="77724"/>
                  </a:cubicBezTo>
                  <a:cubicBezTo>
                    <a:pt x="2988247" y="141224"/>
                    <a:pt x="3338068" y="239141"/>
                    <a:pt x="3686620" y="351346"/>
                  </a:cubicBezTo>
                  <a:cubicBezTo>
                    <a:pt x="3799777" y="387795"/>
                    <a:pt x="3912807" y="425533"/>
                    <a:pt x="4025709" y="464566"/>
                  </a:cubicBezTo>
                  <a:cubicBezTo>
                    <a:pt x="4958271" y="785051"/>
                    <a:pt x="5886260" y="1163638"/>
                    <a:pt x="6848666" y="1223201"/>
                  </a:cubicBezTo>
                  <a:cubicBezTo>
                    <a:pt x="7605205" y="1269937"/>
                    <a:pt x="8348155" y="1118870"/>
                    <a:pt x="9088819" y="915797"/>
                  </a:cubicBezTo>
                  <a:cubicBezTo>
                    <a:pt x="9509887" y="800291"/>
                    <a:pt x="9930194" y="668147"/>
                    <a:pt x="10351833" y="545973"/>
                  </a:cubicBezTo>
                  <a:cubicBezTo>
                    <a:pt x="10793222" y="418147"/>
                    <a:pt x="11236134" y="301308"/>
                    <a:pt x="11682794" y="226314"/>
                  </a:cubicBezTo>
                  <a:cubicBezTo>
                    <a:pt x="11852148" y="197866"/>
                    <a:pt x="12021883" y="175216"/>
                    <a:pt x="12192000" y="158369"/>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8" name="Freeform: Shape 45">
              <a:extLst>
                <a:ext uri="{FF2B5EF4-FFF2-40B4-BE49-F238E27FC236}">
                  <a16:creationId xmlns:a16="http://schemas.microsoft.com/office/drawing/2014/main" id="{59BEA0CB-BA8B-D64B-9E50-2CE2E0FCF4B2}"/>
                </a:ext>
              </a:extLst>
            </p:cNvPr>
            <p:cNvSpPr/>
            <p:nvPr userDrawn="1"/>
          </p:nvSpPr>
          <p:spPr>
            <a:xfrm>
              <a:off x="0" y="2441130"/>
              <a:ext cx="12192000" cy="4416869"/>
            </a:xfrm>
            <a:custGeom>
              <a:avLst/>
              <a:gdLst>
                <a:gd name="connsiteX0" fmla="*/ 10951908 w 12192000"/>
                <a:gd name="connsiteY0" fmla="*/ 0 h 4416869"/>
                <a:gd name="connsiteX1" fmla="*/ 12192000 w 12192000"/>
                <a:gd name="connsiteY1" fmla="*/ 55055 h 4416869"/>
                <a:gd name="connsiteX2" fmla="*/ 12192000 w 12192000"/>
                <a:gd name="connsiteY2" fmla="*/ 4416870 h 4416869"/>
                <a:gd name="connsiteX3" fmla="*/ 0 w 12192000"/>
                <a:gd name="connsiteY3" fmla="*/ 4416870 h 4416869"/>
                <a:gd name="connsiteX4" fmla="*/ 0 w 12192000"/>
                <a:gd name="connsiteY4" fmla="*/ 2150428 h 4416869"/>
                <a:gd name="connsiteX5" fmla="*/ 3686620 w 12192000"/>
                <a:gd name="connsiteY5" fmla="*/ 1339215 h 4416869"/>
                <a:gd name="connsiteX6" fmla="*/ 5420678 w 12192000"/>
                <a:gd name="connsiteY6" fmla="*/ 879411 h 4416869"/>
                <a:gd name="connsiteX7" fmla="*/ 7462647 w 12192000"/>
                <a:gd name="connsiteY7" fmla="*/ 396049 h 4416869"/>
                <a:gd name="connsiteX8" fmla="*/ 8904732 w 12192000"/>
                <a:gd name="connsiteY8" fmla="*/ 147066 h 4416869"/>
                <a:gd name="connsiteX9" fmla="*/ 10951908 w 12192000"/>
                <a:gd name="connsiteY9" fmla="*/ 0 h 4416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4416869">
                  <a:moveTo>
                    <a:pt x="10951908" y="0"/>
                  </a:moveTo>
                  <a:cubicBezTo>
                    <a:pt x="11367516" y="0"/>
                    <a:pt x="11780710" y="19495"/>
                    <a:pt x="12192000" y="55055"/>
                  </a:cubicBezTo>
                  <a:lnTo>
                    <a:pt x="12192000" y="4416870"/>
                  </a:lnTo>
                  <a:lnTo>
                    <a:pt x="0" y="4416870"/>
                  </a:lnTo>
                  <a:lnTo>
                    <a:pt x="0" y="2150428"/>
                  </a:lnTo>
                  <a:cubicBezTo>
                    <a:pt x="1241679" y="1966278"/>
                    <a:pt x="2465896" y="1661478"/>
                    <a:pt x="3686620" y="1339215"/>
                  </a:cubicBezTo>
                  <a:cubicBezTo>
                    <a:pt x="4264914" y="1186434"/>
                    <a:pt x="4842320" y="1029526"/>
                    <a:pt x="5420678" y="879411"/>
                  </a:cubicBezTo>
                  <a:cubicBezTo>
                    <a:pt x="6099493" y="703072"/>
                    <a:pt x="6779578" y="536130"/>
                    <a:pt x="7462647" y="396049"/>
                  </a:cubicBezTo>
                  <a:cubicBezTo>
                    <a:pt x="7941374" y="297815"/>
                    <a:pt x="8421497" y="212852"/>
                    <a:pt x="8904732" y="147066"/>
                  </a:cubicBezTo>
                  <a:cubicBezTo>
                    <a:pt x="9581388" y="54801"/>
                    <a:pt x="10262997" y="190"/>
                    <a:pt x="10951908" y="0"/>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9" name="Freeform: Shape 46">
              <a:extLst>
                <a:ext uri="{FF2B5EF4-FFF2-40B4-BE49-F238E27FC236}">
                  <a16:creationId xmlns:a16="http://schemas.microsoft.com/office/drawing/2014/main" id="{CA27C8A3-52A9-0D49-8690-0459AC50F9F7}"/>
                </a:ext>
              </a:extLst>
            </p:cNvPr>
            <p:cNvSpPr/>
            <p:nvPr userDrawn="1"/>
          </p:nvSpPr>
          <p:spPr>
            <a:xfrm>
              <a:off x="0" y="5121719"/>
              <a:ext cx="12192000" cy="1736280"/>
            </a:xfrm>
            <a:custGeom>
              <a:avLst/>
              <a:gdLst>
                <a:gd name="connsiteX0" fmla="*/ 12192000 w 12192000"/>
                <a:gd name="connsiteY0" fmla="*/ 0 h 1736280"/>
                <a:gd name="connsiteX1" fmla="*/ 12192000 w 12192000"/>
                <a:gd name="connsiteY1" fmla="*/ 1736281 h 1736280"/>
                <a:gd name="connsiteX2" fmla="*/ 0 w 12192000"/>
                <a:gd name="connsiteY2" fmla="*/ 1736281 h 1736280"/>
                <a:gd name="connsiteX3" fmla="*/ 0 w 12192000"/>
                <a:gd name="connsiteY3" fmla="*/ 106680 h 1736280"/>
                <a:gd name="connsiteX4" fmla="*/ 4975733 w 12192000"/>
                <a:gd name="connsiteY4" fmla="*/ 1107631 h 1736280"/>
                <a:gd name="connsiteX5" fmla="*/ 9053640 w 12192000"/>
                <a:gd name="connsiteY5" fmla="*/ 684784 h 1736280"/>
                <a:gd name="connsiteX6" fmla="*/ 11352847 w 12192000"/>
                <a:gd name="connsiteY6" fmla="*/ 176149 h 1736280"/>
                <a:gd name="connsiteX7" fmla="*/ 12192000 w 12192000"/>
                <a:gd name="connsiteY7" fmla="*/ 0 h 1736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736280">
                  <a:moveTo>
                    <a:pt x="12192000" y="0"/>
                  </a:moveTo>
                  <a:lnTo>
                    <a:pt x="12192000" y="1736281"/>
                  </a:lnTo>
                  <a:lnTo>
                    <a:pt x="0" y="1736281"/>
                  </a:lnTo>
                  <a:lnTo>
                    <a:pt x="0" y="106680"/>
                  </a:lnTo>
                  <a:cubicBezTo>
                    <a:pt x="1642745" y="537782"/>
                    <a:pt x="3279648" y="1028255"/>
                    <a:pt x="4975733" y="1107631"/>
                  </a:cubicBezTo>
                  <a:cubicBezTo>
                    <a:pt x="6352921" y="1171892"/>
                    <a:pt x="7705407" y="964057"/>
                    <a:pt x="9053640" y="684784"/>
                  </a:cubicBezTo>
                  <a:cubicBezTo>
                    <a:pt x="9820148" y="526034"/>
                    <a:pt x="10585323" y="344170"/>
                    <a:pt x="11352847" y="176149"/>
                  </a:cubicBezTo>
                  <a:cubicBezTo>
                    <a:pt x="11632184" y="114998"/>
                    <a:pt x="11911838" y="55690"/>
                    <a:pt x="12192000" y="0"/>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20" name="Freeform: Shape 47">
              <a:extLst>
                <a:ext uri="{FF2B5EF4-FFF2-40B4-BE49-F238E27FC236}">
                  <a16:creationId xmlns:a16="http://schemas.microsoft.com/office/drawing/2014/main" id="{EC570767-C3AA-CF41-8A30-DB9797BE99AA}"/>
                </a:ext>
              </a:extLst>
            </p:cNvPr>
            <p:cNvSpPr/>
            <p:nvPr userDrawn="1"/>
          </p:nvSpPr>
          <p:spPr>
            <a:xfrm>
              <a:off x="0" y="73152"/>
              <a:ext cx="12192000" cy="6784847"/>
            </a:xfrm>
            <a:custGeom>
              <a:avLst/>
              <a:gdLst>
                <a:gd name="connsiteX0" fmla="*/ 11980990 w 12192000"/>
                <a:gd name="connsiteY0" fmla="*/ 852234 h 6784847"/>
                <a:gd name="connsiteX1" fmla="*/ 12192000 w 12192000"/>
                <a:gd name="connsiteY1" fmla="*/ 793814 h 6784847"/>
                <a:gd name="connsiteX2" fmla="*/ 12192000 w 12192000"/>
                <a:gd name="connsiteY2" fmla="*/ 6784848 h 6784847"/>
                <a:gd name="connsiteX3" fmla="*/ 0 w 12192000"/>
                <a:gd name="connsiteY3" fmla="*/ 6784848 h 6784847"/>
                <a:gd name="connsiteX4" fmla="*/ 0 w 12192000"/>
                <a:gd name="connsiteY4" fmla="*/ 0 h 6784847"/>
                <a:gd name="connsiteX5" fmla="*/ 3525203 w 12192000"/>
                <a:gd name="connsiteY5" fmla="*/ 1149350 h 6784847"/>
                <a:gd name="connsiteX6" fmla="*/ 6313488 w 12192000"/>
                <a:gd name="connsiteY6" fmla="*/ 1630299 h 6784847"/>
                <a:gd name="connsiteX7" fmla="*/ 11980990 w 12192000"/>
                <a:gd name="connsiteY7" fmla="*/ 852234 h 6784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784847">
                  <a:moveTo>
                    <a:pt x="11980990" y="852234"/>
                  </a:moveTo>
                  <a:cubicBezTo>
                    <a:pt x="12051347" y="832930"/>
                    <a:pt x="12121706" y="813454"/>
                    <a:pt x="12192000" y="793814"/>
                  </a:cubicBezTo>
                  <a:lnTo>
                    <a:pt x="12192000" y="6784848"/>
                  </a:lnTo>
                  <a:lnTo>
                    <a:pt x="0" y="6784848"/>
                  </a:lnTo>
                  <a:lnTo>
                    <a:pt x="0" y="0"/>
                  </a:lnTo>
                  <a:cubicBezTo>
                    <a:pt x="1171067" y="413258"/>
                    <a:pt x="2342071" y="835216"/>
                    <a:pt x="3525203" y="1149350"/>
                  </a:cubicBezTo>
                  <a:cubicBezTo>
                    <a:pt x="4445381" y="1393444"/>
                    <a:pt x="5373053" y="1572070"/>
                    <a:pt x="6313488" y="1630299"/>
                  </a:cubicBezTo>
                  <a:cubicBezTo>
                    <a:pt x="8227569" y="1748282"/>
                    <a:pt x="10107168" y="1365949"/>
                    <a:pt x="11980990" y="852234"/>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21" name="Freeform: Shape 48">
              <a:extLst>
                <a:ext uri="{FF2B5EF4-FFF2-40B4-BE49-F238E27FC236}">
                  <a16:creationId xmlns:a16="http://schemas.microsoft.com/office/drawing/2014/main" id="{3402EB03-9C5F-7948-B990-CB83737B5830}"/>
                </a:ext>
              </a:extLst>
            </p:cNvPr>
            <p:cNvSpPr/>
            <p:nvPr userDrawn="1"/>
          </p:nvSpPr>
          <p:spPr>
            <a:xfrm>
              <a:off x="0" y="393127"/>
              <a:ext cx="12192000" cy="6464872"/>
            </a:xfrm>
            <a:custGeom>
              <a:avLst/>
              <a:gdLst>
                <a:gd name="connsiteX0" fmla="*/ 10545191 w 12192000"/>
                <a:gd name="connsiteY0" fmla="*/ 94489 h 6464872"/>
                <a:gd name="connsiteX1" fmla="*/ 12192000 w 12192000"/>
                <a:gd name="connsiteY1" fmla="*/ 345187 h 6464872"/>
                <a:gd name="connsiteX2" fmla="*/ 12192000 w 12192000"/>
                <a:gd name="connsiteY2" fmla="*/ 6464873 h 6464872"/>
                <a:gd name="connsiteX3" fmla="*/ 0 w 12192000"/>
                <a:gd name="connsiteY3" fmla="*/ 6464873 h 6464872"/>
                <a:gd name="connsiteX4" fmla="*/ 0 w 12192000"/>
                <a:gd name="connsiteY4" fmla="*/ 1743647 h 6464872"/>
                <a:gd name="connsiteX5" fmla="*/ 2124139 w 12192000"/>
                <a:gd name="connsiteY5" fmla="*/ 1198309 h 6464872"/>
                <a:gd name="connsiteX6" fmla="*/ 3277997 w 12192000"/>
                <a:gd name="connsiteY6" fmla="*/ 892811 h 6464872"/>
                <a:gd name="connsiteX7" fmla="*/ 3525203 w 12192000"/>
                <a:gd name="connsiteY7" fmla="*/ 829311 h 6464872"/>
                <a:gd name="connsiteX8" fmla="*/ 6815011 w 12192000"/>
                <a:gd name="connsiteY8" fmla="*/ 149861 h 6464872"/>
                <a:gd name="connsiteX9" fmla="*/ 8893302 w 12192000"/>
                <a:gd name="connsiteY9" fmla="*/ 1 h 6464872"/>
                <a:gd name="connsiteX10" fmla="*/ 10545191 w 12192000"/>
                <a:gd name="connsiteY10" fmla="*/ 94489 h 6464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6464872">
                  <a:moveTo>
                    <a:pt x="10545191" y="94489"/>
                  </a:moveTo>
                  <a:cubicBezTo>
                    <a:pt x="11096879" y="155131"/>
                    <a:pt x="11645456" y="241809"/>
                    <a:pt x="12192000" y="345187"/>
                  </a:cubicBezTo>
                  <a:lnTo>
                    <a:pt x="12192000" y="6464873"/>
                  </a:lnTo>
                  <a:lnTo>
                    <a:pt x="0" y="6464873"/>
                  </a:lnTo>
                  <a:lnTo>
                    <a:pt x="0" y="1743647"/>
                  </a:lnTo>
                  <a:cubicBezTo>
                    <a:pt x="710184" y="1575372"/>
                    <a:pt x="1417384" y="1387031"/>
                    <a:pt x="2124139" y="1198309"/>
                  </a:cubicBezTo>
                  <a:cubicBezTo>
                    <a:pt x="2508695" y="1095566"/>
                    <a:pt x="2893187" y="992760"/>
                    <a:pt x="3277997" y="892811"/>
                  </a:cubicBezTo>
                  <a:cubicBezTo>
                    <a:pt x="3360376" y="871392"/>
                    <a:pt x="3442780" y="850221"/>
                    <a:pt x="3525203" y="829311"/>
                  </a:cubicBezTo>
                  <a:cubicBezTo>
                    <a:pt x="4615307" y="550355"/>
                    <a:pt x="5708650" y="300356"/>
                    <a:pt x="6815011" y="149861"/>
                  </a:cubicBezTo>
                  <a:cubicBezTo>
                    <a:pt x="7502018" y="55627"/>
                    <a:pt x="8193977" y="572"/>
                    <a:pt x="8893302" y="1"/>
                  </a:cubicBezTo>
                  <a:cubicBezTo>
                    <a:pt x="9447784" y="-190"/>
                    <a:pt x="9998075" y="34354"/>
                    <a:pt x="10545191" y="94489"/>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22" name="Freeform: Shape 49">
              <a:extLst>
                <a:ext uri="{FF2B5EF4-FFF2-40B4-BE49-F238E27FC236}">
                  <a16:creationId xmlns:a16="http://schemas.microsoft.com/office/drawing/2014/main" id="{BDB70546-CA28-DF48-A34F-F307D91E3584}"/>
                </a:ext>
              </a:extLst>
            </p:cNvPr>
            <p:cNvSpPr/>
            <p:nvPr userDrawn="1"/>
          </p:nvSpPr>
          <p:spPr>
            <a:xfrm>
              <a:off x="0" y="1091438"/>
              <a:ext cx="12192000" cy="5766561"/>
            </a:xfrm>
            <a:custGeom>
              <a:avLst/>
              <a:gdLst>
                <a:gd name="connsiteX0" fmla="*/ 7462647 w 12192000"/>
                <a:gd name="connsiteY0" fmla="*/ 1745742 h 5766561"/>
                <a:gd name="connsiteX1" fmla="*/ 12192000 w 12192000"/>
                <a:gd name="connsiteY1" fmla="*/ 2352421 h 5766561"/>
                <a:gd name="connsiteX2" fmla="*/ 12192000 w 12192000"/>
                <a:gd name="connsiteY2" fmla="*/ 5766562 h 5766561"/>
                <a:gd name="connsiteX3" fmla="*/ 0 w 12192000"/>
                <a:gd name="connsiteY3" fmla="*/ 5766562 h 5766561"/>
                <a:gd name="connsiteX4" fmla="*/ 0 w 12192000"/>
                <a:gd name="connsiteY4" fmla="*/ 0 h 5766561"/>
                <a:gd name="connsiteX5" fmla="*/ 1338199 w 12192000"/>
                <a:gd name="connsiteY5" fmla="*/ 309816 h 5766561"/>
                <a:gd name="connsiteX6" fmla="*/ 2124139 w 12192000"/>
                <a:gd name="connsiteY6" fmla="*/ 500316 h 5766561"/>
                <a:gd name="connsiteX7" fmla="*/ 5940489 w 12192000"/>
                <a:gd name="connsiteY7" fmla="*/ 1421575 h 5766561"/>
                <a:gd name="connsiteX8" fmla="*/ 7462647 w 12192000"/>
                <a:gd name="connsiteY8" fmla="*/ 1745742 h 576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5766561">
                  <a:moveTo>
                    <a:pt x="7462647" y="1745742"/>
                  </a:moveTo>
                  <a:cubicBezTo>
                    <a:pt x="9031097" y="2056892"/>
                    <a:pt x="10604754" y="2287588"/>
                    <a:pt x="12192000" y="2352421"/>
                  </a:cubicBezTo>
                  <a:lnTo>
                    <a:pt x="12192000" y="5766562"/>
                  </a:lnTo>
                  <a:lnTo>
                    <a:pt x="0" y="5766562"/>
                  </a:lnTo>
                  <a:lnTo>
                    <a:pt x="0" y="0"/>
                  </a:lnTo>
                  <a:cubicBezTo>
                    <a:pt x="446616" y="99397"/>
                    <a:pt x="892683" y="202673"/>
                    <a:pt x="1338199" y="309816"/>
                  </a:cubicBezTo>
                  <a:cubicBezTo>
                    <a:pt x="1600327" y="372510"/>
                    <a:pt x="1862309" y="436010"/>
                    <a:pt x="2124139" y="500316"/>
                  </a:cubicBezTo>
                  <a:cubicBezTo>
                    <a:pt x="3397187" y="811467"/>
                    <a:pt x="4667885" y="1133729"/>
                    <a:pt x="5940489" y="1421575"/>
                  </a:cubicBezTo>
                  <a:cubicBezTo>
                    <a:pt x="6447409" y="1536001"/>
                    <a:pt x="6954838" y="1644059"/>
                    <a:pt x="7462647" y="1745742"/>
                  </a:cubicBezTo>
                  <a:close/>
                </a:path>
              </a:pathLst>
            </a:custGeom>
            <a:solidFill>
              <a:schemeClr val="bg1">
                <a:alpha val="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grpSp>
      <p:sp>
        <p:nvSpPr>
          <p:cNvPr id="88" name="Title 1">
            <a:extLst>
              <a:ext uri="{FF2B5EF4-FFF2-40B4-BE49-F238E27FC236}">
                <a16:creationId xmlns:a16="http://schemas.microsoft.com/office/drawing/2014/main" id="{3D60AB77-E186-7F49-8289-B05EDB72FACC}"/>
              </a:ext>
            </a:extLst>
          </p:cNvPr>
          <p:cNvSpPr>
            <a:spLocks noGrp="1"/>
          </p:cNvSpPr>
          <p:nvPr>
            <p:ph type="title" hasCustomPrompt="1"/>
          </p:nvPr>
        </p:nvSpPr>
        <p:spPr>
          <a:xfrm>
            <a:off x="777817" y="1277738"/>
            <a:ext cx="10291845" cy="1994940"/>
          </a:xfrm>
          <a:prstGeom prst="rect">
            <a:avLst/>
          </a:prstGeom>
          <a:noFill/>
        </p:spPr>
        <p:txBody>
          <a:bodyPr lIns="0" tIns="0" rIns="0" bIns="0" anchor="b">
            <a:normAutofit/>
          </a:bodyPr>
          <a:lstStyle>
            <a:lvl1pPr>
              <a:defRPr sz="48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section divider title</a:t>
            </a:r>
          </a:p>
        </p:txBody>
      </p:sp>
      <p:sp>
        <p:nvSpPr>
          <p:cNvPr id="89" name="Content Placeholder 2">
            <a:extLst>
              <a:ext uri="{FF2B5EF4-FFF2-40B4-BE49-F238E27FC236}">
                <a16:creationId xmlns:a16="http://schemas.microsoft.com/office/drawing/2014/main" id="{3523C21E-CE6E-D64D-8FC7-18A774841400}"/>
              </a:ext>
            </a:extLst>
          </p:cNvPr>
          <p:cNvSpPr>
            <a:spLocks noGrp="1"/>
          </p:cNvSpPr>
          <p:nvPr>
            <p:ph idx="1" hasCustomPrompt="1"/>
          </p:nvPr>
        </p:nvSpPr>
        <p:spPr>
          <a:xfrm>
            <a:off x="777817" y="3429000"/>
            <a:ext cx="10291845" cy="785769"/>
          </a:xfrm>
          <a:prstGeom prst="rect">
            <a:avLst/>
          </a:prstGeom>
          <a:noFill/>
        </p:spPr>
        <p:txBody>
          <a:bodyPr lIns="10800" tIns="0" rIns="0"/>
          <a:lstStyle>
            <a:lvl1pPr>
              <a:lnSpc>
                <a:spcPct val="100000"/>
              </a:lnSpc>
              <a:spcBef>
                <a:spcPts val="800"/>
              </a:spcBef>
              <a:spcAft>
                <a:spcPts val="200"/>
              </a:spcAft>
              <a:buClrTx/>
              <a:defRPr sz="2400" b="0" i="0">
                <a:solidFill>
                  <a:schemeClr val="accent1"/>
                </a:solidFill>
                <a:latin typeface="Tenorite" pitchFamily="2" charset="0"/>
                <a:ea typeface="Verdana" panose="020B0604030504040204" pitchFamily="34" charset="0"/>
                <a:cs typeface="Tenorite" panose="00000500000000000000" pitchFamily="2" charset="0"/>
              </a:defRPr>
            </a:lvl1pPr>
            <a:lvl2pPr marL="344488" indent="-152400">
              <a:lnSpc>
                <a:spcPct val="100000"/>
              </a:lnSpc>
              <a:spcBef>
                <a:spcPts val="600"/>
              </a:spcBef>
              <a:spcAft>
                <a:spcPts val="600"/>
              </a:spcAft>
              <a:buClrTx/>
              <a:buFont typeface="Arial"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628650" indent="-157163">
              <a:lnSpc>
                <a:spcPct val="100000"/>
              </a:lnSpc>
              <a:spcBef>
                <a:spcPts val="600"/>
              </a:spcBef>
              <a:spcAft>
                <a:spcPts val="200"/>
              </a:spcAft>
              <a:buClrTx/>
              <a:buFont typeface="Arial" pitchFamily="34" charset="0"/>
              <a:buChar cha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914400" indent="-173038">
              <a:lnSpc>
                <a:spcPct val="100000"/>
              </a:lnSpc>
              <a:spcBef>
                <a:spcPts val="600"/>
              </a:spcBef>
              <a:spcAft>
                <a:spcPts val="200"/>
              </a:spcAft>
              <a:buClrTx/>
              <a:defRPr sz="1400" b="1">
                <a:solidFill>
                  <a:schemeClr val="accent1"/>
                </a:solidFill>
                <a:latin typeface="Verdana" panose="020B0604030504040204" pitchFamily="34" charset="0"/>
                <a:ea typeface="Verdana" panose="020B0604030504040204" pitchFamily="34" charset="0"/>
                <a:cs typeface="Verdana" panose="020B0604030504040204" pitchFamily="34" charset="0"/>
              </a:defRPr>
            </a:lvl4pPr>
            <a:lvl5pPr marL="1188720" indent="-173038">
              <a:lnSpc>
                <a:spcPct val="100000"/>
              </a:lnSpc>
              <a:spcBef>
                <a:spcPts val="800"/>
              </a:spcBef>
              <a:spcAft>
                <a:spcPts val="200"/>
              </a:spcAft>
              <a:buClrTx/>
              <a:defRPr sz="1200" b="1">
                <a:solidFill>
                  <a:schemeClr val="accent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sub-header</a:t>
            </a:r>
          </a:p>
        </p:txBody>
      </p:sp>
      <p:grpSp>
        <p:nvGrpSpPr>
          <p:cNvPr id="90" name="Graphic 3">
            <a:extLst>
              <a:ext uri="{FF2B5EF4-FFF2-40B4-BE49-F238E27FC236}">
                <a16:creationId xmlns:a16="http://schemas.microsoft.com/office/drawing/2014/main" id="{03C15D26-F19D-1046-9A56-6ACC30A927E3}"/>
              </a:ext>
            </a:extLst>
          </p:cNvPr>
          <p:cNvGrpSpPr/>
          <p:nvPr userDrawn="1"/>
        </p:nvGrpSpPr>
        <p:grpSpPr>
          <a:xfrm>
            <a:off x="380999" y="312608"/>
            <a:ext cx="772695" cy="269013"/>
            <a:chOff x="448663" y="3429000"/>
            <a:chExt cx="3429000" cy="1193800"/>
          </a:xfrm>
          <a:solidFill>
            <a:schemeClr val="accent1"/>
          </a:solidFill>
        </p:grpSpPr>
        <p:sp>
          <p:nvSpPr>
            <p:cNvPr id="91" name="Freeform 90">
              <a:extLst>
                <a:ext uri="{FF2B5EF4-FFF2-40B4-BE49-F238E27FC236}">
                  <a16:creationId xmlns:a16="http://schemas.microsoft.com/office/drawing/2014/main" id="{670D069F-9639-B142-92F5-3932C1542AC0}"/>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2" name="Freeform 91">
              <a:extLst>
                <a:ext uri="{FF2B5EF4-FFF2-40B4-BE49-F238E27FC236}">
                  <a16:creationId xmlns:a16="http://schemas.microsoft.com/office/drawing/2014/main" id="{62467AF3-7BDE-804D-9AAD-5A26DEC40EA1}"/>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3" name="Freeform 92">
              <a:extLst>
                <a:ext uri="{FF2B5EF4-FFF2-40B4-BE49-F238E27FC236}">
                  <a16:creationId xmlns:a16="http://schemas.microsoft.com/office/drawing/2014/main" id="{1C208175-ED96-7D47-8094-151702DC1B77}"/>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4" name="Freeform 93">
              <a:extLst>
                <a:ext uri="{FF2B5EF4-FFF2-40B4-BE49-F238E27FC236}">
                  <a16:creationId xmlns:a16="http://schemas.microsoft.com/office/drawing/2014/main" id="{0E3D3701-596C-954D-9583-77B3DABED6DD}"/>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5">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5" name="Freeform 94">
              <a:extLst>
                <a:ext uri="{FF2B5EF4-FFF2-40B4-BE49-F238E27FC236}">
                  <a16:creationId xmlns:a16="http://schemas.microsoft.com/office/drawing/2014/main" id="{C912DD0B-488C-F94F-9AC5-3D3153C441D5}"/>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6" name="Freeform 95">
              <a:extLst>
                <a:ext uri="{FF2B5EF4-FFF2-40B4-BE49-F238E27FC236}">
                  <a16:creationId xmlns:a16="http://schemas.microsoft.com/office/drawing/2014/main" id="{379A79B8-4D6C-BD4B-924A-CBFA0CAA2244}"/>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grpSp>
      <p:sp>
        <p:nvSpPr>
          <p:cNvPr id="2" name="TextBox 1">
            <a:extLst>
              <a:ext uri="{FF2B5EF4-FFF2-40B4-BE49-F238E27FC236}">
                <a16:creationId xmlns:a16="http://schemas.microsoft.com/office/drawing/2014/main" id="{9F49734E-D4FD-9422-980F-E6E3595E9398}"/>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D4FAEBE-B6EB-4E5D-A6B9-749E6598E908}" type="slidenum">
              <a:rPr lang="en-GB" sz="900" b="0" i="0" smtClean="0">
                <a:solidFill>
                  <a:schemeClr val="accent1"/>
                </a:solidFill>
                <a:latin typeface="Tenorite" pitchFamily="2" charset="0"/>
              </a:rPr>
              <a:t>‹#›</a:t>
            </a:fld>
            <a:endParaRPr lang="en-GB" sz="900" b="0" i="0">
              <a:solidFill>
                <a:schemeClr val="accent1"/>
              </a:solidFill>
              <a:latin typeface="Tenorite" pitchFamily="2" charset="0"/>
            </a:endParaRPr>
          </a:p>
        </p:txBody>
      </p:sp>
    </p:spTree>
    <p:extLst>
      <p:ext uri="{BB962C8B-B14F-4D97-AF65-F5344CB8AC3E}">
        <p14:creationId xmlns:p14="http://schemas.microsoft.com/office/powerpoint/2010/main" val="2542630810"/>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6_Diseño personalizado">
    <p:spTree>
      <p:nvGrpSpPr>
        <p:cNvPr id="1" name=""/>
        <p:cNvGrpSpPr/>
        <p:nvPr/>
      </p:nvGrpSpPr>
      <p:grpSpPr>
        <a:xfrm>
          <a:off x="0" y="0"/>
          <a:ext cx="0" cy="0"/>
          <a:chOff x="0" y="0"/>
          <a:chExt cx="0" cy="0"/>
        </a:xfrm>
      </p:grpSpPr>
      <p:sp>
        <p:nvSpPr>
          <p:cNvPr id="4" name="Double Wave 3">
            <a:extLst>
              <a:ext uri="{FF2B5EF4-FFF2-40B4-BE49-F238E27FC236}">
                <a16:creationId xmlns:a16="http://schemas.microsoft.com/office/drawing/2014/main" id="{C1B68825-5247-2B49-DAEF-15FFE8DA4C9F}"/>
              </a:ext>
            </a:extLst>
          </p:cNvPr>
          <p:cNvSpPr/>
          <p:nvPr userDrawn="1"/>
        </p:nvSpPr>
        <p:spPr>
          <a:xfrm>
            <a:off x="0" y="62630"/>
            <a:ext cx="12192000" cy="1177447"/>
          </a:xfrm>
          <a:prstGeom prst="doubleWav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ectángulo 4">
            <a:extLst>
              <a:ext uri="{FF2B5EF4-FFF2-40B4-BE49-F238E27FC236}">
                <a16:creationId xmlns:a16="http://schemas.microsoft.com/office/drawing/2014/main" id="{D6F86A0A-A975-683A-AAD7-F208C66BB6C3}"/>
              </a:ext>
            </a:extLst>
          </p:cNvPr>
          <p:cNvSpPr/>
          <p:nvPr userDrawn="1"/>
        </p:nvSpPr>
        <p:spPr>
          <a:xfrm>
            <a:off x="0" y="0"/>
            <a:ext cx="12192000" cy="436057"/>
          </a:xfrm>
          <a:prstGeom prst="rect">
            <a:avLst/>
          </a:prstGeom>
          <a:solidFill>
            <a:srgbClr val="24282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376333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3.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69F5CE-C689-D117-A208-8320BFBE24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32BEE69-1D81-6551-E50C-C1A40BA157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FDEE6B-C610-13E7-92A2-4401A17B58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09D815-375B-4E25-982C-DE08947284A2}" type="datetimeFigureOut">
              <a:rPr lang="en-US" smtClean="0"/>
              <a:t>10/21/2026</a:t>
            </a:fld>
            <a:endParaRPr lang="en-US"/>
          </a:p>
        </p:txBody>
      </p:sp>
      <p:sp>
        <p:nvSpPr>
          <p:cNvPr id="5" name="Footer Placeholder 4">
            <a:extLst>
              <a:ext uri="{FF2B5EF4-FFF2-40B4-BE49-F238E27FC236}">
                <a16:creationId xmlns:a16="http://schemas.microsoft.com/office/drawing/2014/main" id="{67BC3C62-E0AE-5B29-26D5-E107B7320F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A5FD2E7-50BF-9F7A-E8CC-FCC69B0D1E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4104B6-1B22-4D05-90D0-055344F63258}" type="slidenum">
              <a:rPr lang="en-US" smtClean="0"/>
              <a:t>‹#›</a:t>
            </a:fld>
            <a:endParaRPr lang="en-US"/>
          </a:p>
        </p:txBody>
      </p:sp>
    </p:spTree>
    <p:extLst>
      <p:ext uri="{BB962C8B-B14F-4D97-AF65-F5344CB8AC3E}">
        <p14:creationId xmlns:p14="http://schemas.microsoft.com/office/powerpoint/2010/main" val="2350276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8" name="Graphic 3">
            <a:extLst>
              <a:ext uri="{FF2B5EF4-FFF2-40B4-BE49-F238E27FC236}">
                <a16:creationId xmlns:a16="http://schemas.microsoft.com/office/drawing/2014/main" id="{BAA8EC41-204C-6F47-8683-F927BF2F636E}"/>
              </a:ext>
            </a:extLst>
          </p:cNvPr>
          <p:cNvGrpSpPr/>
          <p:nvPr userDrawn="1"/>
        </p:nvGrpSpPr>
        <p:grpSpPr>
          <a:xfrm>
            <a:off x="381550" y="6269057"/>
            <a:ext cx="625911" cy="217910"/>
            <a:chOff x="448663" y="3429000"/>
            <a:chExt cx="3429000" cy="1193800"/>
          </a:xfrm>
        </p:grpSpPr>
        <p:sp>
          <p:nvSpPr>
            <p:cNvPr id="39" name="Freeform 38">
              <a:extLst>
                <a:ext uri="{FF2B5EF4-FFF2-40B4-BE49-F238E27FC236}">
                  <a16:creationId xmlns:a16="http://schemas.microsoft.com/office/drawing/2014/main" id="{7DDECBD9-D189-044F-8A26-FE685317DFBA}"/>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40" name="Freeform 39">
              <a:extLst>
                <a:ext uri="{FF2B5EF4-FFF2-40B4-BE49-F238E27FC236}">
                  <a16:creationId xmlns:a16="http://schemas.microsoft.com/office/drawing/2014/main" id="{F1D879AB-7FEC-334D-9C59-4BDB3E27680D}"/>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41" name="Freeform 40">
              <a:extLst>
                <a:ext uri="{FF2B5EF4-FFF2-40B4-BE49-F238E27FC236}">
                  <a16:creationId xmlns:a16="http://schemas.microsoft.com/office/drawing/2014/main" id="{3AE86D25-DA0C-344C-8BB7-2DC593835BF3}"/>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2" name="Freeform 41">
              <a:extLst>
                <a:ext uri="{FF2B5EF4-FFF2-40B4-BE49-F238E27FC236}">
                  <a16:creationId xmlns:a16="http://schemas.microsoft.com/office/drawing/2014/main" id="{EEC0B804-78DC-5B4A-82F6-D0EA9BF9F245}"/>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3" name="Freeform 42">
              <a:extLst>
                <a:ext uri="{FF2B5EF4-FFF2-40B4-BE49-F238E27FC236}">
                  <a16:creationId xmlns:a16="http://schemas.microsoft.com/office/drawing/2014/main" id="{23E18C9B-45F6-D041-8445-F096085D007E}"/>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4" name="Freeform 43">
              <a:extLst>
                <a:ext uri="{FF2B5EF4-FFF2-40B4-BE49-F238E27FC236}">
                  <a16:creationId xmlns:a16="http://schemas.microsoft.com/office/drawing/2014/main" id="{4554CF7E-A4A5-FF43-9F63-9DD056D39A5B}"/>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
        <p:nvSpPr>
          <p:cNvPr id="2" name="TextBox 1">
            <a:extLst>
              <a:ext uri="{FF2B5EF4-FFF2-40B4-BE49-F238E27FC236}">
                <a16:creationId xmlns:a16="http://schemas.microsoft.com/office/drawing/2014/main" id="{7632BAE7-546F-323A-89DB-D0FDCE16F17D}"/>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sp>
        <p:nvSpPr>
          <p:cNvPr id="4" name="TextBox 2">
            <a:extLst>
              <a:ext uri="{FF2B5EF4-FFF2-40B4-BE49-F238E27FC236}">
                <a16:creationId xmlns:a16="http://schemas.microsoft.com/office/drawing/2014/main" id="{A40536A7-13E9-50F7-42BD-420F2923A5F0}"/>
              </a:ext>
            </a:extLst>
          </p:cNvPr>
          <p:cNvSpPr txBox="1"/>
          <p:nvPr userDrawn="1"/>
        </p:nvSpPr>
        <p:spPr>
          <a:xfrm>
            <a:off x="10100410" y="6320155"/>
            <a:ext cx="1359312" cy="211394"/>
          </a:xfrm>
          <a:prstGeom prst="rect">
            <a:avLst/>
          </a:prstGeom>
          <a:noFill/>
        </p:spPr>
        <p:txBody>
          <a:bodyPr wrap="square" lIns="0" tIns="0" rIns="0" bIns="0" rtlCol="0" anchor="b" anchorCtr="0">
            <a:noAutofit/>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lang="en-GB" sz="900">
                <a:solidFill>
                  <a:schemeClr val="tx1">
                    <a:lumMod val="50000"/>
                    <a:lumOff val="50000"/>
                  </a:schemeClr>
                </a:solidFill>
              </a:rPr>
              <a:t>Copyright © 2025 BTS </a:t>
            </a:r>
            <a:r>
              <a:rPr lang="en-GB" sz="900" b="0">
                <a:solidFill>
                  <a:schemeClr val="tx1">
                    <a:lumMod val="50000"/>
                    <a:lumOff val="50000"/>
                  </a:schemeClr>
                </a:solidFill>
              </a:rPr>
              <a:t> </a:t>
            </a:r>
          </a:p>
        </p:txBody>
      </p:sp>
    </p:spTree>
    <p:extLst>
      <p:ext uri="{BB962C8B-B14F-4D97-AF65-F5344CB8AC3E}">
        <p14:creationId xmlns:p14="http://schemas.microsoft.com/office/powerpoint/2010/main" val="11022874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p:hf hdr="0" dt="0"/>
  <p:txStyles>
    <p:titleStyle>
      <a:lvl1pPr algn="l" defTabSz="914400" rtl="0" eaLnBrk="1" latinLnBrk="0" hangingPunct="1">
        <a:lnSpc>
          <a:spcPct val="100000"/>
        </a:lnSpc>
        <a:spcBef>
          <a:spcPct val="0"/>
        </a:spcBef>
        <a:buNone/>
        <a:defRPr sz="2800"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1pPr>
      <a:lvl2pPr marL="153988" indent="-153988"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2pPr>
      <a:lvl3pPr marL="327025" indent="-163513"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3pPr>
      <a:lvl4pPr marL="461963" indent="-153988"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4pPr>
      <a:lvl5pPr marL="625475" indent="-163513"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pos="240">
          <p15:clr>
            <a:srgbClr val="F26B43"/>
          </p15:clr>
        </p15:guide>
        <p15:guide id="3" orient="horz" pos="4080">
          <p15:clr>
            <a:srgbClr val="F26B43"/>
          </p15:clr>
        </p15:guide>
        <p15:guide id="4" pos="7440">
          <p15:clr>
            <a:srgbClr val="F26B43"/>
          </p15:clr>
        </p15:guide>
        <p15:guide id="5" orient="horz" pos="372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C945F6-3965-4F1B-A4E7-8A1349D2BBCD}"/>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grpSp>
        <p:nvGrpSpPr>
          <p:cNvPr id="38" name="Graphic 3">
            <a:extLst>
              <a:ext uri="{FF2B5EF4-FFF2-40B4-BE49-F238E27FC236}">
                <a16:creationId xmlns:a16="http://schemas.microsoft.com/office/drawing/2014/main" id="{BAA8EC41-204C-6F47-8683-F927BF2F636E}"/>
              </a:ext>
            </a:extLst>
          </p:cNvPr>
          <p:cNvGrpSpPr/>
          <p:nvPr userDrawn="1"/>
        </p:nvGrpSpPr>
        <p:grpSpPr>
          <a:xfrm>
            <a:off x="381550" y="6269057"/>
            <a:ext cx="625911" cy="217910"/>
            <a:chOff x="448663" y="3429000"/>
            <a:chExt cx="3429000" cy="1193800"/>
          </a:xfrm>
        </p:grpSpPr>
        <p:sp>
          <p:nvSpPr>
            <p:cNvPr id="39" name="Freeform 38">
              <a:extLst>
                <a:ext uri="{FF2B5EF4-FFF2-40B4-BE49-F238E27FC236}">
                  <a16:creationId xmlns:a16="http://schemas.microsoft.com/office/drawing/2014/main" id="{7DDECBD9-D189-044F-8A26-FE685317DFBA}"/>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40" name="Freeform 39">
              <a:extLst>
                <a:ext uri="{FF2B5EF4-FFF2-40B4-BE49-F238E27FC236}">
                  <a16:creationId xmlns:a16="http://schemas.microsoft.com/office/drawing/2014/main" id="{F1D879AB-7FEC-334D-9C59-4BDB3E27680D}"/>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41" name="Freeform 40">
              <a:extLst>
                <a:ext uri="{FF2B5EF4-FFF2-40B4-BE49-F238E27FC236}">
                  <a16:creationId xmlns:a16="http://schemas.microsoft.com/office/drawing/2014/main" id="{3AE86D25-DA0C-344C-8BB7-2DC593835BF3}"/>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2" name="Freeform 41">
              <a:extLst>
                <a:ext uri="{FF2B5EF4-FFF2-40B4-BE49-F238E27FC236}">
                  <a16:creationId xmlns:a16="http://schemas.microsoft.com/office/drawing/2014/main" id="{EEC0B804-78DC-5B4A-82F6-D0EA9BF9F245}"/>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5">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3" name="Freeform 42">
              <a:extLst>
                <a:ext uri="{FF2B5EF4-FFF2-40B4-BE49-F238E27FC236}">
                  <a16:creationId xmlns:a16="http://schemas.microsoft.com/office/drawing/2014/main" id="{23E18C9B-45F6-D041-8445-F096085D007E}"/>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4" name="Freeform 43">
              <a:extLst>
                <a:ext uri="{FF2B5EF4-FFF2-40B4-BE49-F238E27FC236}">
                  <a16:creationId xmlns:a16="http://schemas.microsoft.com/office/drawing/2014/main" id="{4554CF7E-A4A5-FF43-9F63-9DD056D39A5B}"/>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Tree>
    <p:extLst>
      <p:ext uri="{BB962C8B-B14F-4D97-AF65-F5344CB8AC3E}">
        <p14:creationId xmlns:p14="http://schemas.microsoft.com/office/powerpoint/2010/main" val="407525611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hf hdr="0" dt="0"/>
  <p:txStyles>
    <p:titleStyle>
      <a:lvl1pPr algn="l" defTabSz="914400" rtl="0" eaLnBrk="1" latinLnBrk="0" hangingPunct="1">
        <a:lnSpc>
          <a:spcPct val="100000"/>
        </a:lnSpc>
        <a:spcBef>
          <a:spcPct val="0"/>
        </a:spcBef>
        <a:buNone/>
        <a:defRPr sz="2800"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1pPr>
      <a:lvl2pPr marL="153988" indent="-153988"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2pPr>
      <a:lvl3pPr marL="327025" indent="-163513"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3pPr>
      <a:lvl4pPr marL="461963" indent="-153988"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4pPr>
      <a:lvl5pPr marL="625475" indent="-163513"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pos="240">
          <p15:clr>
            <a:srgbClr val="F26B43"/>
          </p15:clr>
        </p15:guide>
        <p15:guide id="3" orient="horz" pos="4080">
          <p15:clr>
            <a:srgbClr val="F26B43"/>
          </p15:clr>
        </p15:guide>
        <p15:guide id="4" pos="7440">
          <p15:clr>
            <a:srgbClr val="F26B43"/>
          </p15:clr>
        </p15:guide>
        <p15:guide id="5" orient="horz" pos="37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5D0CD4-FFC8-796E-9CA1-530485922ABC}"/>
              </a:ext>
            </a:extLst>
          </p:cNvPr>
          <p:cNvSpPr txBox="1"/>
          <p:nvPr/>
        </p:nvSpPr>
        <p:spPr>
          <a:xfrm>
            <a:off x="612213" y="1496568"/>
            <a:ext cx="10296144" cy="4431983"/>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Tenorite"/>
                <a:ea typeface="+mn-ea"/>
                <a:cs typeface="+mn-cs"/>
              </a:rPr>
              <a:t>UPDATED CASE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enorite"/>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enorite"/>
                <a:ea typeface="+mn-ea"/>
                <a:cs typeface="+mn-cs"/>
              </a:rPr>
              <a:t>Ember Group built its reputation on deep expertise, close customer relationships and an entrepreneurial culture. Specialized business units, each with its own systems, leaders and definition of success, serve customers across dozens of regional markets. That structure powered Ember’s rise. Now it holds the company back.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enorite"/>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enorite"/>
                <a:ea typeface="+mn-ea"/>
                <a:cs typeface="+mn-cs"/>
              </a:rPr>
              <a:t>Customers demand faster, better and cheaper. AI-native challengers are eroding Ember’s edge. Standing still is not an option.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enorite"/>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enorite"/>
                <a:ea typeface="+mn-ea"/>
                <a:cs typeface="+mn-cs"/>
              </a:rPr>
              <a:t>Nearly every unit has started building its own AI solution. The energy is real. So is the mess. Use cases multiply, no one can compare or fund them together, and pilots chase different goals at different speeds.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enorite"/>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enorite"/>
                <a:ea typeface="+mn-ea"/>
                <a:cs typeface="+mn-cs"/>
              </a:rPr>
              <a:t>The question isn’t whether AI works. It’s whether Ember’s leaders can match AI’s pace while lifting people up rather than leaving them behind. This moment asks you to be that leader.</a:t>
            </a:r>
          </a:p>
        </p:txBody>
      </p:sp>
      <p:sp>
        <p:nvSpPr>
          <p:cNvPr id="3" name="Rectangle 2">
            <a:extLst>
              <a:ext uri="{FF2B5EF4-FFF2-40B4-BE49-F238E27FC236}">
                <a16:creationId xmlns:a16="http://schemas.microsoft.com/office/drawing/2014/main" id="{09224B14-A72C-5052-EDD6-E555988C8B65}"/>
              </a:ext>
            </a:extLst>
          </p:cNvPr>
          <p:cNvSpPr/>
          <p:nvPr/>
        </p:nvSpPr>
        <p:spPr>
          <a:xfrm>
            <a:off x="5029201" y="729574"/>
            <a:ext cx="3842426" cy="535022"/>
          </a:xfrm>
          <a:prstGeom prst="rect">
            <a:avLst/>
          </a:prstGeom>
          <a:solidFill>
            <a:srgbClr val="92D050"/>
          </a:solidFill>
          <a:ln w="6350">
            <a:solidFill>
              <a:srgbClr val="2832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Digital (21</a:t>
            </a:r>
            <a:r>
              <a:rPr lang="en-IN" baseline="30000" dirty="0">
                <a:solidFill>
                  <a:sysClr val="windowText" lastClr="000000"/>
                </a:solidFill>
              </a:rPr>
              <a:t>st</a:t>
            </a:r>
            <a:r>
              <a:rPr lang="en-IN" dirty="0">
                <a:solidFill>
                  <a:sysClr val="windowText" lastClr="000000"/>
                </a:solidFill>
              </a:rPr>
              <a:t> Oct) - DONE</a:t>
            </a:r>
          </a:p>
        </p:txBody>
      </p:sp>
    </p:spTree>
    <p:extLst>
      <p:ext uri="{BB962C8B-B14F-4D97-AF65-F5344CB8AC3E}">
        <p14:creationId xmlns:p14="http://schemas.microsoft.com/office/powerpoint/2010/main" val="277197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05A87B0-EE36-C193-9AFE-AAC3840315D8}"/>
              </a:ext>
            </a:extLst>
          </p:cNvPr>
          <p:cNvSpPr>
            <a:spLocks noGrp="1"/>
          </p:cNvSpPr>
          <p:nvPr>
            <p:ph type="subTitle" idx="1"/>
          </p:nvPr>
        </p:nvSpPr>
        <p:spPr>
          <a:xfrm>
            <a:off x="391886" y="409303"/>
            <a:ext cx="11408228" cy="6130834"/>
          </a:xfrm>
        </p:spPr>
        <p:txBody>
          <a:bodyPr>
            <a:normAutofit fontScale="92500"/>
          </a:bodyPr>
          <a:lstStyle/>
          <a:p>
            <a:pPr algn="l"/>
            <a:r>
              <a:rPr lang="en-US" dirty="0"/>
              <a:t>Overall, Sim Updates: </a:t>
            </a:r>
          </a:p>
          <a:p>
            <a:pPr algn="l"/>
            <a:endParaRPr lang="en-US" dirty="0"/>
          </a:p>
          <a:p>
            <a:pPr marL="342900" indent="-342900" algn="l">
              <a:buFont typeface="Arial" panose="020B0604020202020204" pitchFamily="34" charset="0"/>
              <a:buChar char="•"/>
            </a:pPr>
            <a:r>
              <a:rPr lang="en-US" dirty="0"/>
              <a:t>Replace numerical scores with indicators. Remove all scores. Show metrics only, each with a Positive, Negative, or Neutral indicator. They have been updated in the source documents (in this PPT) </a:t>
            </a:r>
          </a:p>
          <a:p>
            <a:pPr marL="342900" indent="-342900" algn="l">
              <a:buFont typeface="Arial" panose="020B0604020202020204" pitchFamily="34" charset="0"/>
              <a:buChar char="•"/>
            </a:pPr>
            <a:r>
              <a:rPr lang="en-US" dirty="0"/>
              <a:t>Confirm the that start the simulation is on the case study page, not moment 1.</a:t>
            </a:r>
          </a:p>
          <a:p>
            <a:pPr marL="342900" indent="-342900" algn="l">
              <a:buFont typeface="Arial" panose="020B0604020202020204" pitchFamily="34" charset="0"/>
              <a:buChar char="•"/>
            </a:pPr>
            <a:r>
              <a:rPr lang="en-US" dirty="0"/>
              <a:t>Remove all </a:t>
            </a:r>
            <a:r>
              <a:rPr lang="en-US" dirty="0" err="1"/>
              <a:t>em</a:t>
            </a:r>
            <a:r>
              <a:rPr lang="en-US" dirty="0"/>
              <a:t> dashes from the copy. </a:t>
            </a:r>
          </a:p>
          <a:p>
            <a:pPr marL="342900" indent="-342900" algn="l">
              <a:buFont typeface="Arial" panose="020B0604020202020204" pitchFamily="34" charset="0"/>
              <a:buChar char="•"/>
            </a:pPr>
            <a:r>
              <a:rPr lang="en-US" dirty="0"/>
              <a:t>Fix the auto-reset bug. Between Moment 1 and Moment 2 the simulation refreshed on its own and wiped the scores/metrics. Find the cause and make state persist across moments.</a:t>
            </a:r>
          </a:p>
          <a:p>
            <a:pPr marL="342900" indent="-342900" algn="l">
              <a:buFont typeface="Arial" panose="020B0604020202020204" pitchFamily="34" charset="0"/>
              <a:buChar char="•"/>
            </a:pPr>
            <a:r>
              <a:rPr lang="en-US" dirty="0"/>
              <a:t>Change all the moment titles to Moment 1, 2, 3.  Removing the main title so that we don’t lead the participant. </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sz="3600" b="1" dirty="0"/>
              <a:t>Confirm all Source Files have been updated, that are attached here.  Please update all moments and case.</a:t>
            </a:r>
          </a:p>
          <a:p>
            <a:pPr marL="342900" indent="-342900" algn="l">
              <a:buFont typeface="Arial" panose="020B0604020202020204" pitchFamily="34" charset="0"/>
              <a:buChar char="•"/>
            </a:pPr>
            <a:endParaRPr lang="en-US" dirty="0"/>
          </a:p>
        </p:txBody>
      </p:sp>
      <p:sp>
        <p:nvSpPr>
          <p:cNvPr id="4" name="Rectangle 3">
            <a:extLst>
              <a:ext uri="{FF2B5EF4-FFF2-40B4-BE49-F238E27FC236}">
                <a16:creationId xmlns:a16="http://schemas.microsoft.com/office/drawing/2014/main" id="{0F33F59F-7F00-BF48-3FFC-7756E7A3990E}"/>
              </a:ext>
            </a:extLst>
          </p:cNvPr>
          <p:cNvSpPr/>
          <p:nvPr/>
        </p:nvSpPr>
        <p:spPr>
          <a:xfrm>
            <a:off x="4212078" y="1021403"/>
            <a:ext cx="6313250" cy="1303507"/>
          </a:xfrm>
          <a:prstGeom prst="rect">
            <a:avLst/>
          </a:prstGeom>
          <a:solidFill>
            <a:srgbClr val="92D050"/>
          </a:solidFill>
          <a:ln w="6350">
            <a:solidFill>
              <a:srgbClr val="2832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ysClr val="windowText" lastClr="000000"/>
              </a:solidFill>
            </a:endParaRPr>
          </a:p>
          <a:p>
            <a:pPr algn="ctr"/>
            <a:r>
              <a:rPr lang="en-IN" dirty="0">
                <a:solidFill>
                  <a:sysClr val="windowText" lastClr="000000"/>
                </a:solidFill>
              </a:rPr>
              <a:t>Digital (21</a:t>
            </a:r>
            <a:r>
              <a:rPr lang="en-IN" baseline="30000" dirty="0">
                <a:solidFill>
                  <a:sysClr val="windowText" lastClr="000000"/>
                </a:solidFill>
              </a:rPr>
              <a:t>st</a:t>
            </a:r>
            <a:r>
              <a:rPr lang="en-IN" dirty="0">
                <a:solidFill>
                  <a:sysClr val="windowText" lastClr="000000"/>
                </a:solidFill>
              </a:rPr>
              <a:t> Oct) – DONE</a:t>
            </a:r>
            <a:br>
              <a:rPr lang="en-IN" dirty="0">
                <a:solidFill>
                  <a:sysClr val="windowText" lastClr="000000"/>
                </a:solidFill>
              </a:rPr>
            </a:br>
            <a:r>
              <a:rPr lang="en-IN" dirty="0">
                <a:solidFill>
                  <a:sysClr val="windowText" lastClr="000000"/>
                </a:solidFill>
              </a:rPr>
              <a:t>Point 2 – We confirm that the simulation starts with the Welcome =&gt; Assign Base Values=&gt; Team Name =&gt; Case Study and then Moments</a:t>
            </a:r>
            <a:br>
              <a:rPr lang="en-IN" dirty="0">
                <a:solidFill>
                  <a:sysClr val="windowText" lastClr="000000"/>
                </a:solidFill>
              </a:rPr>
            </a:br>
            <a:endParaRPr lang="en-IN" dirty="0">
              <a:solidFill>
                <a:sysClr val="windowText" lastClr="000000"/>
              </a:solidFill>
            </a:endParaRPr>
          </a:p>
        </p:txBody>
      </p:sp>
    </p:spTree>
    <p:extLst>
      <p:ext uri="{BB962C8B-B14F-4D97-AF65-F5344CB8AC3E}">
        <p14:creationId xmlns:p14="http://schemas.microsoft.com/office/powerpoint/2010/main" val="3459016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22CB82-A8B9-E588-6FE7-22C8EDAEDC3C}"/>
              </a:ext>
            </a:extLst>
          </p:cNvPr>
          <p:cNvSpPr>
            <a:spLocks noGrp="1"/>
          </p:cNvSpPr>
          <p:nvPr>
            <p:ph type="body" sz="quarter" idx="13"/>
          </p:nvPr>
        </p:nvSpPr>
        <p:spPr>
          <a:xfrm>
            <a:off x="381000" y="1058850"/>
            <a:ext cx="11430000" cy="4410517"/>
          </a:xfrm>
        </p:spPr>
        <p:txBody>
          <a:bodyPr/>
          <a:lstStyle/>
          <a:p>
            <a:pPr marL="0" indent="0">
              <a:buNone/>
            </a:pPr>
            <a:r>
              <a:rPr lang="en-US" sz="1200" b="1" dirty="0"/>
              <a:t>MOMENT 1: Prioritizing First Steps</a:t>
            </a:r>
            <a:br>
              <a:rPr lang="en-US" sz="1200" b="1" dirty="0"/>
            </a:br>
            <a:endParaRPr lang="en-US" sz="1200" dirty="0"/>
          </a:p>
          <a:p>
            <a:pPr marL="0" indent="0">
              <a:buNone/>
            </a:pPr>
            <a:r>
              <a:rPr lang="en-US" sz="1200" dirty="0"/>
              <a:t>The Chief Technology Officer has asked you to bring the executive team a recommended portfolio of three funded AI initiatives in four weeks. Your working group has surfaced twelve use cases from across Ember’s business units and functions. Each has a sponsor, and several already have polished decks.</a:t>
            </a:r>
            <a:br>
              <a:rPr lang="en-US" sz="1200" dirty="0"/>
            </a:br>
            <a:endParaRPr lang="en-US" sz="1200" dirty="0"/>
          </a:p>
          <a:p>
            <a:pPr marL="0" indent="0">
              <a:buNone/>
            </a:pPr>
            <a:r>
              <a:rPr lang="en-US" sz="1200" dirty="0"/>
              <a:t>No one has agreed on how to decide. Every sponsor believes their case belongs in the top three. Two cases share an executive sponsor who expects both to go forward. After the last session, one sponsor stayed behind: “I’ve been told this is the highest-value initiative in the portfolio. If it’s not in the top three, I need to understand why.”</a:t>
            </a:r>
            <a:br>
              <a:rPr lang="en-US" sz="1200" dirty="0"/>
            </a:br>
            <a:endParaRPr lang="en-US" sz="1200" dirty="0"/>
          </a:p>
          <a:p>
            <a:pPr marL="0" indent="0">
              <a:buNone/>
            </a:pPr>
            <a:r>
              <a:rPr lang="en-US" sz="1200" dirty="0"/>
              <a:t>You have a strong view on which three are the real bets. You also know the executive team wants momentum, not another process.</a:t>
            </a:r>
            <a:br>
              <a:rPr lang="en-US" sz="1200" dirty="0"/>
            </a:br>
            <a:endParaRPr lang="en-US" sz="1200" dirty="0"/>
          </a:p>
          <a:p>
            <a:pPr marL="0" indent="0">
              <a:buNone/>
            </a:pPr>
            <a:r>
              <a:rPr lang="en-US" sz="1200" b="1" dirty="0"/>
              <a:t>What do you do?</a:t>
            </a:r>
            <a:endParaRPr lang="en-US" sz="1200" dirty="0"/>
          </a:p>
          <a:p>
            <a:pPr marL="0" indent="0">
              <a:buNone/>
            </a:pPr>
            <a:r>
              <a:rPr lang="en-US" sz="1200" b="1" dirty="0"/>
              <a:t>A.</a:t>
            </a:r>
            <a:r>
              <a:rPr lang="en-US" sz="1200" dirty="0"/>
              <a:t> Tell the working group: “Before we score anything, let’s agree how we’ll decide.” Build criteria together, then score all twelve the same way, your own three included. Tell the lobbying sponsor: “If your case is strong, criteria we all trust will show it.”</a:t>
            </a:r>
          </a:p>
          <a:p>
            <a:pPr marL="0" indent="0">
              <a:buNone/>
            </a:pPr>
            <a:r>
              <a:rPr lang="en-US" sz="1200" b="1" dirty="0"/>
              <a:t>B.</a:t>
            </a:r>
            <a:r>
              <a:rPr lang="en-US" sz="1200" dirty="0"/>
              <a:t> Meet every sponsor, including the one who stayed behind. Ask what each case needs and relies on, then share the patterns with the group before you recommend. Tell the lobbying sponsor: “Help me understand what success looks like for you.”</a:t>
            </a:r>
          </a:p>
          <a:p>
            <a:pPr marL="0" indent="0">
              <a:buNone/>
            </a:pPr>
            <a:r>
              <a:rPr lang="en-US" sz="1200" b="1" dirty="0"/>
              <a:t>C.</a:t>
            </a:r>
            <a:r>
              <a:rPr lang="en-US" sz="1200" dirty="0"/>
              <a:t> Take a view to the CTO: “I think this portfolio has to prove one thing: cost, growth or capability. Which, and is three the right number?” Pause the working group until you agree. Tell the lobbying sponsor: “I want to solve the right problem before I decide where yours fits.”</a:t>
            </a:r>
          </a:p>
          <a:p>
            <a:pPr marL="0" indent="0">
              <a:buNone/>
            </a:pPr>
            <a:r>
              <a:rPr lang="en-US" sz="1200" b="1" dirty="0"/>
              <a:t>D.</a:t>
            </a:r>
            <a:r>
              <a:rPr lang="en-US" sz="1200" dirty="0"/>
              <a:t> Propose to the CTO: two-week trials on five or six cases, with the results choosing the top three before the deadline. Tell the lobbying sponsor: “Let’s test it. A strong result is the best argument you can bring.”</a:t>
            </a:r>
          </a:p>
          <a:p>
            <a:endParaRPr lang="en-US" sz="1200" dirty="0"/>
          </a:p>
        </p:txBody>
      </p:sp>
      <p:sp>
        <p:nvSpPr>
          <p:cNvPr id="3" name="Title 2">
            <a:extLst>
              <a:ext uri="{FF2B5EF4-FFF2-40B4-BE49-F238E27FC236}">
                <a16:creationId xmlns:a16="http://schemas.microsoft.com/office/drawing/2014/main" id="{3A5CD873-E921-8C34-E3A4-02BA9103506B}"/>
              </a:ext>
            </a:extLst>
          </p:cNvPr>
          <p:cNvSpPr>
            <a:spLocks noGrp="1"/>
          </p:cNvSpPr>
          <p:nvPr>
            <p:ph type="title"/>
          </p:nvPr>
        </p:nvSpPr>
        <p:spPr/>
        <p:txBody>
          <a:bodyPr/>
          <a:lstStyle/>
          <a:p>
            <a:r>
              <a:rPr lang="en-US" dirty="0"/>
              <a:t>Source Doc: Moment 1</a:t>
            </a:r>
          </a:p>
        </p:txBody>
      </p:sp>
      <p:sp>
        <p:nvSpPr>
          <p:cNvPr id="5" name="Rectangle 4">
            <a:extLst>
              <a:ext uri="{FF2B5EF4-FFF2-40B4-BE49-F238E27FC236}">
                <a16:creationId xmlns:a16="http://schemas.microsoft.com/office/drawing/2014/main" id="{D11C66BF-D9A0-2C39-9E6E-81CDAA792949}"/>
              </a:ext>
            </a:extLst>
          </p:cNvPr>
          <p:cNvSpPr/>
          <p:nvPr/>
        </p:nvSpPr>
        <p:spPr>
          <a:xfrm>
            <a:off x="5029201" y="729574"/>
            <a:ext cx="3842426" cy="535022"/>
          </a:xfrm>
          <a:prstGeom prst="rect">
            <a:avLst/>
          </a:prstGeom>
          <a:solidFill>
            <a:srgbClr val="92D050"/>
          </a:solidFill>
          <a:ln w="6350">
            <a:solidFill>
              <a:srgbClr val="2832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Digital (21</a:t>
            </a:r>
            <a:r>
              <a:rPr lang="en-IN" baseline="30000" dirty="0">
                <a:solidFill>
                  <a:sysClr val="windowText" lastClr="000000"/>
                </a:solidFill>
              </a:rPr>
              <a:t>st</a:t>
            </a:r>
            <a:r>
              <a:rPr lang="en-IN" dirty="0">
                <a:solidFill>
                  <a:sysClr val="windowText" lastClr="000000"/>
                </a:solidFill>
              </a:rPr>
              <a:t> Oct) - DONE</a:t>
            </a:r>
          </a:p>
        </p:txBody>
      </p:sp>
    </p:spTree>
    <p:extLst>
      <p:ext uri="{BB962C8B-B14F-4D97-AF65-F5344CB8AC3E}">
        <p14:creationId xmlns:p14="http://schemas.microsoft.com/office/powerpoint/2010/main" val="4285398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CE8570D-A2EB-77CF-3E30-8B6F9ADD415C}"/>
              </a:ext>
            </a:extLst>
          </p:cNvPr>
          <p:cNvSpPr>
            <a:spLocks noGrp="1"/>
          </p:cNvSpPr>
          <p:nvPr>
            <p:ph type="body" sz="quarter" idx="13"/>
          </p:nvPr>
        </p:nvSpPr>
        <p:spPr/>
        <p:txBody>
          <a:bodyPr/>
          <a:lstStyle/>
          <a:p>
            <a:pPr marL="0" indent="0">
              <a:buNone/>
            </a:pPr>
            <a:r>
              <a:rPr lang="en-US" sz="1200" b="1" dirty="0"/>
              <a:t>MOMENT 1: Outcomes</a:t>
            </a:r>
            <a:endParaRPr lang="en-US" sz="1200" dirty="0"/>
          </a:p>
          <a:p>
            <a:pPr marL="0" indent="0">
              <a:buNone/>
            </a:pPr>
            <a:r>
              <a:rPr lang="en-US" sz="1200" b="1" dirty="0"/>
              <a:t>A.</a:t>
            </a:r>
            <a:r>
              <a:rPr lang="en-US" sz="1200" dirty="0"/>
              <a:t> The criteria session is uncomfortable but productive. Sponsors realize they’ve been defining “value” differently, and the agreed scorecard earns real buy-in. The cost is two of your four weeks, and the criteria miss one case that doesn’t fit any category. The shared definition holds, but the executive team asks why speed to value wasn’t weighted higher.</a:t>
            </a:r>
            <a:br>
              <a:rPr lang="en-US" sz="1200" dirty="0"/>
            </a:br>
            <a:r>
              <a:rPr lang="en-US" sz="1200" i="1" dirty="0"/>
              <a:t>Team Trust: Positive  | AI Velocity: Negative | Enterprise Value: Positive  </a:t>
            </a:r>
            <a:endParaRPr lang="en-US" sz="1200" dirty="0"/>
          </a:p>
          <a:p>
            <a:pPr marL="0" indent="0">
              <a:buNone/>
            </a:pPr>
            <a:r>
              <a:rPr lang="en-US" sz="1200" b="1" dirty="0"/>
              <a:t>B.</a:t>
            </a:r>
            <a:r>
              <a:rPr lang="en-US" sz="1200" dirty="0"/>
              <a:t> Your sponsor conversations reveal that four cases depend on the same data foundation, and two overlap almost entirely. You merge them and your recommendation lands with the group. But sponsors were candid with you and guarded with each other, and a week of meetings leaves less time than you wanted to test the shortlist.</a:t>
            </a:r>
            <a:br>
              <a:rPr lang="en-US" sz="1200" dirty="0"/>
            </a:br>
            <a:r>
              <a:rPr lang="en-US" sz="1200" i="1" dirty="0"/>
              <a:t>Team Trust: Positive | AI Velocity: Neutral | Enterprise Value: Positive</a:t>
            </a:r>
            <a:endParaRPr lang="en-US" sz="1200" dirty="0"/>
          </a:p>
          <a:p>
            <a:pPr marL="0" indent="0">
              <a:buNone/>
            </a:pPr>
            <a:r>
              <a:rPr lang="en-US" sz="1200" b="1" dirty="0"/>
              <a:t>C.</a:t>
            </a:r>
            <a:r>
              <a:rPr lang="en-US" sz="1200" dirty="0"/>
              <a:t> The CTO pushes back on “three initiatives.” The real aim is to show the board a credible AI return before year-end, which changes which cases rank. Your reframe saves weeks of debate. But the working group sat idle while you escalated, and several sponsors feel the process moved above their heads.</a:t>
            </a:r>
            <a:br>
              <a:rPr lang="en-US" sz="1200" dirty="0"/>
            </a:br>
            <a:r>
              <a:rPr lang="en-US" sz="1200" i="1" dirty="0"/>
              <a:t>Team Trust: Negative  | AI Velocity: Neutral  | Enterprise Value: Positive </a:t>
            </a:r>
            <a:endParaRPr lang="en-US" sz="1200" dirty="0"/>
          </a:p>
          <a:p>
            <a:pPr marL="0" indent="0">
              <a:buNone/>
            </a:pPr>
            <a:r>
              <a:rPr lang="en-US" sz="1200" b="1" dirty="0"/>
              <a:t>D.</a:t>
            </a:r>
            <a:r>
              <a:rPr lang="en-US" sz="1200" dirty="0"/>
              <a:t> The trials surface a surprise. The most polished deck stalls on data quality and a modest case delivers results in ten days. The executive team backs the top three on evidence. But two weeks of trials stretched the team thin, and the cases that never got a trial slot feel overlooked.</a:t>
            </a:r>
            <a:br>
              <a:rPr lang="en-US" sz="1200" dirty="0"/>
            </a:br>
            <a:r>
              <a:rPr lang="en-US" sz="1200" i="1" dirty="0"/>
              <a:t>Team Trust: Neutral | AI Velocity: Negative | Enterprise Value: Positive</a:t>
            </a:r>
            <a:endParaRPr lang="en-US" sz="1200" dirty="0"/>
          </a:p>
          <a:p>
            <a:pPr marL="0" indent="0">
              <a:buNone/>
            </a:pPr>
            <a:endParaRPr lang="en-US" sz="1200" dirty="0"/>
          </a:p>
        </p:txBody>
      </p:sp>
      <p:sp>
        <p:nvSpPr>
          <p:cNvPr id="3" name="Title 2">
            <a:extLst>
              <a:ext uri="{FF2B5EF4-FFF2-40B4-BE49-F238E27FC236}">
                <a16:creationId xmlns:a16="http://schemas.microsoft.com/office/drawing/2014/main" id="{72D3D40A-B393-2360-B97D-6EAC3507CAAE}"/>
              </a:ext>
            </a:extLst>
          </p:cNvPr>
          <p:cNvSpPr>
            <a:spLocks noGrp="1"/>
          </p:cNvSpPr>
          <p:nvPr>
            <p:ph type="title"/>
          </p:nvPr>
        </p:nvSpPr>
        <p:spPr/>
        <p:txBody>
          <a:bodyPr/>
          <a:lstStyle/>
          <a:p>
            <a:r>
              <a:rPr lang="en-US"/>
              <a:t>Source doc Moment 1</a:t>
            </a:r>
          </a:p>
        </p:txBody>
      </p:sp>
      <p:sp>
        <p:nvSpPr>
          <p:cNvPr id="5" name="Rectangle 4">
            <a:extLst>
              <a:ext uri="{FF2B5EF4-FFF2-40B4-BE49-F238E27FC236}">
                <a16:creationId xmlns:a16="http://schemas.microsoft.com/office/drawing/2014/main" id="{C0FB16F0-7EBF-A951-8A72-22E508EAD5E5}"/>
              </a:ext>
            </a:extLst>
          </p:cNvPr>
          <p:cNvSpPr/>
          <p:nvPr/>
        </p:nvSpPr>
        <p:spPr>
          <a:xfrm>
            <a:off x="5029201" y="729574"/>
            <a:ext cx="3842426" cy="535022"/>
          </a:xfrm>
          <a:prstGeom prst="rect">
            <a:avLst/>
          </a:prstGeom>
          <a:solidFill>
            <a:srgbClr val="92D050"/>
          </a:solidFill>
          <a:ln w="6350">
            <a:solidFill>
              <a:srgbClr val="2832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Digital (21</a:t>
            </a:r>
            <a:r>
              <a:rPr lang="en-IN" baseline="30000" dirty="0">
                <a:solidFill>
                  <a:sysClr val="windowText" lastClr="000000"/>
                </a:solidFill>
              </a:rPr>
              <a:t>st</a:t>
            </a:r>
            <a:r>
              <a:rPr lang="en-IN" dirty="0">
                <a:solidFill>
                  <a:sysClr val="windowText" lastClr="000000"/>
                </a:solidFill>
              </a:rPr>
              <a:t> Oct) - DONE</a:t>
            </a:r>
          </a:p>
        </p:txBody>
      </p:sp>
    </p:spTree>
    <p:extLst>
      <p:ext uri="{BB962C8B-B14F-4D97-AF65-F5344CB8AC3E}">
        <p14:creationId xmlns:p14="http://schemas.microsoft.com/office/powerpoint/2010/main" val="1275572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F4C2F-0C26-CE5D-7F92-E8470ED942E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44BD151-0679-A2ED-6C6F-033FE30921E4}"/>
              </a:ext>
            </a:extLst>
          </p:cNvPr>
          <p:cNvSpPr>
            <a:spLocks noGrp="1"/>
          </p:cNvSpPr>
          <p:nvPr>
            <p:ph type="body" sz="quarter" idx="13"/>
          </p:nvPr>
        </p:nvSpPr>
        <p:spPr>
          <a:xfrm>
            <a:off x="381000" y="1058850"/>
            <a:ext cx="11430000" cy="4410517"/>
          </a:xfrm>
        </p:spPr>
        <p:txBody>
          <a:bodyPr/>
          <a:lstStyle/>
          <a:p>
            <a:pPr marL="0" indent="0">
              <a:buNone/>
            </a:pPr>
            <a:r>
              <a:rPr lang="en-US" sz="1200" b="1" dirty="0"/>
              <a:t>Moment 2: When AI innovation creates uncertainty</a:t>
            </a:r>
            <a:endParaRPr lang="en-US" sz="1200" dirty="0"/>
          </a:p>
          <a:p>
            <a:pPr marL="0" indent="0">
              <a:buNone/>
            </a:pPr>
            <a:r>
              <a:rPr lang="en-US" sz="1200" dirty="0"/>
              <a:t>The CFO has named a reporting automation pilot as one of Ember’s highest-priority AI initiatives: cut manual reporting time by 35% and improve first-pass accuracy. Your direct report leads the pilot team, and eight people took it on with genuine enthusiasm.</a:t>
            </a:r>
          </a:p>
          <a:p>
            <a:pPr marL="0" indent="0">
              <a:buNone/>
            </a:pPr>
            <a:r>
              <a:rPr lang="en-US" sz="1200" dirty="0"/>
              <a:t>Manual reporting time is down 14%: real progress, but short of the 35% target. The team is running at an unsustainable pace. The CFO has asked for weekly progress reports for six weeks, which the team experiences as surveillance. You’ve been absorbing the pressure. When your direct report has asked how the CFO feels, you’ve said the CFO appreciates the effort, which is true but incomplete.</a:t>
            </a:r>
          </a:p>
          <a:p>
            <a:pPr marL="0" indent="0">
              <a:buNone/>
            </a:pPr>
            <a:r>
              <a:rPr lang="en-US" sz="1200" dirty="0"/>
              <a:t>What you haven’t shared: the senior leadership team has discussed whether to continue the pilot or redirect resources. Two of the team’s strongest contributors are quietly weighing opportunities elsewhere in the company.</a:t>
            </a:r>
          </a:p>
          <a:p>
            <a:pPr marL="0" indent="0">
              <a:buNone/>
            </a:pPr>
            <a:r>
              <a:rPr lang="en-US" sz="1200" dirty="0"/>
              <a:t>Your direct report comes to you: “The team is exhausted. I’m getting the sense the CFO isn’t just asking for updates to celebrate us. Is there something I should know?”</a:t>
            </a:r>
          </a:p>
          <a:p>
            <a:pPr marL="0" indent="0">
              <a:buNone/>
            </a:pPr>
            <a:r>
              <a:rPr lang="en-US" sz="1200" b="1" dirty="0"/>
              <a:t>What do you do?</a:t>
            </a:r>
            <a:endParaRPr lang="en-US" sz="1200" dirty="0"/>
          </a:p>
          <a:p>
            <a:pPr marL="0" indent="0">
              <a:buNone/>
            </a:pPr>
            <a:r>
              <a:rPr lang="en-US" sz="1200" b="1" dirty="0"/>
              <a:t>A.</a:t>
            </a:r>
            <a:r>
              <a:rPr lang="en-US" sz="1200" dirty="0"/>
              <a:t> “Yes. There have been leadership conversations about whether to continue the pilot. Nothing is decided, but I want you to know. I’ve been shielding you and the team from those discussions so you could focus on the work. Given where we are, let’s reset milestones together and define what a meaningful win looks like in the next 60 days.”</a:t>
            </a:r>
          </a:p>
          <a:p>
            <a:pPr marL="0" indent="0">
              <a:buNone/>
            </a:pPr>
            <a:r>
              <a:rPr lang="en-US" sz="1200" b="1" dirty="0"/>
              <a:t>B.</a:t>
            </a:r>
            <a:r>
              <a:rPr lang="en-US" sz="1200" dirty="0"/>
              <a:t> Say: “I hear you. I think the team needs a fresh perspective. Let me bring in an AI implementation expert who has helped other teams through similar challenges. They’ll join your next meeting, share what’s worked elsewhere, and help the team think through where to focus.”</a:t>
            </a:r>
          </a:p>
          <a:p>
            <a:pPr marL="0" indent="0">
              <a:buNone/>
            </a:pPr>
            <a:r>
              <a:rPr lang="en-US" sz="1200" b="1" dirty="0"/>
              <a:t>C.</a:t>
            </a:r>
            <a:r>
              <a:rPr lang="en-US" sz="1200" dirty="0"/>
              <a:t> Say: “The honest answer is that this pilot has run into challenges; more runway won’t fix. I want to recommend we document what we’ve learned, protect the team’s reputation, and redirect resources to a higher-confidence initiative. Ember learns through trial and error. I want to make sure you and the team are well positioned for what comes next.”</a:t>
            </a:r>
          </a:p>
          <a:p>
            <a:endParaRPr lang="en-US" sz="1200" dirty="0"/>
          </a:p>
        </p:txBody>
      </p:sp>
      <p:sp>
        <p:nvSpPr>
          <p:cNvPr id="3" name="Title 2">
            <a:extLst>
              <a:ext uri="{FF2B5EF4-FFF2-40B4-BE49-F238E27FC236}">
                <a16:creationId xmlns:a16="http://schemas.microsoft.com/office/drawing/2014/main" id="{5673717D-6AE7-8D34-3EC1-735F08817B29}"/>
              </a:ext>
            </a:extLst>
          </p:cNvPr>
          <p:cNvSpPr>
            <a:spLocks noGrp="1"/>
          </p:cNvSpPr>
          <p:nvPr>
            <p:ph type="title"/>
          </p:nvPr>
        </p:nvSpPr>
        <p:spPr/>
        <p:txBody>
          <a:bodyPr/>
          <a:lstStyle/>
          <a:p>
            <a:r>
              <a:rPr lang="en-US"/>
              <a:t>Source Doc: Moment 2</a:t>
            </a:r>
          </a:p>
        </p:txBody>
      </p:sp>
      <p:sp>
        <p:nvSpPr>
          <p:cNvPr id="5" name="Rectangle 4">
            <a:extLst>
              <a:ext uri="{FF2B5EF4-FFF2-40B4-BE49-F238E27FC236}">
                <a16:creationId xmlns:a16="http://schemas.microsoft.com/office/drawing/2014/main" id="{CE4BE64D-61B2-28C8-06D2-4ECE74169872}"/>
              </a:ext>
            </a:extLst>
          </p:cNvPr>
          <p:cNvSpPr/>
          <p:nvPr/>
        </p:nvSpPr>
        <p:spPr>
          <a:xfrm>
            <a:off x="5029201" y="729574"/>
            <a:ext cx="3842426" cy="535022"/>
          </a:xfrm>
          <a:prstGeom prst="rect">
            <a:avLst/>
          </a:prstGeom>
          <a:solidFill>
            <a:srgbClr val="92D050"/>
          </a:solidFill>
          <a:ln w="6350">
            <a:solidFill>
              <a:srgbClr val="2832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Digital (21</a:t>
            </a:r>
            <a:r>
              <a:rPr lang="en-IN" baseline="30000" dirty="0">
                <a:solidFill>
                  <a:sysClr val="windowText" lastClr="000000"/>
                </a:solidFill>
              </a:rPr>
              <a:t>st</a:t>
            </a:r>
            <a:r>
              <a:rPr lang="en-IN" dirty="0">
                <a:solidFill>
                  <a:sysClr val="windowText" lastClr="000000"/>
                </a:solidFill>
              </a:rPr>
              <a:t> Oct) - DONE</a:t>
            </a:r>
          </a:p>
        </p:txBody>
      </p:sp>
    </p:spTree>
    <p:extLst>
      <p:ext uri="{BB962C8B-B14F-4D97-AF65-F5344CB8AC3E}">
        <p14:creationId xmlns:p14="http://schemas.microsoft.com/office/powerpoint/2010/main" val="637102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D1B92-38C2-6DDC-0769-71D7A114919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8A85CFD-53DD-A2B3-B3CC-32FBCE6F0C2A}"/>
              </a:ext>
            </a:extLst>
          </p:cNvPr>
          <p:cNvSpPr>
            <a:spLocks noGrp="1"/>
          </p:cNvSpPr>
          <p:nvPr>
            <p:ph type="body" sz="quarter" idx="13"/>
          </p:nvPr>
        </p:nvSpPr>
        <p:spPr/>
        <p:txBody>
          <a:bodyPr/>
          <a:lstStyle/>
          <a:p>
            <a:pPr marL="0" indent="0">
              <a:buNone/>
            </a:pPr>
            <a:r>
              <a:rPr lang="en-US" sz="1200" b="1" dirty="0"/>
              <a:t>Outcomes</a:t>
            </a:r>
            <a:endParaRPr lang="en-US" sz="1200" dirty="0"/>
          </a:p>
          <a:p>
            <a:pPr marL="0" indent="0">
              <a:buNone/>
            </a:pPr>
            <a:r>
              <a:rPr lang="en-US" sz="1200" b="1" dirty="0"/>
              <a:t>A.</a:t>
            </a:r>
            <a:r>
              <a:rPr lang="en-US" sz="1200" dirty="0"/>
              <a:t> Your direct report is apprehensive. The news isn’t good, but the uncertainty is gone. You share the context with the team, own the gap between what you said and what you knew, and set two reset milestones. The two contributors considering leaving stay. One later says: “I didn’t need it to be easy. I needed to know you were telling us what was real.”</a:t>
            </a:r>
            <a:br>
              <a:rPr lang="en-US" sz="1200" dirty="0"/>
            </a:br>
            <a:r>
              <a:rPr lang="en-US" sz="1200" i="1" dirty="0"/>
              <a:t>Team Trust: Neutral  | AI Velocity: Positive  | Enterprise Value: Positive</a:t>
            </a:r>
            <a:endParaRPr lang="en-US" sz="1200" dirty="0"/>
          </a:p>
          <a:p>
            <a:pPr marL="0" indent="0">
              <a:buNone/>
            </a:pPr>
            <a:r>
              <a:rPr lang="en-US" sz="1200" b="1" dirty="0"/>
              <a:t>B.</a:t>
            </a:r>
            <a:r>
              <a:rPr lang="en-US" sz="1200" dirty="0"/>
              <a:t> The expert is skilled, but their arrival tells the team that leadership doubts them. Your direct report asked a direct question and got outside help instead. The two contributors make their decisions, and trust in you drops. The real problem, a depleted team working without full context, goes untouched.</a:t>
            </a:r>
            <a:br>
              <a:rPr lang="en-US" sz="1200" dirty="0"/>
            </a:br>
            <a:r>
              <a:rPr lang="en-US" sz="1200" i="1" dirty="0"/>
              <a:t>Team Trust: Neutral  | AI Velocity: Negative | Enterprise Value: Negative </a:t>
            </a:r>
            <a:endParaRPr lang="en-US" sz="1200" dirty="0"/>
          </a:p>
          <a:p>
            <a:pPr marL="0" indent="0">
              <a:buNone/>
            </a:pPr>
            <a:r>
              <a:rPr lang="en-US" sz="1200" b="1" dirty="0"/>
              <a:t>C.</a:t>
            </a:r>
            <a:r>
              <a:rPr lang="en-US" sz="1200" dirty="0"/>
              <a:t> The framing lands, and the CFO agrees to redirect. The two contributors stay. The pilot closes with a knowledge-capture session. It can be the right call, but works best after an honest look at whether a reset could have worked. Your direct report is left wondering if a different call would have saved the pilot.</a:t>
            </a:r>
          </a:p>
          <a:p>
            <a:pPr marL="0" indent="0">
              <a:buNone/>
            </a:pPr>
            <a:r>
              <a:rPr lang="en-US" sz="1200" i="1" dirty="0"/>
              <a:t>Team Trust: Negative | AI Velocity: Positive | Enterprise Value: Neutral</a:t>
            </a:r>
            <a:endParaRPr lang="en-US" sz="1200" dirty="0"/>
          </a:p>
          <a:p>
            <a:pPr marL="0" indent="0">
              <a:buNone/>
            </a:pPr>
            <a:endParaRPr lang="en-US" sz="1200" dirty="0"/>
          </a:p>
        </p:txBody>
      </p:sp>
      <p:sp>
        <p:nvSpPr>
          <p:cNvPr id="3" name="Title 2">
            <a:extLst>
              <a:ext uri="{FF2B5EF4-FFF2-40B4-BE49-F238E27FC236}">
                <a16:creationId xmlns:a16="http://schemas.microsoft.com/office/drawing/2014/main" id="{B992EDA6-DA07-8DC6-D966-DC29AE2F308E}"/>
              </a:ext>
            </a:extLst>
          </p:cNvPr>
          <p:cNvSpPr>
            <a:spLocks noGrp="1"/>
          </p:cNvSpPr>
          <p:nvPr>
            <p:ph type="title"/>
          </p:nvPr>
        </p:nvSpPr>
        <p:spPr/>
        <p:txBody>
          <a:bodyPr/>
          <a:lstStyle/>
          <a:p>
            <a:r>
              <a:rPr lang="en-US"/>
              <a:t>Source Doc Moment 2</a:t>
            </a:r>
          </a:p>
        </p:txBody>
      </p:sp>
      <p:sp>
        <p:nvSpPr>
          <p:cNvPr id="5" name="Rectangle 4">
            <a:extLst>
              <a:ext uri="{FF2B5EF4-FFF2-40B4-BE49-F238E27FC236}">
                <a16:creationId xmlns:a16="http://schemas.microsoft.com/office/drawing/2014/main" id="{B804FE3F-6E3B-A18D-8407-4C4A32C149A9}"/>
              </a:ext>
            </a:extLst>
          </p:cNvPr>
          <p:cNvSpPr/>
          <p:nvPr/>
        </p:nvSpPr>
        <p:spPr>
          <a:xfrm>
            <a:off x="5029201" y="729574"/>
            <a:ext cx="3842426" cy="535022"/>
          </a:xfrm>
          <a:prstGeom prst="rect">
            <a:avLst/>
          </a:prstGeom>
          <a:solidFill>
            <a:srgbClr val="92D050"/>
          </a:solidFill>
          <a:ln w="6350">
            <a:solidFill>
              <a:srgbClr val="2832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Digital (21</a:t>
            </a:r>
            <a:r>
              <a:rPr lang="en-IN" baseline="30000" dirty="0">
                <a:solidFill>
                  <a:sysClr val="windowText" lastClr="000000"/>
                </a:solidFill>
              </a:rPr>
              <a:t>st</a:t>
            </a:r>
            <a:r>
              <a:rPr lang="en-IN" dirty="0">
                <a:solidFill>
                  <a:sysClr val="windowText" lastClr="000000"/>
                </a:solidFill>
              </a:rPr>
              <a:t> Oct) - DONE</a:t>
            </a:r>
          </a:p>
        </p:txBody>
      </p:sp>
    </p:spTree>
    <p:extLst>
      <p:ext uri="{BB962C8B-B14F-4D97-AF65-F5344CB8AC3E}">
        <p14:creationId xmlns:p14="http://schemas.microsoft.com/office/powerpoint/2010/main" val="1271053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786C8-1AF2-695D-87E4-69020472819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41E70C4-9FCE-DE99-C34C-638011E0E570}"/>
              </a:ext>
            </a:extLst>
          </p:cNvPr>
          <p:cNvSpPr>
            <a:spLocks noGrp="1"/>
          </p:cNvSpPr>
          <p:nvPr>
            <p:ph type="subTitle" idx="1"/>
          </p:nvPr>
        </p:nvSpPr>
        <p:spPr>
          <a:xfrm>
            <a:off x="391886" y="409303"/>
            <a:ext cx="11408228" cy="6130834"/>
          </a:xfrm>
        </p:spPr>
        <p:txBody>
          <a:bodyPr>
            <a:normAutofit/>
          </a:bodyPr>
          <a:lstStyle/>
          <a:p>
            <a:pPr algn="l"/>
            <a:r>
              <a:rPr lang="en-US" dirty="0"/>
              <a:t>Bug Fix for Moment 2: </a:t>
            </a:r>
          </a:p>
          <a:p>
            <a:pPr algn="l"/>
            <a:endParaRPr lang="en-US" dirty="0"/>
          </a:p>
          <a:p>
            <a:pPr marL="342900" indent="-342900" algn="l">
              <a:buFont typeface="Arial" panose="020B0604020202020204" pitchFamily="34" charset="0"/>
              <a:buChar char="•"/>
            </a:pPr>
            <a:r>
              <a:rPr lang="en-US" dirty="0"/>
              <a:t>Moment 2 had an option pre-selected. Clear the default so nothing is selected on load.</a:t>
            </a:r>
          </a:p>
        </p:txBody>
      </p:sp>
      <p:sp>
        <p:nvSpPr>
          <p:cNvPr id="2" name="Rectangle 1">
            <a:extLst>
              <a:ext uri="{FF2B5EF4-FFF2-40B4-BE49-F238E27FC236}">
                <a16:creationId xmlns:a16="http://schemas.microsoft.com/office/drawing/2014/main" id="{8F43429F-D0E2-5061-5EEF-EEFBB0A2CA00}"/>
              </a:ext>
            </a:extLst>
          </p:cNvPr>
          <p:cNvSpPr/>
          <p:nvPr/>
        </p:nvSpPr>
        <p:spPr>
          <a:xfrm>
            <a:off x="3608962" y="2315183"/>
            <a:ext cx="4426085" cy="836579"/>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Digital (21</a:t>
            </a:r>
            <a:r>
              <a:rPr lang="en-IN" baseline="30000" dirty="0">
                <a:solidFill>
                  <a:schemeClr val="tx1"/>
                </a:solidFill>
              </a:rPr>
              <a:t>st</a:t>
            </a:r>
            <a:r>
              <a:rPr lang="en-IN" dirty="0">
                <a:solidFill>
                  <a:schemeClr val="tx1"/>
                </a:solidFill>
              </a:rPr>
              <a:t> Oct): Could not replicate this issue.</a:t>
            </a:r>
          </a:p>
        </p:txBody>
      </p:sp>
    </p:spTree>
    <p:extLst>
      <p:ext uri="{BB962C8B-B14F-4D97-AF65-F5344CB8AC3E}">
        <p14:creationId xmlns:p14="http://schemas.microsoft.com/office/powerpoint/2010/main" val="312163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DD5C7-3704-190E-5EE7-779CC6EA11D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FFE6BB7-D1A4-9D9C-E13F-48375862005E}"/>
              </a:ext>
            </a:extLst>
          </p:cNvPr>
          <p:cNvSpPr>
            <a:spLocks noGrp="1"/>
          </p:cNvSpPr>
          <p:nvPr>
            <p:ph type="body" sz="quarter" idx="13"/>
          </p:nvPr>
        </p:nvSpPr>
        <p:spPr>
          <a:xfrm>
            <a:off x="381000" y="1380682"/>
            <a:ext cx="8519652" cy="4410517"/>
          </a:xfrm>
        </p:spPr>
        <p:txBody>
          <a:bodyPr/>
          <a:lstStyle/>
          <a:p>
            <a:pPr marL="0" indent="0">
              <a:buNone/>
            </a:pPr>
            <a:br>
              <a:rPr lang="en-US" sz="1200" b="1" dirty="0"/>
            </a:br>
            <a:br>
              <a:rPr lang="en-US" sz="1200" b="1" dirty="0"/>
            </a:br>
            <a:r>
              <a:rPr lang="en-US" sz="1200" b="1" dirty="0"/>
              <a:t>Moment 3: When a Team Has a Breakthrough Worth Scaling</a:t>
            </a:r>
            <a:endParaRPr lang="en-US" sz="1200" dirty="0"/>
          </a:p>
          <a:p>
            <a:pPr marL="0" indent="0">
              <a:buNone/>
            </a:pPr>
            <a:r>
              <a:rPr lang="en-US" sz="1200" dirty="0"/>
              <a:t>One of Ember’s regional sales teams built an AI process that automates pipeline generation. In six months, the team cut prospecting time by half and now spends that time closing deals.</a:t>
            </a:r>
          </a:p>
          <a:p>
            <a:pPr marL="0" indent="0">
              <a:buNone/>
            </a:pPr>
            <a:r>
              <a:rPr lang="en-US" sz="1200" dirty="0"/>
              <a:t>The COO wants it live in every market by early next year. The other regional sales heads aren’t convinced. Three objections keep coming up:</a:t>
            </a:r>
          </a:p>
          <a:p>
            <a:pPr lvl="0"/>
            <a:r>
              <a:rPr lang="en-US" sz="1200" dirty="0"/>
              <a:t>“Our sales cycles are longer and relationship-driven.”</a:t>
            </a:r>
          </a:p>
          <a:p>
            <a:pPr lvl="0"/>
            <a:r>
              <a:rPr lang="en-US" sz="1200" dirty="0"/>
              <a:t>“Our data isn’t clean enough for this.”</a:t>
            </a:r>
          </a:p>
          <a:p>
            <a:pPr lvl="0"/>
            <a:r>
              <a:rPr lang="en-US" sz="1200" dirty="0"/>
              <a:t>“We’d have to drop tools we’ve already invested in.”</a:t>
            </a:r>
          </a:p>
          <a:p>
            <a:pPr marL="0" indent="0">
              <a:buNone/>
            </a:pPr>
            <a:r>
              <a:rPr lang="en-US" sz="1200" dirty="0"/>
              <a:t>The COO has asked for your recommendation.</a:t>
            </a:r>
          </a:p>
          <a:p>
            <a:pPr marL="0" indent="0">
              <a:buNone/>
            </a:pPr>
            <a:endParaRPr lang="en-US" sz="1200" b="1" dirty="0"/>
          </a:p>
          <a:p>
            <a:pPr marL="0" indent="0">
              <a:buNone/>
            </a:pPr>
            <a:r>
              <a:rPr lang="en-US" sz="1200" b="1" dirty="0"/>
              <a:t>What do you recommend? Brainstorm at your table.</a:t>
            </a:r>
            <a:endParaRPr lang="en-US" sz="1200" dirty="0"/>
          </a:p>
          <a:p>
            <a:pPr marL="0" indent="0">
              <a:buNone/>
            </a:pPr>
            <a:endParaRPr lang="en-US" sz="1200" dirty="0"/>
          </a:p>
        </p:txBody>
      </p:sp>
      <p:sp>
        <p:nvSpPr>
          <p:cNvPr id="3" name="Title 2">
            <a:extLst>
              <a:ext uri="{FF2B5EF4-FFF2-40B4-BE49-F238E27FC236}">
                <a16:creationId xmlns:a16="http://schemas.microsoft.com/office/drawing/2014/main" id="{C1500747-1ECE-F720-06A3-77717C4E343E}"/>
              </a:ext>
            </a:extLst>
          </p:cNvPr>
          <p:cNvSpPr>
            <a:spLocks noGrp="1"/>
          </p:cNvSpPr>
          <p:nvPr>
            <p:ph type="title"/>
          </p:nvPr>
        </p:nvSpPr>
        <p:spPr/>
        <p:txBody>
          <a:bodyPr/>
          <a:lstStyle/>
          <a:p>
            <a:r>
              <a:rPr lang="en-US"/>
              <a:t>Source Doc: Moment 3</a:t>
            </a:r>
          </a:p>
        </p:txBody>
      </p:sp>
      <p:sp>
        <p:nvSpPr>
          <p:cNvPr id="5" name="Rectangle 4">
            <a:extLst>
              <a:ext uri="{FF2B5EF4-FFF2-40B4-BE49-F238E27FC236}">
                <a16:creationId xmlns:a16="http://schemas.microsoft.com/office/drawing/2014/main" id="{2F312111-EAB3-028A-18EB-223030711C7C}"/>
              </a:ext>
            </a:extLst>
          </p:cNvPr>
          <p:cNvSpPr/>
          <p:nvPr/>
        </p:nvSpPr>
        <p:spPr>
          <a:xfrm>
            <a:off x="5029201" y="729574"/>
            <a:ext cx="3842426" cy="535022"/>
          </a:xfrm>
          <a:prstGeom prst="rect">
            <a:avLst/>
          </a:prstGeom>
          <a:solidFill>
            <a:srgbClr val="92D050"/>
          </a:solidFill>
          <a:ln w="6350">
            <a:solidFill>
              <a:srgbClr val="2832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Digital (21</a:t>
            </a:r>
            <a:r>
              <a:rPr lang="en-IN" baseline="30000" dirty="0">
                <a:solidFill>
                  <a:sysClr val="windowText" lastClr="000000"/>
                </a:solidFill>
              </a:rPr>
              <a:t>st</a:t>
            </a:r>
            <a:r>
              <a:rPr lang="en-IN" dirty="0">
                <a:solidFill>
                  <a:sysClr val="windowText" lastClr="000000"/>
                </a:solidFill>
              </a:rPr>
              <a:t> Oct) - DONE</a:t>
            </a:r>
          </a:p>
        </p:txBody>
      </p:sp>
    </p:spTree>
    <p:extLst>
      <p:ext uri="{BB962C8B-B14F-4D97-AF65-F5344CB8AC3E}">
        <p14:creationId xmlns:p14="http://schemas.microsoft.com/office/powerpoint/2010/main" val="1252519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39C5D-CF7D-8E90-53A6-7EAC179F604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E108C5E-BF68-3475-EB5A-2BA21C6A9AC9}"/>
              </a:ext>
            </a:extLst>
          </p:cNvPr>
          <p:cNvSpPr>
            <a:spLocks noGrp="1"/>
          </p:cNvSpPr>
          <p:nvPr>
            <p:ph type="subTitle" idx="1"/>
          </p:nvPr>
        </p:nvSpPr>
        <p:spPr>
          <a:xfrm>
            <a:off x="391886" y="274221"/>
            <a:ext cx="11408228" cy="6130834"/>
          </a:xfrm>
        </p:spPr>
        <p:txBody>
          <a:bodyPr>
            <a:normAutofit fontScale="92500" lnSpcReduction="20000"/>
          </a:bodyPr>
          <a:lstStyle/>
          <a:p>
            <a:pPr algn="l"/>
            <a:r>
              <a:rPr lang="en-US" dirty="0"/>
              <a:t>Bug Fix for Moment 3: </a:t>
            </a:r>
          </a:p>
          <a:p>
            <a:pPr algn="l"/>
            <a:endParaRPr lang="en-US" dirty="0"/>
          </a:p>
          <a:p>
            <a:pPr marL="342900" indent="-342900" algn="l">
              <a:buFont typeface="Arial" panose="020B0604020202020204" pitchFamily="34" charset="0"/>
              <a:buChar char="•"/>
            </a:pPr>
            <a:r>
              <a:rPr lang="en-US" dirty="0"/>
              <a:t>Submit button is inactive in Chrome on a PC. Reproduce it, check the button’s enabled/disabled logic, and test across browsers.</a:t>
            </a:r>
          </a:p>
          <a:p>
            <a:pPr marL="342900" indent="-342900" algn="l">
              <a:buFont typeface="Arial" panose="020B0604020202020204" pitchFamily="34" charset="0"/>
              <a:buChar char="•"/>
            </a:pPr>
            <a:r>
              <a:rPr lang="en-IN" dirty="0"/>
              <a:t>On the brainstorm activity, let's do a single response. </a:t>
            </a:r>
          </a:p>
          <a:p>
            <a:pPr marL="342900" indent="-342900" algn="l">
              <a:buFont typeface="Arial" panose="020B0604020202020204" pitchFamily="34" charset="0"/>
              <a:buChar char="•"/>
            </a:pPr>
            <a:r>
              <a:rPr lang="en-IN" dirty="0"/>
              <a:t>It should stay in the box even after submission.</a:t>
            </a:r>
          </a:p>
          <a:p>
            <a:pPr marL="342900" indent="-342900" algn="l">
              <a:buFont typeface="Arial" panose="020B0604020202020204" pitchFamily="34" charset="0"/>
              <a:buChar char="•"/>
            </a:pPr>
            <a:r>
              <a:rPr lang="en-IN" dirty="0"/>
              <a:t>Keep the text box on the same page as the prompt. </a:t>
            </a:r>
          </a:p>
          <a:p>
            <a:pPr marL="342900" indent="-342900" algn="l">
              <a:buFont typeface="Arial" panose="020B0604020202020204" pitchFamily="34" charset="0"/>
              <a:buChar char="•"/>
            </a:pPr>
            <a:endParaRPr lang="en-US" dirty="0"/>
          </a:p>
          <a:p>
            <a:pPr algn="l"/>
            <a:r>
              <a:rPr lang="en-US" dirty="0"/>
              <a:t>OVERALL FORMAT</a:t>
            </a:r>
          </a:p>
          <a:p>
            <a:pPr marL="342900" indent="-342900" algn="l">
              <a:buFont typeface="Arial" panose="020B0604020202020204" pitchFamily="34" charset="0"/>
              <a:buChar char="•"/>
            </a:pPr>
            <a:r>
              <a:rPr lang="en-US" dirty="0"/>
              <a:t>Make the bullets uniform in layout and spacing so they’re easier to read.</a:t>
            </a:r>
          </a:p>
          <a:p>
            <a:pPr marL="342900" indent="-342900" algn="l">
              <a:buFont typeface="Arial" panose="020B0604020202020204" pitchFamily="34" charset="0"/>
              <a:buChar char="•"/>
            </a:pPr>
            <a:r>
              <a:rPr lang="en-US" dirty="0"/>
              <a:t>Align “What do you recommend?” with the rest of the text. It currently floats under the image on the left.</a:t>
            </a:r>
          </a:p>
          <a:p>
            <a:pPr marL="342900" indent="-342900" algn="l">
              <a:buFont typeface="Arial" panose="020B0604020202020204" pitchFamily="34" charset="0"/>
              <a:buChar char="•"/>
            </a:pPr>
            <a:r>
              <a:rPr lang="en-US" dirty="0"/>
              <a:t>Put the question and the text box on the same page. Participants who can’t recall the full scenario can then see the question while they type.</a:t>
            </a:r>
          </a:p>
          <a:p>
            <a:pPr marL="342900" indent="-342900" algn="l">
              <a:buFont typeface="Arial" panose="020B0604020202020204" pitchFamily="34" charset="0"/>
              <a:buChar char="•"/>
            </a:pPr>
            <a:r>
              <a:rPr lang="en-US" dirty="0"/>
              <a:t>Allow editing or deleting submitted responses, or state that there is a single submit. If it is single submit, tell participants they can enter all their ideas as bullets in one response.</a:t>
            </a:r>
          </a:p>
          <a:p>
            <a:pPr marL="342900" indent="-342900" algn="l">
              <a:buFont typeface="Arial" panose="020B0604020202020204" pitchFamily="34" charset="0"/>
              <a:buChar char="•"/>
            </a:pPr>
            <a:r>
              <a:rPr lang="en-US" dirty="0"/>
              <a:t>Remove Moment 4 – from GD / Fac / reporter</a:t>
            </a:r>
          </a:p>
        </p:txBody>
      </p:sp>
      <p:sp>
        <p:nvSpPr>
          <p:cNvPr id="4" name="Rectangle 3">
            <a:extLst>
              <a:ext uri="{FF2B5EF4-FFF2-40B4-BE49-F238E27FC236}">
                <a16:creationId xmlns:a16="http://schemas.microsoft.com/office/drawing/2014/main" id="{EFAA6C26-5E42-AD02-4521-2B7B7851F200}"/>
              </a:ext>
            </a:extLst>
          </p:cNvPr>
          <p:cNvSpPr/>
          <p:nvPr/>
        </p:nvSpPr>
        <p:spPr>
          <a:xfrm>
            <a:off x="5029201" y="452945"/>
            <a:ext cx="3842426" cy="535022"/>
          </a:xfrm>
          <a:prstGeom prst="rect">
            <a:avLst/>
          </a:prstGeom>
          <a:solidFill>
            <a:srgbClr val="92D050"/>
          </a:solidFill>
          <a:ln w="6350">
            <a:solidFill>
              <a:srgbClr val="2832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ysClr val="windowText" lastClr="000000"/>
                </a:solidFill>
              </a:rPr>
              <a:t>Digital (21</a:t>
            </a:r>
            <a:r>
              <a:rPr lang="en-IN" baseline="30000" dirty="0">
                <a:solidFill>
                  <a:sysClr val="windowText" lastClr="000000"/>
                </a:solidFill>
              </a:rPr>
              <a:t>st</a:t>
            </a:r>
            <a:r>
              <a:rPr lang="en-IN" dirty="0">
                <a:solidFill>
                  <a:sysClr val="windowText" lastClr="000000"/>
                </a:solidFill>
              </a:rPr>
              <a:t> Oct) - DONE</a:t>
            </a:r>
          </a:p>
        </p:txBody>
      </p:sp>
    </p:spTree>
    <p:extLst>
      <p:ext uri="{BB962C8B-B14F-4D97-AF65-F5344CB8AC3E}">
        <p14:creationId xmlns:p14="http://schemas.microsoft.com/office/powerpoint/2010/main" val="34131966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3_Office Theme">
  <a:themeElements>
    <a:clrScheme name="Custom 1">
      <a:dk1>
        <a:srgbClr val="000000"/>
      </a:dk1>
      <a:lt1>
        <a:srgbClr val="FFFFFF"/>
      </a:lt1>
      <a:dk2>
        <a:srgbClr val="24282B"/>
      </a:dk2>
      <a:lt2>
        <a:srgbClr val="EAEEF1"/>
      </a:lt2>
      <a:accent1>
        <a:srgbClr val="24282B"/>
      </a:accent1>
      <a:accent2>
        <a:srgbClr val="CA1C68"/>
      </a:accent2>
      <a:accent3>
        <a:srgbClr val="1D7279"/>
      </a:accent3>
      <a:accent4>
        <a:srgbClr val="4C3480"/>
      </a:accent4>
      <a:accent5>
        <a:srgbClr val="E63F4F"/>
      </a:accent5>
      <a:accent6>
        <a:srgbClr val="1C4C86"/>
      </a:accent6>
      <a:hlink>
        <a:srgbClr val="E61D6E"/>
      </a:hlink>
      <a:folHlink>
        <a:srgbClr val="A2A5A8"/>
      </a:folHlink>
    </a:clrScheme>
    <a:fontScheme name="Custom 3">
      <a:majorFont>
        <a:latin typeface="Tenorite"/>
        <a:ea typeface=""/>
        <a:cs typeface=""/>
      </a:majorFont>
      <a:minorFont>
        <a:latin typeface="Tenorite"/>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6350">
          <a:solidFill>
            <a:srgbClr val="28324B"/>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28324B"/>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a:spAutoFit/>
      </a:bodyPr>
      <a:lstStyle>
        <a:defPPr algn="l">
          <a:defRPr dirty="0"/>
        </a:defPPr>
      </a:lstStyle>
    </a:txDef>
  </a:objectDefaults>
  <a:extraClrSchemeLst/>
  <a:extLst>
    <a:ext uri="{05A4C25C-085E-4340-85A3-A5531E510DB2}">
      <thm15:themeFamily xmlns:thm15="http://schemas.microsoft.com/office/thememl/2012/main" name="BTS Blank PowerPoint Template" id="{8C673D21-F20C-D14A-9026-7CA7C726FDFC}" vid="{3D9ADFD3-7303-EC4E-BDD2-EFF819E721BD}"/>
    </a:ext>
  </a:extLst>
</a:theme>
</file>

<file path=ppt/theme/theme3.xml><?xml version="1.0" encoding="utf-8"?>
<a:theme xmlns:a="http://schemas.openxmlformats.org/drawingml/2006/main" name="1_Office Theme">
  <a:themeElements>
    <a:clrScheme name="BTS Colors">
      <a:dk1>
        <a:srgbClr val="000000"/>
      </a:dk1>
      <a:lt1>
        <a:srgbClr val="FFFFFF"/>
      </a:lt1>
      <a:dk2>
        <a:srgbClr val="24282B"/>
      </a:dk2>
      <a:lt2>
        <a:srgbClr val="EAEEF1"/>
      </a:lt2>
      <a:accent1>
        <a:srgbClr val="24282B"/>
      </a:accent1>
      <a:accent2>
        <a:srgbClr val="CA1C68"/>
      </a:accent2>
      <a:accent3>
        <a:srgbClr val="1D7279"/>
      </a:accent3>
      <a:accent4>
        <a:srgbClr val="4C3480"/>
      </a:accent4>
      <a:accent5>
        <a:srgbClr val="E63F4F"/>
      </a:accent5>
      <a:accent6>
        <a:srgbClr val="1C4C86"/>
      </a:accent6>
      <a:hlink>
        <a:srgbClr val="CA1C68"/>
      </a:hlink>
      <a:folHlink>
        <a:srgbClr val="A2A5A8"/>
      </a:folHlink>
    </a:clrScheme>
    <a:fontScheme name="Custom 3">
      <a:majorFont>
        <a:latin typeface="Tenorite"/>
        <a:ea typeface="Tenorite"/>
        <a:cs typeface="Arial"/>
      </a:majorFont>
      <a:minorFont>
        <a:latin typeface="Tenorite"/>
        <a:ea typeface="Tenorite"/>
        <a:cs typeface="Arial"/>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6350">
          <a:solidFill>
            <a:srgbClr val="28324B"/>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28324B"/>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a:spAutoFit/>
      </a:bodyPr>
      <a:lstStyle>
        <a:defPPr algn="l">
          <a:defRPr dirty="0"/>
        </a:defPPr>
      </a:lstStyle>
    </a:txDef>
  </a:objectDefaults>
  <a:extraClrSchemeLst/>
  <a:extLst>
    <a:ext uri="{05A4C25C-085E-4340-85A3-A5531E510DB2}">
      <thm15:themeFamily xmlns:thm15="http://schemas.microsoft.com/office/thememl/2012/main" name="Presentation5" id="{ECB22910-232F-224A-8C7F-E59F7D117CB0}" vid="{765BB555-9A6A-4D4D-82C8-498DD8A32C5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432</TotalTime>
  <Words>2078</Words>
  <Application>Microsoft Office PowerPoint</Application>
  <PresentationFormat>Widescreen</PresentationFormat>
  <Paragraphs>89</Paragraphs>
  <Slides>9</Slides>
  <Notes>3</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9</vt:i4>
      </vt:variant>
    </vt:vector>
  </HeadingPairs>
  <TitlesOfParts>
    <vt:vector size="18" baseType="lpstr">
      <vt:lpstr>Aptos</vt:lpstr>
      <vt:lpstr>Aptos Display</vt:lpstr>
      <vt:lpstr>Arial</vt:lpstr>
      <vt:lpstr>Calibri</vt:lpstr>
      <vt:lpstr>Tenorite</vt:lpstr>
      <vt:lpstr>Verdana</vt:lpstr>
      <vt:lpstr>Office Theme</vt:lpstr>
      <vt:lpstr>3_Office Theme</vt:lpstr>
      <vt:lpstr>1_Office Theme</vt:lpstr>
      <vt:lpstr>PowerPoint Presentation</vt:lpstr>
      <vt:lpstr>PowerPoint Presentation</vt:lpstr>
      <vt:lpstr>Source Doc: Moment 1</vt:lpstr>
      <vt:lpstr>Source doc Moment 1</vt:lpstr>
      <vt:lpstr>Source Doc: Moment 2</vt:lpstr>
      <vt:lpstr>Source Doc Moment 2</vt:lpstr>
      <vt:lpstr>PowerPoint Presentation</vt:lpstr>
      <vt:lpstr>Source Doc: Moment 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Kevin Claypool</dc:creator>
  <cp:lastModifiedBy>Kajal Dekate</cp:lastModifiedBy>
  <cp:revision>5</cp:revision>
  <dcterms:created xsi:type="dcterms:W3CDTF">2026-10-19T18:05:45Z</dcterms:created>
  <dcterms:modified xsi:type="dcterms:W3CDTF">2026-10-21T10:18:07Z</dcterms:modified>
</cp:coreProperties>
</file>