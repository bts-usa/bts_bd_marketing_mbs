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8"/>
  </p:notesMasterIdLst>
  <p:sldIdLst>
    <p:sldId id="1406" r:id="rId5"/>
    <p:sldId id="2147482801" r:id="rId6"/>
    <p:sldId id="2147482830" r:id="rId7"/>
    <p:sldId id="2147482831" r:id="rId8"/>
    <p:sldId id="2147482833" r:id="rId9"/>
    <p:sldId id="2147482834" r:id="rId10"/>
    <p:sldId id="2147482816" r:id="rId11"/>
    <p:sldId id="2147482823" r:id="rId12"/>
    <p:sldId id="2147482836" r:id="rId13"/>
    <p:sldId id="2147482837" r:id="rId14"/>
    <p:sldId id="2147482839" r:id="rId15"/>
    <p:sldId id="2147482840" r:id="rId16"/>
    <p:sldId id="214748284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43F9470-330D-4270-9655-19A8460EE905}">
          <p14:sldIdLst>
            <p14:sldId id="1406"/>
            <p14:sldId id="2147482801"/>
            <p14:sldId id="2147482830"/>
            <p14:sldId id="2147482831"/>
            <p14:sldId id="2147482833"/>
            <p14:sldId id="2147482834"/>
            <p14:sldId id="2147482816"/>
            <p14:sldId id="2147482823"/>
            <p14:sldId id="2147482836"/>
            <p14:sldId id="2147482837"/>
            <p14:sldId id="2147482839"/>
            <p14:sldId id="2147482840"/>
            <p14:sldId id="2147482841"/>
          </p14:sldIdLst>
        </p14:section>
        <p14:section name="Appendix" id="{04231346-C2C4-4DFE-AE81-23C55093B84A}">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3A4A543-FB15-AF88-8C07-A36E61F8E300}" name="Kathryn Bardi" initials="KB" userId="Kathryn Bardi" providerId="None"/>
  <p188:author id="{F189BC8C-6356-CFA3-F970-00B286DA249F}" name="Kevin Claypool" initials="KC" userId="Kevin Claypool" providerId="None"/>
  <p188:author id="{0CCDEC9E-2364-6006-6DDB-B4D26B40B819}" name="Nicole Gams" initials="NG" userId="S::nicole.gams@bts.com::a98c047c-dee6-445f-8f61-8329b44e0904"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5011C2-9643-410F-9CD3-2D4032972B4A}" v="77" dt="2026-10-01T02:26:47.7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0" d="100"/>
          <a:sy n="150" d="100"/>
        </p:scale>
        <p:origin x="2886" y="132"/>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vin Claypool" userId="52047897047_tp_box_2" providerId="OAuth2" clId="{CA4CF585-0989-4D92-86E9-697F3F8B2F84}"/>
    <pc:docChg chg="undo custSel addSld delSld modSld sldOrd modSection">
      <pc:chgData name="Kevin Claypool" userId="52047897047_tp_box_2" providerId="OAuth2" clId="{CA4CF585-0989-4D92-86E9-697F3F8B2F84}" dt="2026-10-01T02:28:05.602" v="270" actId="6549"/>
      <pc:docMkLst>
        <pc:docMk/>
      </pc:docMkLst>
      <pc:sldChg chg="modSp mod">
        <pc:chgData name="Kevin Claypool" userId="52047897047_tp_box_2" providerId="OAuth2" clId="{CA4CF585-0989-4D92-86E9-697F3F8B2F84}" dt="2026-10-01T01:49:35.841" v="34" actId="20577"/>
        <pc:sldMkLst>
          <pc:docMk/>
          <pc:sldMk cId="3720501630" sldId="1406"/>
        </pc:sldMkLst>
        <pc:spChg chg="mod">
          <ac:chgData name="Kevin Claypool" userId="52047897047_tp_box_2" providerId="OAuth2" clId="{CA4CF585-0989-4D92-86E9-697F3F8B2F84}" dt="2026-10-01T01:49:35.841" v="34" actId="20577"/>
          <ac:spMkLst>
            <pc:docMk/>
            <pc:sldMk cId="3720501630" sldId="1406"/>
            <ac:spMk id="2" creationId="{1532ACEB-6844-FB4A-A6FE-EC29CB9D9B13}"/>
          </ac:spMkLst>
        </pc:spChg>
      </pc:sldChg>
      <pc:sldChg chg="del">
        <pc:chgData name="Kevin Claypool" userId="52047897047_tp_box_2" providerId="OAuth2" clId="{CA4CF585-0989-4D92-86E9-697F3F8B2F84}" dt="2026-10-01T01:49:42.236" v="35" actId="47"/>
        <pc:sldMkLst>
          <pc:docMk/>
          <pc:sldMk cId="1817283139" sldId="2147482745"/>
        </pc:sldMkLst>
      </pc:sldChg>
      <pc:sldChg chg="del">
        <pc:chgData name="Kevin Claypool" userId="52047897047_tp_box_2" providerId="OAuth2" clId="{CA4CF585-0989-4D92-86E9-697F3F8B2F84}" dt="2026-10-01T01:58:35.904" v="41" actId="47"/>
        <pc:sldMkLst>
          <pc:docMk/>
          <pc:sldMk cId="2479661492" sldId="2147482789"/>
        </pc:sldMkLst>
      </pc:sldChg>
      <pc:sldChg chg="delSp modSp mod">
        <pc:chgData name="Kevin Claypool" userId="52047897047_tp_box_2" providerId="OAuth2" clId="{CA4CF585-0989-4D92-86E9-697F3F8B2F84}" dt="2026-10-01T02:05:13.351" v="82"/>
        <pc:sldMkLst>
          <pc:docMk/>
          <pc:sldMk cId="760539784" sldId="2147482801"/>
        </pc:sldMkLst>
        <pc:spChg chg="mod">
          <ac:chgData name="Kevin Claypool" userId="52047897047_tp_box_2" providerId="OAuth2" clId="{CA4CF585-0989-4D92-86E9-697F3F8B2F84}" dt="2026-10-01T02:03:51.498" v="81" actId="14100"/>
          <ac:spMkLst>
            <pc:docMk/>
            <pc:sldMk cId="760539784" sldId="2147482801"/>
            <ac:spMk id="2" creationId="{C06EE434-769F-7174-A326-884035992343}"/>
          </ac:spMkLst>
        </pc:spChg>
        <pc:spChg chg="mod">
          <ac:chgData name="Kevin Claypool" userId="52047897047_tp_box_2" providerId="OAuth2" clId="{CA4CF585-0989-4D92-86E9-697F3F8B2F84}" dt="2026-10-01T02:05:13.351" v="82"/>
          <ac:spMkLst>
            <pc:docMk/>
            <pc:sldMk cId="760539784" sldId="2147482801"/>
            <ac:spMk id="29" creationId="{E3B975E8-7D49-C8E1-2622-4C1AE22008E8}"/>
          </ac:spMkLst>
        </pc:spChg>
        <pc:spChg chg="del">
          <ac:chgData name="Kevin Claypool" userId="52047897047_tp_box_2" providerId="OAuth2" clId="{CA4CF585-0989-4D92-86E9-697F3F8B2F84}" dt="2026-10-01T02:00:37.181" v="51" actId="478"/>
          <ac:spMkLst>
            <pc:docMk/>
            <pc:sldMk cId="760539784" sldId="2147482801"/>
            <ac:spMk id="30" creationId="{A19BBF72-AECF-D2F5-AB6D-0BB394EE6030}"/>
          </ac:spMkLst>
        </pc:spChg>
      </pc:sldChg>
      <pc:sldChg chg="delSp modSp add del mod ord">
        <pc:chgData name="Kevin Claypool" userId="52047897047_tp_box_2" providerId="OAuth2" clId="{CA4CF585-0989-4D92-86E9-697F3F8B2F84}" dt="2026-10-01T02:24:03.634" v="158" actId="20577"/>
        <pc:sldMkLst>
          <pc:docMk/>
          <pc:sldMk cId="1545007143" sldId="2147482816"/>
        </pc:sldMkLst>
        <pc:spChg chg="del">
          <ac:chgData name="Kevin Claypool" userId="52047897047_tp_box_2" providerId="OAuth2" clId="{CA4CF585-0989-4D92-86E9-697F3F8B2F84}" dt="2026-10-01T02:16:01.471" v="111" actId="478"/>
          <ac:spMkLst>
            <pc:docMk/>
            <pc:sldMk cId="1545007143" sldId="2147482816"/>
            <ac:spMk id="3" creationId="{EE00496D-C552-2738-D3DA-D0874B5A6DD5}"/>
          </ac:spMkLst>
        </pc:spChg>
        <pc:spChg chg="mod">
          <ac:chgData name="Kevin Claypool" userId="52047897047_tp_box_2" providerId="OAuth2" clId="{CA4CF585-0989-4D92-86E9-697F3F8B2F84}" dt="2026-10-01T02:17:34.639" v="123" actId="20577"/>
          <ac:spMkLst>
            <pc:docMk/>
            <pc:sldMk cId="1545007143" sldId="2147482816"/>
            <ac:spMk id="5" creationId="{5D9DBB15-6E7E-0F9B-66AB-648DF7386774}"/>
          </ac:spMkLst>
        </pc:spChg>
        <pc:spChg chg="mod">
          <ac:chgData name="Kevin Claypool" userId="52047897047_tp_box_2" providerId="OAuth2" clId="{CA4CF585-0989-4D92-86E9-697F3F8B2F84}" dt="2026-10-01T02:17:48.792" v="125" actId="14100"/>
          <ac:spMkLst>
            <pc:docMk/>
            <pc:sldMk cId="1545007143" sldId="2147482816"/>
            <ac:spMk id="26" creationId="{044A62E5-4252-93E1-0078-44B041D7488F}"/>
          </ac:spMkLst>
        </pc:spChg>
        <pc:spChg chg="mod">
          <ac:chgData name="Kevin Claypool" userId="52047897047_tp_box_2" providerId="OAuth2" clId="{CA4CF585-0989-4D92-86E9-697F3F8B2F84}" dt="2026-10-01T02:18:13.385" v="127"/>
          <ac:spMkLst>
            <pc:docMk/>
            <pc:sldMk cId="1545007143" sldId="2147482816"/>
            <ac:spMk id="36" creationId="{15F952D1-8E84-FA2C-31C0-1C0FDA031096}"/>
          </ac:spMkLst>
        </pc:spChg>
        <pc:spChg chg="mod">
          <ac:chgData name="Kevin Claypool" userId="52047897047_tp_box_2" providerId="OAuth2" clId="{CA4CF585-0989-4D92-86E9-697F3F8B2F84}" dt="2026-10-01T02:18:00.162" v="126"/>
          <ac:spMkLst>
            <pc:docMk/>
            <pc:sldMk cId="1545007143" sldId="2147482816"/>
            <ac:spMk id="44" creationId="{97B36664-E257-46BB-85FB-10293F49CB89}"/>
          </ac:spMkLst>
        </pc:spChg>
        <pc:spChg chg="mod">
          <ac:chgData name="Kevin Claypool" userId="52047897047_tp_box_2" providerId="OAuth2" clId="{CA4CF585-0989-4D92-86E9-697F3F8B2F84}" dt="2026-10-01T02:24:03.634" v="158" actId="20577"/>
          <ac:spMkLst>
            <pc:docMk/>
            <pc:sldMk cId="1545007143" sldId="2147482816"/>
            <ac:spMk id="45" creationId="{050AFFEB-6B9F-53DE-63B8-4C8DF14CC514}"/>
          </ac:spMkLst>
        </pc:spChg>
        <pc:spChg chg="mod">
          <ac:chgData name="Kevin Claypool" userId="52047897047_tp_box_2" providerId="OAuth2" clId="{CA4CF585-0989-4D92-86E9-697F3F8B2F84}" dt="2026-10-01T02:18:23.804" v="128"/>
          <ac:spMkLst>
            <pc:docMk/>
            <pc:sldMk cId="1545007143" sldId="2147482816"/>
            <ac:spMk id="46" creationId="{8A917EE0-0C19-6AD5-D89C-CAD656E8CA5B}"/>
          </ac:spMkLst>
        </pc:spChg>
      </pc:sldChg>
      <pc:sldChg chg="delSp modSp add del mod ord modAnim modNotesTx">
        <pc:chgData name="Kevin Claypool" userId="52047897047_tp_box_2" providerId="OAuth2" clId="{CA4CF585-0989-4D92-86E9-697F3F8B2F84}" dt="2026-10-01T02:21:26.716" v="148" actId="113"/>
        <pc:sldMkLst>
          <pc:docMk/>
          <pc:sldMk cId="3413320661" sldId="2147482823"/>
        </pc:sldMkLst>
        <pc:spChg chg="mod">
          <ac:chgData name="Kevin Claypool" userId="52047897047_tp_box_2" providerId="OAuth2" clId="{CA4CF585-0989-4D92-86E9-697F3F8B2F84}" dt="2026-10-01T02:21:08.572" v="145" actId="20577"/>
          <ac:spMkLst>
            <pc:docMk/>
            <pc:sldMk cId="3413320661" sldId="2147482823"/>
            <ac:spMk id="5" creationId="{07FA3954-3C24-964D-A870-1A74AAA840D0}"/>
          </ac:spMkLst>
        </pc:spChg>
        <pc:spChg chg="del">
          <ac:chgData name="Kevin Claypool" userId="52047897047_tp_box_2" providerId="OAuth2" clId="{CA4CF585-0989-4D92-86E9-697F3F8B2F84}" dt="2026-10-01T02:18:37.969" v="129" actId="478"/>
          <ac:spMkLst>
            <pc:docMk/>
            <pc:sldMk cId="3413320661" sldId="2147482823"/>
            <ac:spMk id="6" creationId="{0581BF7A-1770-C080-6F79-44CD4D130530}"/>
          </ac:spMkLst>
        </pc:spChg>
        <pc:spChg chg="mod">
          <ac:chgData name="Kevin Claypool" userId="52047897047_tp_box_2" providerId="OAuth2" clId="{CA4CF585-0989-4D92-86E9-697F3F8B2F84}" dt="2026-10-01T02:21:26.716" v="148" actId="113"/>
          <ac:spMkLst>
            <pc:docMk/>
            <pc:sldMk cId="3413320661" sldId="2147482823"/>
            <ac:spMk id="7" creationId="{4280F897-CFA0-E69A-E924-DA0D11B7EDB7}"/>
          </ac:spMkLst>
        </pc:spChg>
      </pc:sldChg>
      <pc:sldChg chg="modSp mod">
        <pc:chgData name="Kevin Claypool" userId="52047897047_tp_box_2" providerId="OAuth2" clId="{CA4CF585-0989-4D92-86E9-697F3F8B2F84}" dt="2026-10-01T02:23:19.035" v="156" actId="20577"/>
        <pc:sldMkLst>
          <pc:docMk/>
          <pc:sldMk cId="3831475346" sldId="2147482830"/>
        </pc:sldMkLst>
        <pc:spChg chg="mod">
          <ac:chgData name="Kevin Claypool" userId="52047897047_tp_box_2" providerId="OAuth2" clId="{CA4CF585-0989-4D92-86E9-697F3F8B2F84}" dt="2026-10-01T02:07:02.622" v="86" actId="20577"/>
          <ac:spMkLst>
            <pc:docMk/>
            <pc:sldMk cId="3831475346" sldId="2147482830"/>
            <ac:spMk id="9" creationId="{406D7A40-22B6-7B9C-A05D-8BD3A08FD6BB}"/>
          </ac:spMkLst>
        </pc:spChg>
        <pc:spChg chg="mod">
          <ac:chgData name="Kevin Claypool" userId="52047897047_tp_box_2" providerId="OAuth2" clId="{CA4CF585-0989-4D92-86E9-697F3F8B2F84}" dt="2026-10-01T02:23:19.035" v="156" actId="20577"/>
          <ac:spMkLst>
            <pc:docMk/>
            <pc:sldMk cId="3831475346" sldId="2147482830"/>
            <ac:spMk id="26" creationId="{AD8B439B-C469-CA21-2421-28D81A252CE3}"/>
          </ac:spMkLst>
        </pc:spChg>
      </pc:sldChg>
      <pc:sldChg chg="modNotesTx">
        <pc:chgData name="Kevin Claypool" userId="52047897047_tp_box_2" providerId="OAuth2" clId="{CA4CF585-0989-4D92-86E9-697F3F8B2F84}" dt="2026-10-01T02:27:59.026" v="269" actId="6549"/>
        <pc:sldMkLst>
          <pc:docMk/>
          <pc:sldMk cId="2066228146" sldId="2147482831"/>
        </pc:sldMkLst>
      </pc:sldChg>
      <pc:sldChg chg="del">
        <pc:chgData name="Kevin Claypool" userId="52047897047_tp_box_2" providerId="OAuth2" clId="{CA4CF585-0989-4D92-86E9-697F3F8B2F84}" dt="2026-10-01T01:58:38.412" v="42" actId="47"/>
        <pc:sldMkLst>
          <pc:docMk/>
          <pc:sldMk cId="2983382115" sldId="2147482832"/>
        </pc:sldMkLst>
      </pc:sldChg>
      <pc:sldChg chg="modSp mod">
        <pc:chgData name="Kevin Claypool" userId="52047897047_tp_box_2" providerId="OAuth2" clId="{CA4CF585-0989-4D92-86E9-697F3F8B2F84}" dt="2026-10-01T02:08:25.510" v="91" actId="313"/>
        <pc:sldMkLst>
          <pc:docMk/>
          <pc:sldMk cId="2854767825" sldId="2147482833"/>
        </pc:sldMkLst>
        <pc:spChg chg="mod">
          <ac:chgData name="Kevin Claypool" userId="52047897047_tp_box_2" providerId="OAuth2" clId="{CA4CF585-0989-4D92-86E9-697F3F8B2F84}" dt="2026-10-01T02:08:25.510" v="91" actId="313"/>
          <ac:spMkLst>
            <pc:docMk/>
            <pc:sldMk cId="2854767825" sldId="2147482833"/>
            <ac:spMk id="9" creationId="{91A519C4-F64C-4182-E780-39BB3A3E6264}"/>
          </ac:spMkLst>
        </pc:spChg>
      </pc:sldChg>
      <pc:sldChg chg="modNotesTx">
        <pc:chgData name="Kevin Claypool" userId="52047897047_tp_box_2" providerId="OAuth2" clId="{CA4CF585-0989-4D92-86E9-697F3F8B2F84}" dt="2026-10-01T02:28:05.602" v="270" actId="6549"/>
        <pc:sldMkLst>
          <pc:docMk/>
          <pc:sldMk cId="2191226380" sldId="2147482834"/>
        </pc:sldMkLst>
      </pc:sldChg>
      <pc:sldChg chg="del">
        <pc:chgData name="Kevin Claypool" userId="52047897047_tp_box_2" providerId="OAuth2" clId="{CA4CF585-0989-4D92-86E9-697F3F8B2F84}" dt="2026-10-01T01:58:40.610" v="43" actId="47"/>
        <pc:sldMkLst>
          <pc:docMk/>
          <pc:sldMk cId="2260306537" sldId="2147482835"/>
        </pc:sldMkLst>
      </pc:sldChg>
      <pc:sldChg chg="modSp mod">
        <pc:chgData name="Kevin Claypool" userId="52047897047_tp_box_2" providerId="OAuth2" clId="{CA4CF585-0989-4D92-86E9-697F3F8B2F84}" dt="2026-10-01T02:09:42.199" v="95" actId="20577"/>
        <pc:sldMkLst>
          <pc:docMk/>
          <pc:sldMk cId="1109666194" sldId="2147482836"/>
        </pc:sldMkLst>
        <pc:spChg chg="mod">
          <ac:chgData name="Kevin Claypool" userId="52047897047_tp_box_2" providerId="OAuth2" clId="{CA4CF585-0989-4D92-86E9-697F3F8B2F84}" dt="2026-10-01T02:09:42.199" v="95" actId="20577"/>
          <ac:spMkLst>
            <pc:docMk/>
            <pc:sldMk cId="1109666194" sldId="2147482836"/>
            <ac:spMk id="9" creationId="{C241AC1F-0EA1-58CB-B877-D1A9057300DB}"/>
          </ac:spMkLst>
        </pc:spChg>
      </pc:sldChg>
      <pc:sldChg chg="modNotesTx">
        <pc:chgData name="Kevin Claypool" userId="52047897047_tp_box_2" providerId="OAuth2" clId="{CA4CF585-0989-4D92-86E9-697F3F8B2F84}" dt="2026-10-01T02:27:46.037" v="268" actId="6549"/>
        <pc:sldMkLst>
          <pc:docMk/>
          <pc:sldMk cId="3154321897" sldId="2147482837"/>
        </pc:sldMkLst>
      </pc:sldChg>
      <pc:sldChg chg="del">
        <pc:chgData name="Kevin Claypool" userId="52047897047_tp_box_2" providerId="OAuth2" clId="{CA4CF585-0989-4D92-86E9-697F3F8B2F84}" dt="2026-10-01T01:58:42.510" v="44" actId="47"/>
        <pc:sldMkLst>
          <pc:docMk/>
          <pc:sldMk cId="3280638681" sldId="2147482838"/>
        </pc:sldMkLst>
      </pc:sldChg>
      <pc:sldChg chg="modSp mod">
        <pc:chgData name="Kevin Claypool" userId="52047897047_tp_box_2" providerId="OAuth2" clId="{CA4CF585-0989-4D92-86E9-697F3F8B2F84}" dt="2026-10-01T02:25:02.453" v="170" actId="20577"/>
        <pc:sldMkLst>
          <pc:docMk/>
          <pc:sldMk cId="1671390963" sldId="2147482839"/>
        </pc:sldMkLst>
        <pc:spChg chg="mod">
          <ac:chgData name="Kevin Claypool" userId="52047897047_tp_box_2" providerId="OAuth2" clId="{CA4CF585-0989-4D92-86E9-697F3F8B2F84}" dt="2026-10-01T02:10:58.475" v="101" actId="20577"/>
          <ac:spMkLst>
            <pc:docMk/>
            <pc:sldMk cId="1671390963" sldId="2147482839"/>
            <ac:spMk id="9" creationId="{09688B34-94C7-BDB6-4DD9-6C3CEB23FD34}"/>
          </ac:spMkLst>
        </pc:spChg>
        <pc:spChg chg="mod">
          <ac:chgData name="Kevin Claypool" userId="52047897047_tp_box_2" providerId="OAuth2" clId="{CA4CF585-0989-4D92-86E9-697F3F8B2F84}" dt="2026-10-01T02:11:14.028" v="102"/>
          <ac:spMkLst>
            <pc:docMk/>
            <pc:sldMk cId="1671390963" sldId="2147482839"/>
            <ac:spMk id="38" creationId="{782AE32B-91C4-BA91-4128-2C631653EA36}"/>
          </ac:spMkLst>
        </pc:spChg>
        <pc:spChg chg="mod">
          <ac:chgData name="Kevin Claypool" userId="52047897047_tp_box_2" providerId="OAuth2" clId="{CA4CF585-0989-4D92-86E9-697F3F8B2F84}" dt="2026-10-01T02:25:02.453" v="170" actId="20577"/>
          <ac:spMkLst>
            <pc:docMk/>
            <pc:sldMk cId="1671390963" sldId="2147482839"/>
            <ac:spMk id="51" creationId="{0C210E14-4622-F08A-0A56-302E8A34EB87}"/>
          </ac:spMkLst>
        </pc:spChg>
      </pc:sldChg>
      <pc:sldChg chg="modSp mod modNotesTx">
        <pc:chgData name="Kevin Claypool" userId="52047897047_tp_box_2" providerId="OAuth2" clId="{CA4CF585-0989-4D92-86E9-697F3F8B2F84}" dt="2026-10-01T02:27:35.511" v="267" actId="6549"/>
        <pc:sldMkLst>
          <pc:docMk/>
          <pc:sldMk cId="3892010658" sldId="2147482840"/>
        </pc:sldMkLst>
        <pc:spChg chg="mod">
          <ac:chgData name="Kevin Claypool" userId="52047897047_tp_box_2" providerId="OAuth2" clId="{CA4CF585-0989-4D92-86E9-697F3F8B2F84}" dt="2026-10-01T02:25:09.816" v="171"/>
          <ac:spMkLst>
            <pc:docMk/>
            <pc:sldMk cId="3892010658" sldId="2147482840"/>
            <ac:spMk id="8" creationId="{14F9E004-04D5-75F3-AFC8-502972DDA705}"/>
          </ac:spMkLst>
        </pc:spChg>
        <pc:spChg chg="mod ord">
          <ac:chgData name="Kevin Claypool" userId="52047897047_tp_box_2" providerId="OAuth2" clId="{CA4CF585-0989-4D92-86E9-697F3F8B2F84}" dt="2026-10-01T02:27:16.006" v="266" actId="166"/>
          <ac:spMkLst>
            <pc:docMk/>
            <pc:sldMk cId="3892010658" sldId="2147482840"/>
            <ac:spMk id="11" creationId="{237E900F-EA4B-CB20-855D-1D38A89F13E2}"/>
          </ac:spMkLst>
        </pc:spChg>
      </pc:sldChg>
      <pc:sldChg chg="del">
        <pc:chgData name="Kevin Claypool" userId="52047897047_tp_box_2" providerId="OAuth2" clId="{CA4CF585-0989-4D92-86E9-697F3F8B2F84}" dt="2026-10-01T01:58:52.969" v="45" actId="47"/>
        <pc:sldMkLst>
          <pc:docMk/>
          <pc:sldMk cId="123422925" sldId="2147482841"/>
        </pc:sldMkLst>
      </pc:sldChg>
      <pc:sldChg chg="delSp modSp add mod delAnim modAnim">
        <pc:chgData name="Kevin Claypool" userId="52047897047_tp_box_2" providerId="OAuth2" clId="{CA4CF585-0989-4D92-86E9-697F3F8B2F84}" dt="2026-10-01T02:26:51.310" v="233" actId="1076"/>
        <pc:sldMkLst>
          <pc:docMk/>
          <pc:sldMk cId="1830633619" sldId="2147482841"/>
        </pc:sldMkLst>
        <pc:spChg chg="del">
          <ac:chgData name="Kevin Claypool" userId="52047897047_tp_box_2" providerId="OAuth2" clId="{CA4CF585-0989-4D92-86E9-697F3F8B2F84}" dt="2026-10-01T02:26:24.750" v="176" actId="478"/>
          <ac:spMkLst>
            <pc:docMk/>
            <pc:sldMk cId="1830633619" sldId="2147482841"/>
            <ac:spMk id="2" creationId="{C9539626-8CFE-03E6-845E-F4861D917E9A}"/>
          </ac:spMkLst>
        </pc:spChg>
        <pc:spChg chg="del">
          <ac:chgData name="Kevin Claypool" userId="52047897047_tp_box_2" providerId="OAuth2" clId="{CA4CF585-0989-4D92-86E9-697F3F8B2F84}" dt="2026-10-01T02:26:24.750" v="176" actId="478"/>
          <ac:spMkLst>
            <pc:docMk/>
            <pc:sldMk cId="1830633619" sldId="2147482841"/>
            <ac:spMk id="3" creationId="{E23922B2-ACAA-B1C7-80B5-0C6BFE91198F}"/>
          </ac:spMkLst>
        </pc:spChg>
        <pc:spChg chg="mod">
          <ac:chgData name="Kevin Claypool" userId="52047897047_tp_box_2" providerId="OAuth2" clId="{CA4CF585-0989-4D92-86E9-697F3F8B2F84}" dt="2026-10-01T02:26:17.383" v="175"/>
          <ac:spMkLst>
            <pc:docMk/>
            <pc:sldMk cId="1830633619" sldId="2147482841"/>
            <ac:spMk id="9" creationId="{AA30C8A9-81F9-1E75-BD72-62F624D8F055}"/>
          </ac:spMkLst>
        </pc:spChg>
        <pc:spChg chg="del">
          <ac:chgData name="Kevin Claypool" userId="52047897047_tp_box_2" providerId="OAuth2" clId="{CA4CF585-0989-4D92-86E9-697F3F8B2F84}" dt="2026-10-01T02:26:24.750" v="176" actId="478"/>
          <ac:spMkLst>
            <pc:docMk/>
            <pc:sldMk cId="1830633619" sldId="2147482841"/>
            <ac:spMk id="11" creationId="{CE044E7E-8FCC-67B6-DDEF-9ABE5E637FED}"/>
          </ac:spMkLst>
        </pc:spChg>
        <pc:spChg chg="mod">
          <ac:chgData name="Kevin Claypool" userId="52047897047_tp_box_2" providerId="OAuth2" clId="{CA4CF585-0989-4D92-86E9-697F3F8B2F84}" dt="2026-10-01T02:26:51.310" v="233" actId="1076"/>
          <ac:spMkLst>
            <pc:docMk/>
            <pc:sldMk cId="1830633619" sldId="2147482841"/>
            <ac:spMk id="25" creationId="{16CCC85A-3652-5912-98B6-A0F81BABCFAA}"/>
          </ac:spMkLst>
        </pc:spChg>
        <pc:spChg chg="del">
          <ac:chgData name="Kevin Claypool" userId="52047897047_tp_box_2" providerId="OAuth2" clId="{CA4CF585-0989-4D92-86E9-697F3F8B2F84}" dt="2026-10-01T02:26:24.750" v="176" actId="478"/>
          <ac:spMkLst>
            <pc:docMk/>
            <pc:sldMk cId="1830633619" sldId="2147482841"/>
            <ac:spMk id="26" creationId="{10C7E128-AF41-1D6F-32AB-D4A54AA9F2E8}"/>
          </ac:spMkLst>
        </pc:spChg>
        <pc:spChg chg="del">
          <ac:chgData name="Kevin Claypool" userId="52047897047_tp_box_2" providerId="OAuth2" clId="{CA4CF585-0989-4D92-86E9-697F3F8B2F84}" dt="2026-10-01T02:26:24.750" v="176" actId="478"/>
          <ac:spMkLst>
            <pc:docMk/>
            <pc:sldMk cId="1830633619" sldId="2147482841"/>
            <ac:spMk id="28" creationId="{7E52F194-209E-3B52-DCEA-EF535684E28F}"/>
          </ac:spMkLst>
        </pc:spChg>
        <pc:spChg chg="del">
          <ac:chgData name="Kevin Claypool" userId="52047897047_tp_box_2" providerId="OAuth2" clId="{CA4CF585-0989-4D92-86E9-697F3F8B2F84}" dt="2026-10-01T02:26:24.750" v="176" actId="478"/>
          <ac:spMkLst>
            <pc:docMk/>
            <pc:sldMk cId="1830633619" sldId="2147482841"/>
            <ac:spMk id="36" creationId="{23D8FBA2-5947-56EB-AFBC-38A43D7950D5}"/>
          </ac:spMkLst>
        </pc:spChg>
        <pc:spChg chg="del">
          <ac:chgData name="Kevin Claypool" userId="52047897047_tp_box_2" providerId="OAuth2" clId="{CA4CF585-0989-4D92-86E9-697F3F8B2F84}" dt="2026-10-01T02:26:24.750" v="176" actId="478"/>
          <ac:spMkLst>
            <pc:docMk/>
            <pc:sldMk cId="1830633619" sldId="2147482841"/>
            <ac:spMk id="37" creationId="{9C92CE10-3A26-7742-1B5A-0FB39714097E}"/>
          </ac:spMkLst>
        </pc:spChg>
        <pc:spChg chg="del">
          <ac:chgData name="Kevin Claypool" userId="52047897047_tp_box_2" providerId="OAuth2" clId="{CA4CF585-0989-4D92-86E9-697F3F8B2F84}" dt="2026-10-01T02:26:24.750" v="176" actId="478"/>
          <ac:spMkLst>
            <pc:docMk/>
            <pc:sldMk cId="1830633619" sldId="2147482841"/>
            <ac:spMk id="38" creationId="{6DB6E1A0-E6DE-110F-2451-D22252BA71FB}"/>
          </ac:spMkLst>
        </pc:spChg>
        <pc:spChg chg="mod">
          <ac:chgData name="Kevin Claypool" userId="52047897047_tp_box_2" providerId="OAuth2" clId="{CA4CF585-0989-4D92-86E9-697F3F8B2F84}" dt="2026-10-01T02:25:18.888" v="174" actId="20577"/>
          <ac:spMkLst>
            <pc:docMk/>
            <pc:sldMk cId="1830633619" sldId="2147482841"/>
            <ac:spMk id="51" creationId="{AFE21100-2201-F177-A88F-A032220FE21F}"/>
          </ac:spMkLst>
        </pc:spChg>
      </pc:sldChg>
      <pc:sldMasterChg chg="delSldLayout">
        <pc:chgData name="Kevin Claypool" userId="52047897047_tp_box_2" providerId="OAuth2" clId="{CA4CF585-0989-4D92-86E9-697F3F8B2F84}" dt="2026-10-01T01:58:35.904" v="41" actId="47"/>
        <pc:sldMasterMkLst>
          <pc:docMk/>
          <pc:sldMasterMk cId="2873662443" sldId="2147483660"/>
        </pc:sldMasterMkLst>
        <pc:sldLayoutChg chg="del">
          <pc:chgData name="Kevin Claypool" userId="52047897047_tp_box_2" providerId="OAuth2" clId="{CA4CF585-0989-4D92-86E9-697F3F8B2F84}" dt="2026-10-01T01:58:35.904" v="41" actId="47"/>
          <pc:sldLayoutMkLst>
            <pc:docMk/>
            <pc:sldMasterMk cId="2873662443" sldId="2147483660"/>
            <pc:sldLayoutMk cId="2993554436" sldId="2147483682"/>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01BFD4-C52E-4714-B7BF-814754828023}" type="datetimeFigureOut">
              <a:rPr lang="en-US" smtClean="0"/>
              <a:t>9/30/2026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8D7966-515D-4F49-8ED1-4250929D0E2A}" type="slidenum">
              <a:rPr lang="en-US" smtClean="0"/>
              <a:t>‹#›</a:t>
            </a:fld>
            <a:endParaRPr lang="en-US"/>
          </a:p>
        </p:txBody>
      </p:sp>
    </p:spTree>
    <p:extLst>
      <p:ext uri="{BB962C8B-B14F-4D97-AF65-F5344CB8AC3E}">
        <p14:creationId xmlns:p14="http://schemas.microsoft.com/office/powerpoint/2010/main" val="3605651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184B84E2-C94E-4C1B-B4DF-F8D3FC0A385E}" type="slidenum">
              <a:rPr lang="en-GB" smtClean="0"/>
              <a:pPr/>
              <a:t>1</a:t>
            </a:fld>
            <a:endParaRPr lang="en-GB"/>
          </a:p>
        </p:txBody>
      </p:sp>
    </p:spTree>
    <p:extLst>
      <p:ext uri="{BB962C8B-B14F-4D97-AF65-F5344CB8AC3E}">
        <p14:creationId xmlns:p14="http://schemas.microsoft.com/office/powerpoint/2010/main" val="10367714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DEB19-9E5A-3CD4-8B7A-0699D1A95F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E89EDB-B694-BFD1-5A5D-169898E89A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4787C6-A4AE-3DF3-DD85-6B294F4B4492}"/>
              </a:ext>
            </a:extLst>
          </p:cNvPr>
          <p:cNvSpPr>
            <a:spLocks noGrp="1"/>
          </p:cNvSpPr>
          <p:nvPr>
            <p:ph type="body" idx="1"/>
          </p:nvPr>
        </p:nvSpPr>
        <p:spPr/>
        <p:txBody>
          <a:bodyPr/>
          <a:lstStyle/>
          <a:p>
            <a:pPr marL="0" indent="0" algn="l">
              <a:buFont typeface="Arial" panose="020B0604020202020204" pitchFamily="34" charset="0"/>
              <a:buNone/>
            </a:pPr>
            <a:endParaRPr lang="en-US" sz="120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 name="Slide Number Placeholder 3">
            <a:extLst>
              <a:ext uri="{FF2B5EF4-FFF2-40B4-BE49-F238E27FC236}">
                <a16:creationId xmlns:a16="http://schemas.microsoft.com/office/drawing/2014/main" id="{4408736F-6CE6-BA81-79DB-2B6A7A08C64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50FB1A7-FC49-F640-AA66-C12B8CFD720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189109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464F4-1248-60FC-94A4-A5F6546137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1B77F2-6AE9-B15F-DFA1-4EE2B8E256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DF3273-13E8-221D-29EB-1F45C448E9FE}"/>
              </a:ext>
            </a:extLst>
          </p:cNvPr>
          <p:cNvSpPr>
            <a:spLocks noGrp="1"/>
          </p:cNvSpPr>
          <p:nvPr>
            <p:ph type="body" idx="1"/>
          </p:nvPr>
        </p:nvSpPr>
        <p:spPr/>
        <p:txBody>
          <a:bodyPr/>
          <a:lstStyle/>
          <a:p>
            <a:endParaRPr lang="en-IN" b="0">
              <a:cs typeface="Calibri"/>
            </a:endParaRPr>
          </a:p>
        </p:txBody>
      </p:sp>
      <p:sp>
        <p:nvSpPr>
          <p:cNvPr id="4" name="Slide Number Placeholder 3">
            <a:extLst>
              <a:ext uri="{FF2B5EF4-FFF2-40B4-BE49-F238E27FC236}">
                <a16:creationId xmlns:a16="http://schemas.microsoft.com/office/drawing/2014/main" id="{2573595E-E70F-2E94-DA46-7408C9720F0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50FB1A7-FC49-F640-AA66-C12B8CFD720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749827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7BA3A-A067-9484-4751-0142339A53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DBB7D8-EBEE-8BAD-0E1B-3273FFEBD8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45874C-645C-8253-ACCA-9C3DAF4D25E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D1945D-86B9-1EA0-DB96-067C7734E85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8963D8A-2903-4D39-BD4D-5B031EE094B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756362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1CEC9-E018-CAA3-DA3F-4AEA54A12E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8F14B2-EC07-D260-0A30-85078C5F9C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468847-2D8C-E131-2965-F8A1B2485BE5}"/>
              </a:ext>
            </a:extLst>
          </p:cNvPr>
          <p:cNvSpPr>
            <a:spLocks noGrp="1"/>
          </p:cNvSpPr>
          <p:nvPr>
            <p:ph type="body" idx="1"/>
          </p:nvPr>
        </p:nvSpPr>
        <p:spPr/>
        <p:txBody>
          <a:bodyPr/>
          <a:lstStyle/>
          <a:p>
            <a:endParaRPr lang="en-IN" b="0">
              <a:cs typeface="Calibri"/>
            </a:endParaRPr>
          </a:p>
        </p:txBody>
      </p:sp>
      <p:sp>
        <p:nvSpPr>
          <p:cNvPr id="4" name="Slide Number Placeholder 3">
            <a:extLst>
              <a:ext uri="{FF2B5EF4-FFF2-40B4-BE49-F238E27FC236}">
                <a16:creationId xmlns:a16="http://schemas.microsoft.com/office/drawing/2014/main" id="{FAEB108C-AAD5-B83B-D76A-94B2E30D0B3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50FB1A7-FC49-F640-AA66-C12B8CFD720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797011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DB677-31C8-D635-1F07-CC3D2580F6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91D89D-1B39-9DB2-D2CC-04FA21EC34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08316B-5F58-F4E1-1AE2-D306163260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5B532C-2BEB-DDAC-D889-D093056D61A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8963D8A-2903-4D39-BD4D-5B031EE094B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881100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F8EA6-95FE-731F-534F-4370063A8B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9C6DD9-5CBA-E165-0B7F-0CB9761D55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AD59C7-F9B8-7D13-6A4A-285128083DB4}"/>
              </a:ext>
            </a:extLst>
          </p:cNvPr>
          <p:cNvSpPr>
            <a:spLocks noGrp="1"/>
          </p:cNvSpPr>
          <p:nvPr>
            <p:ph type="body" idx="1"/>
          </p:nvPr>
        </p:nvSpPr>
        <p:spPr/>
        <p:txBody>
          <a:bodyPr/>
          <a:lstStyle/>
          <a:p>
            <a:endParaRPr lang="en-IN" b="0">
              <a:cs typeface="Calibri"/>
            </a:endParaRPr>
          </a:p>
          <a:p>
            <a:endParaRPr lang="en-IN" b="0">
              <a:cs typeface="Calibri"/>
            </a:endParaRPr>
          </a:p>
          <a:p>
            <a:endParaRPr lang="en-IN" b="0">
              <a:cs typeface="Calibri"/>
            </a:endParaRPr>
          </a:p>
          <a:p>
            <a:endParaRPr lang="en-IN" b="0">
              <a:cs typeface="Calibri"/>
            </a:endParaRPr>
          </a:p>
          <a:p>
            <a:endParaRPr lang="en-IN" b="0">
              <a:cs typeface="Calibri"/>
            </a:endParaRPr>
          </a:p>
          <a:p>
            <a:endParaRPr lang="en-IN" b="0">
              <a:cs typeface="Calibri"/>
            </a:endParaRPr>
          </a:p>
          <a:p>
            <a:endParaRPr lang="en-IN" b="0">
              <a:cs typeface="Calibri"/>
            </a:endParaRPr>
          </a:p>
          <a:p>
            <a:endParaRPr lang="en-IN" b="0">
              <a:cs typeface="Calibri"/>
            </a:endParaRPr>
          </a:p>
          <a:p>
            <a:r>
              <a:rPr lang="en-IN" b="0">
                <a:cs typeface="Calibri"/>
              </a:rPr>
              <a:t>Facilitator Notes:</a:t>
            </a:r>
          </a:p>
          <a:p>
            <a:r>
              <a:rPr lang="en-IN" b="0">
                <a:cs typeface="Calibri"/>
              </a:rPr>
              <a:t>(10 mins)</a:t>
            </a:r>
          </a:p>
          <a:p>
            <a:endParaRPr lang="en-IN" b="0">
              <a:cs typeface="Calibri"/>
            </a:endParaRPr>
          </a:p>
          <a:p>
            <a:r>
              <a:rPr lang="en-IN" b="1">
                <a:cs typeface="Calibri"/>
              </a:rPr>
              <a:t>SAY: </a:t>
            </a:r>
          </a:p>
          <a:p>
            <a:r>
              <a:rPr lang="en-IN" b="0" strike="noStrike">
                <a:cs typeface="Calibri"/>
              </a:rPr>
              <a:t>Here is how it’s going to work,</a:t>
            </a:r>
            <a:r>
              <a:rPr lang="en-IN" b="0">
                <a:cs typeface="Calibri"/>
              </a:rPr>
              <a:t> </a:t>
            </a:r>
            <a:r>
              <a:rPr lang="en-IN">
                <a:cs typeface="Calibri"/>
              </a:rPr>
              <a:t>and feel</a:t>
            </a:r>
            <a:r>
              <a:rPr lang="en-IN" b="0">
                <a:cs typeface="Calibri"/>
              </a:rPr>
              <a:t> free to follow along on the screen or in your Participant Workbook on page X. </a:t>
            </a:r>
            <a:r>
              <a:rPr lang="en-US" b="0">
                <a:cs typeface="Calibri"/>
              </a:rPr>
              <a:t>As a reminder, all of today's session content is in your Participant Workbook for you to follow along, and the workbook can be downloaded in any language, so please use whichever version works best for you.</a:t>
            </a:r>
            <a:endParaRPr lang="en-IN" b="1" strike="sngStrike">
              <a:cs typeface="Calibri"/>
            </a:endParaRPr>
          </a:p>
          <a:p>
            <a:pPr marL="171450" lvl="0" indent="-171450">
              <a:buFont typeface="Arial" panose="020B0604020202020204" pitchFamily="34" charset="0"/>
              <a:buChar char="•"/>
            </a:pPr>
            <a:r>
              <a:rPr lang="en-IN" b="0">
                <a:cs typeface="Calibri"/>
              </a:rPr>
              <a:t>[BUILD] You will have 10 minutes to first introduce yourselves to your team and then [BUILD]  read the scenario and the options as a team.</a:t>
            </a:r>
            <a:r>
              <a:rPr lang="en-IN">
                <a:cs typeface="Calibri"/>
              </a:rPr>
              <a:t> </a:t>
            </a:r>
            <a:endParaRPr lang="en-IN" b="0">
              <a:cs typeface="Calibri"/>
            </a:endParaRPr>
          </a:p>
          <a:p>
            <a:pPr marL="171450" lvl="0" indent="-171450">
              <a:buFont typeface="Arial" panose="020B0604020202020204" pitchFamily="34" charset="0"/>
              <a:buChar char="•"/>
            </a:pPr>
            <a:r>
              <a:rPr lang="en-IN" b="0">
                <a:cs typeface="Calibri"/>
              </a:rPr>
              <a:t>[BUILD] Once you have read the scenario and options, you will need to align on one decision to move forward with.</a:t>
            </a:r>
          </a:p>
          <a:p>
            <a:pPr marL="171450" lvl="0" indent="-171450">
              <a:buFont typeface="Arial" panose="020B0604020202020204" pitchFamily="34" charset="0"/>
              <a:buChar char="•"/>
            </a:pPr>
            <a:r>
              <a:rPr lang="en-IN" b="0">
                <a:cs typeface="Calibri"/>
              </a:rPr>
              <a:t>While you are working through the scenario, take note of any challenges or trade-offs you might have to make when looking at each option.</a:t>
            </a:r>
          </a:p>
          <a:p>
            <a:pPr marL="171450" lvl="0" indent="-171450">
              <a:buFont typeface="Arial" panose="020B0604020202020204" pitchFamily="34" charset="0"/>
              <a:buChar char="•"/>
            </a:pPr>
            <a:r>
              <a:rPr lang="en-IN" b="0">
                <a:cs typeface="Calibri"/>
              </a:rPr>
              <a:t>[BUILD] Once 10 minutes is up, we will come back together to review the most optimal outcome and the decisions you all made. So please be ready to share your thoughts and decisions with the larger room!</a:t>
            </a:r>
          </a:p>
          <a:p>
            <a:pPr marL="171450" lvl="0" indent="-171450">
              <a:buFont typeface="Arial" panose="020B0604020202020204" pitchFamily="34" charset="0"/>
              <a:buChar char="•"/>
            </a:pPr>
            <a:r>
              <a:rPr lang="en-IN" b="0">
                <a:cs typeface="Calibri"/>
              </a:rPr>
              <a:t>If you happen to finish before the 10 minutes ends, you should revisit the other options and ask why/why not.</a:t>
            </a:r>
          </a:p>
          <a:p>
            <a:pPr marL="171450" lvl="0" indent="-171450">
              <a:buFont typeface="Arial" panose="020B0604020202020204" pitchFamily="34" charset="0"/>
              <a:buChar char="•"/>
            </a:pPr>
            <a:r>
              <a:rPr lang="en-IN" b="0">
                <a:cs typeface="Calibri"/>
              </a:rPr>
              <a:t>One thing to make note of, is that there might be some context missing, so you may find yourselves trying to fill in those blanks and add context to the scenario. If you or one of your team members starts to go down this route, please refocus on the context that is available as we do not want to overcomplicate it!</a:t>
            </a:r>
          </a:p>
          <a:p>
            <a:pPr marL="457200" lvl="1" indent="0">
              <a:buFont typeface="Arial" panose="020B0604020202020204" pitchFamily="34" charset="0"/>
              <a:buNone/>
            </a:pPr>
            <a:endParaRPr lang="en-IN" b="0">
              <a:cs typeface="Calibri"/>
            </a:endParaRPr>
          </a:p>
          <a:p>
            <a:r>
              <a:rPr lang="en-IN" b="1">
                <a:cs typeface="Calibri"/>
              </a:rPr>
              <a:t>SAY:</a:t>
            </a:r>
          </a:p>
          <a:p>
            <a:pPr marL="171450" indent="-171450">
              <a:buFont typeface="Arial" panose="020B0604020202020204" pitchFamily="34" charset="0"/>
              <a:buChar char="•"/>
            </a:pPr>
            <a:r>
              <a:rPr lang="en-IN" b="0">
                <a:cs typeface="Calibri"/>
              </a:rPr>
              <a:t>Once you get into your breakout rooms, please take note of the option you chose as a team, We will be asking for one person from each team to submit their team’s answer in the chat when we come back.</a:t>
            </a:r>
          </a:p>
          <a:p>
            <a:pPr marL="0" indent="0">
              <a:buFont typeface="Arial" panose="020B0604020202020204" pitchFamily="34" charset="0"/>
              <a:buNone/>
            </a:pPr>
            <a:endParaRPr lang="en-IN" b="0">
              <a:cs typeface="Calibri"/>
            </a:endParaRPr>
          </a:p>
          <a:p>
            <a:r>
              <a:rPr lang="en-IN" b="0">
                <a:cs typeface="Calibri"/>
              </a:rPr>
              <a:t>Transition: Any questions? I will send you to your breakout room, when I do, please pay attention to the </a:t>
            </a:r>
            <a:r>
              <a:rPr lang="en-US" b="0">
                <a:cs typeface="Calibri"/>
              </a:rPr>
              <a:t>option you chose as a team</a:t>
            </a:r>
            <a:r>
              <a:rPr lang="en-IN" b="0">
                <a:cs typeface="Calibri"/>
              </a:rPr>
              <a:t> you are in. Okay then I will see you in 10 minutes, good luck!</a:t>
            </a:r>
            <a:r>
              <a:rPr lang="en-IN">
                <a:cs typeface="Calibri"/>
              </a:rPr>
              <a:t> </a:t>
            </a:r>
            <a:endParaRPr lang="en-IN" b="0">
              <a:cs typeface="Calibri"/>
            </a:endParaRPr>
          </a:p>
          <a:p>
            <a:pPr marL="0" indent="0">
              <a:buFont typeface="Arial" panose="020B0604020202020204" pitchFamily="34" charset="0"/>
              <a:buNone/>
            </a:pPr>
            <a:endParaRPr lang="en-IN" b="0">
              <a:cs typeface="Calibri"/>
            </a:endParaRPr>
          </a:p>
          <a:p>
            <a:pPr marL="0" indent="0">
              <a:buFont typeface="Arial" panose="020B0604020202020204" pitchFamily="34" charset="0"/>
              <a:buNone/>
            </a:pPr>
            <a:r>
              <a:rPr lang="en-IN" b="1">
                <a:cs typeface="Calibri"/>
              </a:rPr>
              <a:t>DO:</a:t>
            </a:r>
          </a:p>
          <a:p>
            <a:pPr marL="171450" indent="-171450">
              <a:buFont typeface="Arial" panose="020B0604020202020204" pitchFamily="34" charset="0"/>
              <a:buChar char="•"/>
            </a:pPr>
            <a:r>
              <a:rPr lang="en-IN" b="0">
                <a:cs typeface="Calibri"/>
              </a:rPr>
              <a:t>Send teams to breakouts/table groups of 4-5 people to work through the Scenario,</a:t>
            </a:r>
            <a:endParaRPr lang="en-IN" b="0" strike="sngStrike">
              <a:cs typeface="Calibri"/>
            </a:endParaRPr>
          </a:p>
          <a:p>
            <a:pPr marL="171450" indent="-171450">
              <a:buFont typeface="Arial" panose="020B0604020202020204" pitchFamily="34" charset="0"/>
              <a:buChar char="•"/>
            </a:pPr>
            <a:r>
              <a:rPr lang="en-IN" b="0">
                <a:cs typeface="Calibri"/>
              </a:rPr>
              <a:t>Set timer for 10 minutes</a:t>
            </a:r>
          </a:p>
          <a:p>
            <a:pPr marL="171450" indent="-171450">
              <a:buFont typeface="Arial" panose="020B0604020202020204" pitchFamily="34" charset="0"/>
              <a:buChar char="•"/>
            </a:pPr>
            <a:r>
              <a:rPr lang="en-IN" b="0">
                <a:cs typeface="Calibri"/>
              </a:rPr>
              <a:t>Broadcast your screen to the breakout rooms</a:t>
            </a:r>
          </a:p>
          <a:p>
            <a:pPr marL="171450" indent="-171450">
              <a:buFont typeface="Arial" panose="020B0604020202020204" pitchFamily="34" charset="0"/>
              <a:buChar char="•"/>
            </a:pPr>
            <a:r>
              <a:rPr lang="en-IN" b="0">
                <a:cs typeface="Calibri"/>
              </a:rPr>
              <a:t>Broadcast a 2-minute warning before closing the breakout rooms</a:t>
            </a:r>
          </a:p>
        </p:txBody>
      </p:sp>
      <p:sp>
        <p:nvSpPr>
          <p:cNvPr id="4" name="Slide Number Placeholder 3">
            <a:extLst>
              <a:ext uri="{FF2B5EF4-FFF2-40B4-BE49-F238E27FC236}">
                <a16:creationId xmlns:a16="http://schemas.microsoft.com/office/drawing/2014/main" id="{09728BFE-CBFA-8F09-535D-E335EF5B7EE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50FB1A7-FC49-F640-AA66-C12B8CFD720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171230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D54A6-64C9-1B62-199E-DDFDCE892C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3FEC5C-1128-BFA7-E2E5-505D6EEF30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D3DCB8-B9C9-792A-A8AB-3149104522B8}"/>
              </a:ext>
            </a:extLst>
          </p:cNvPr>
          <p:cNvSpPr>
            <a:spLocks noGrp="1"/>
          </p:cNvSpPr>
          <p:nvPr>
            <p:ph type="body" idx="1"/>
          </p:nvPr>
        </p:nvSpPr>
        <p:spPr/>
        <p:txBody>
          <a:bodyPr/>
          <a:lstStyle/>
          <a:p>
            <a:pPr rtl="0"/>
            <a:r>
              <a:rPr lang="en-US" dirty="0"/>
              <a:t>My ranking, from most to least responsible for what's happening:</a:t>
            </a:r>
          </a:p>
          <a:p>
            <a:pPr rtl="0"/>
            <a:r>
              <a:rPr lang="en-US" b="1" dirty="0"/>
              <a:t>D is most responsible.</a:t>
            </a:r>
            <a:r>
              <a:rPr lang="en-US" dirty="0"/>
              <a:t> The real gap isn't anything you did with Jordan's team — it's that you treated a hard moment as a one-time interpersonal fix instead of turning it into how the organization handles any struggling pilot. That gap explains both symptoms at once: the trust problem in teams you never personally reassured, and the fact that nobody has a mechanism to flag Jordan's team quietly taking on more work. It's the systemic root, not just a local miss.</a:t>
            </a:r>
          </a:p>
          <a:p>
            <a:pPr rtl="0"/>
            <a:r>
              <a:rPr lang="en-US" b="1" dirty="0"/>
              <a:t>A and C are next, roughly tied.</a:t>
            </a:r>
            <a:r>
              <a:rPr lang="en-US" dirty="0"/>
              <a:t> Both correctly diagnose the trust half of the problem — the honesty that worked inside Jordan's team never traveled outward. A frames it as a relationship-equity gap, C frames it as an organizational-visibility gap. They're really the same insight from two angles, and either is a defensible second place. Between the two, I'd put A very slightly ahead, since "relationship equity" is the more precise mechanism — it explains </a:t>
            </a:r>
            <a:r>
              <a:rPr lang="en-US" i="1" dirty="0"/>
              <a:t>why</a:t>
            </a:r>
            <a:r>
              <a:rPr lang="en-US" dirty="0"/>
              <a:t> the same message wouldn't have landed the same way with teams who don't have that history with you, where C's framing is a bit more generic.</a:t>
            </a:r>
          </a:p>
          <a:p>
            <a:pPr rtl="0"/>
            <a:r>
              <a:rPr lang="en-US" b="1" dirty="0"/>
              <a:t>B is least responsible, by design.</a:t>
            </a:r>
            <a:r>
              <a:rPr lang="en-US" dirty="0"/>
              <a:t> It's true, and it's a real problem, but it was never the thing this moment asked you to solve — you were managing a trust and communication crisis, not a staffing-capacity one. Using it to explain the resignations is a reach: adjacent teams didn't quit because Jordan's team is overloaded, they quit because they don't trust leadership to tell them the truth. B is a correct observation about a different, parallel issue, which makes it the weakest answer to "what's responsible for </a:t>
            </a:r>
            <a:r>
              <a:rPr lang="en-US" i="1" dirty="0"/>
              <a:t>this</a:t>
            </a:r>
            <a:r>
              <a:rPr lang="en-US" dirty="0"/>
              <a:t> risk."</a:t>
            </a:r>
          </a:p>
          <a:p>
            <a:endParaRPr lang="en-US" dirty="0"/>
          </a:p>
        </p:txBody>
      </p:sp>
      <p:sp>
        <p:nvSpPr>
          <p:cNvPr id="4" name="Slide Number Placeholder 3">
            <a:extLst>
              <a:ext uri="{FF2B5EF4-FFF2-40B4-BE49-F238E27FC236}">
                <a16:creationId xmlns:a16="http://schemas.microsoft.com/office/drawing/2014/main" id="{2F5D72C8-1C3F-EE29-3960-BAF52617FEF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8963D8A-2903-4D39-BD4D-5B031EE094B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00102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3FAB3-0360-4D41-CA84-1C59AA2073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1AF402-4277-49AB-25D6-37C7582FA4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E1D0CF-8ECF-1801-00EF-7380330284C5}"/>
              </a:ext>
            </a:extLst>
          </p:cNvPr>
          <p:cNvSpPr>
            <a:spLocks noGrp="1"/>
          </p:cNvSpPr>
          <p:nvPr>
            <p:ph type="body" idx="1"/>
          </p:nvPr>
        </p:nvSpPr>
        <p:spPr/>
        <p:txBody>
          <a:bodyPr/>
          <a:lstStyle/>
          <a:p>
            <a:endParaRPr lang="en-IN" b="0">
              <a:cs typeface="Calibri"/>
            </a:endParaRPr>
          </a:p>
        </p:txBody>
      </p:sp>
      <p:sp>
        <p:nvSpPr>
          <p:cNvPr id="4" name="Slide Number Placeholder 3">
            <a:extLst>
              <a:ext uri="{FF2B5EF4-FFF2-40B4-BE49-F238E27FC236}">
                <a16:creationId xmlns:a16="http://schemas.microsoft.com/office/drawing/2014/main" id="{233C7E47-6E03-C919-02E3-2CEABE9B056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50FB1A7-FC49-F640-AA66-C12B8CFD720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333279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6A863-2646-D5B3-2558-F3C6BE786C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D507AC-8C5D-7F1F-C369-BFEA2BC89A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0B94E5-9E9E-0F0C-78DB-089CC674B2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28B933-AD56-CA48-BEDD-7C416198D5B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8963D8A-2903-4D39-BD4D-5B031EE094B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318756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C04F8-9789-AA02-867E-671F2675AD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FA1513-07B6-681F-FBE8-787F22E504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AEFFB2-B232-FF90-07D8-8BCD2037B64B}"/>
              </a:ext>
            </a:extLst>
          </p:cNvPr>
          <p:cNvSpPr>
            <a:spLocks noGrp="1"/>
          </p:cNvSpPr>
          <p:nvPr>
            <p:ph type="body" idx="1"/>
          </p:nvPr>
        </p:nvSpPr>
        <p:spPr/>
        <p:txBody>
          <a:bodyPr/>
          <a:lstStyle/>
          <a:p>
            <a:endParaRPr lang="en-IN" b="0">
              <a:cs typeface="Calibri"/>
            </a:endParaRPr>
          </a:p>
        </p:txBody>
      </p:sp>
      <p:sp>
        <p:nvSpPr>
          <p:cNvPr id="4" name="Slide Number Placeholder 3">
            <a:extLst>
              <a:ext uri="{FF2B5EF4-FFF2-40B4-BE49-F238E27FC236}">
                <a16:creationId xmlns:a16="http://schemas.microsoft.com/office/drawing/2014/main" id="{16577138-A3E3-9550-243E-BEDFA68A988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50FB1A7-FC49-F640-AA66-C12B8CFD720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33380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10BE8-19B2-2223-BF05-092D3084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66B985-5032-E049-E73A-CE044F8B10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ADF9C9-894E-6BC3-62AD-A3BC076377F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A2687EB-AB35-EDD7-EE15-A81539D0248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8963D8A-2903-4D39-BD4D-5B031EE094B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254501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9FE61-BDF7-B52C-2294-30B2ED8B61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FAF68B-DA27-176C-14DA-117D89031C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D03F19-6C79-ED08-C199-64CEBE3B5294}"/>
              </a:ext>
            </a:extLst>
          </p:cNvPr>
          <p:cNvSpPr>
            <a:spLocks noGrp="1"/>
          </p:cNvSpPr>
          <p:nvPr>
            <p:ph type="body" idx="1"/>
          </p:nvPr>
        </p:nvSpPr>
        <p:spPr/>
        <p:txBody>
          <a:bodyPr/>
          <a:lstStyle/>
          <a:p>
            <a:endParaRPr lang="en-IN" b="0">
              <a:cs typeface="Calibri"/>
            </a:endParaRPr>
          </a:p>
        </p:txBody>
      </p:sp>
      <p:sp>
        <p:nvSpPr>
          <p:cNvPr id="4" name="Slide Number Placeholder 3">
            <a:extLst>
              <a:ext uri="{FF2B5EF4-FFF2-40B4-BE49-F238E27FC236}">
                <a16:creationId xmlns:a16="http://schemas.microsoft.com/office/drawing/2014/main" id="{C044A3BE-0D11-7EC1-6A42-D82CD0770C4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50FB1A7-FC49-F640-AA66-C12B8CFD720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456200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Cover 1 Charcoal">
    <p:bg>
      <p:bgPr>
        <a:solidFill>
          <a:schemeClr val="accent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06324D8-7793-4146-B810-3D3AEA2B2948}"/>
              </a:ext>
            </a:extLst>
          </p:cNvPr>
          <p:cNvSpPr>
            <a:spLocks noGrp="1"/>
          </p:cNvSpPr>
          <p:nvPr>
            <p:ph type="ctrTitle" hasCustomPrompt="1"/>
          </p:nvPr>
        </p:nvSpPr>
        <p:spPr>
          <a:xfrm>
            <a:off x="392823" y="1410801"/>
            <a:ext cx="4343400" cy="3896958"/>
          </a:xfrm>
          <a:prstGeom prst="rect">
            <a:avLst/>
          </a:prstGeom>
          <a:noFill/>
        </p:spPr>
        <p:txBody>
          <a:bodyPr wrap="square" lIns="0" rIns="91440" bIns="0" anchor="t">
            <a:noAutofit/>
          </a:bodyPr>
          <a:lstStyle>
            <a:lvl1pPr algn="l">
              <a:lnSpc>
                <a:spcPct val="100000"/>
              </a:lnSpc>
              <a:defRPr sz="3600" b="1" i="0" spc="10" baseline="0">
                <a:solidFill>
                  <a:schemeClr val="bg1"/>
                </a:solidFill>
                <a:latin typeface="Tenorite" pitchFamily="2" charset="0"/>
                <a:ea typeface="Verdana" panose="020B0604030504040204" pitchFamily="34" charset="0"/>
                <a:cs typeface="Tenorite" panose="00000500000000000000" pitchFamily="2" charset="0"/>
              </a:defRPr>
            </a:lvl1pPr>
          </a:lstStyle>
          <a:p>
            <a:r>
              <a:rPr lang="en-US"/>
              <a:t>Click to edit title (sentence case)</a:t>
            </a:r>
          </a:p>
        </p:txBody>
      </p:sp>
      <p:sp>
        <p:nvSpPr>
          <p:cNvPr id="14" name="TextBox 13">
            <a:extLst>
              <a:ext uri="{FF2B5EF4-FFF2-40B4-BE49-F238E27FC236}">
                <a16:creationId xmlns:a16="http://schemas.microsoft.com/office/drawing/2014/main" id="{690AF7E0-2030-744C-BC0A-EF2B507A8759}"/>
              </a:ext>
            </a:extLst>
          </p:cNvPr>
          <p:cNvSpPr txBox="1"/>
          <p:nvPr/>
        </p:nvSpPr>
        <p:spPr>
          <a:xfrm>
            <a:off x="382512" y="6560459"/>
            <a:ext cx="1173785" cy="215444"/>
          </a:xfrm>
          <a:prstGeom prst="rect">
            <a:avLst/>
          </a:prstGeom>
          <a:noFill/>
        </p:spPr>
        <p:txBody>
          <a:bodyPr wrap="square" lIns="0" rtlCol="0">
            <a:spAutoFit/>
          </a:bodyPr>
          <a:lstStyle/>
          <a:p>
            <a:pPr algn="l"/>
            <a:r>
              <a:rPr lang="en-GB" sz="800" b="0" i="0">
                <a:solidFill>
                  <a:schemeClr val="bg1"/>
                </a:solidFill>
                <a:latin typeface="Tenorite" pitchFamily="2" charset="0"/>
              </a:rPr>
              <a:t>Copyright © </a:t>
            </a:r>
            <a:fld id="{FEC56972-8C8B-473C-A509-43E811B54257}" type="datetimeyyyy">
              <a:rPr lang="en-US" sz="800" b="0" i="0" smtClean="0">
                <a:solidFill>
                  <a:schemeClr val="bg1"/>
                </a:solidFill>
                <a:latin typeface="Tenorite" pitchFamily="2" charset="0"/>
              </a:rPr>
              <a:t>2026</a:t>
            </a:fld>
            <a:r>
              <a:rPr lang="en-GB" sz="800" b="0" i="0">
                <a:solidFill>
                  <a:schemeClr val="bg1"/>
                </a:solidFill>
                <a:latin typeface="Tenorite" pitchFamily="2" charset="0"/>
              </a:rPr>
              <a:t> BTS</a:t>
            </a:r>
          </a:p>
        </p:txBody>
      </p:sp>
      <p:sp>
        <p:nvSpPr>
          <p:cNvPr id="15" name="Text Placeholder 3">
            <a:extLst>
              <a:ext uri="{FF2B5EF4-FFF2-40B4-BE49-F238E27FC236}">
                <a16:creationId xmlns:a16="http://schemas.microsoft.com/office/drawing/2014/main" id="{449CFAB2-E42E-924C-88B0-B09D35728C17}"/>
              </a:ext>
            </a:extLst>
          </p:cNvPr>
          <p:cNvSpPr>
            <a:spLocks noGrp="1"/>
          </p:cNvSpPr>
          <p:nvPr>
            <p:ph type="body" sz="quarter" idx="11" hasCustomPrompt="1"/>
          </p:nvPr>
        </p:nvSpPr>
        <p:spPr>
          <a:xfrm>
            <a:off x="392823" y="5458112"/>
            <a:ext cx="4343400" cy="951994"/>
          </a:xfrm>
          <a:prstGeom prst="rect">
            <a:avLst/>
          </a:prstGeom>
        </p:spPr>
        <p:txBody>
          <a:bodyPr lIns="0" rIns="0" bIns="0" anchor="b"/>
          <a:lstStyle>
            <a:lvl1pPr marL="0" indent="0" algn="l">
              <a:spcBef>
                <a:spcPts val="600"/>
              </a:spcBef>
              <a:buNone/>
              <a:defRPr sz="1400" b="0" i="0">
                <a:solidFill>
                  <a:srgbClr val="0EB4AC"/>
                </a:solidFill>
                <a:latin typeface="Tenorite" pitchFamily="2" charset="0"/>
                <a:ea typeface="Verdana" panose="020B0604030504040204" pitchFamily="34" charset="0"/>
                <a:cs typeface="Tenorite" panose="00000500000000000000" pitchFamily="2" charset="0"/>
              </a:defRPr>
            </a:lvl1pPr>
          </a:lstStyle>
          <a:p>
            <a:pPr lvl="0"/>
            <a:r>
              <a:rPr lang="en-US"/>
              <a:t>Click to edit presenter name</a:t>
            </a:r>
          </a:p>
        </p:txBody>
      </p:sp>
      <p:grpSp>
        <p:nvGrpSpPr>
          <p:cNvPr id="16" name="Group 15">
            <a:extLst>
              <a:ext uri="{FF2B5EF4-FFF2-40B4-BE49-F238E27FC236}">
                <a16:creationId xmlns:a16="http://schemas.microsoft.com/office/drawing/2014/main" id="{B10D3D86-730F-50CB-1171-A3A7CC173FA7}"/>
              </a:ext>
            </a:extLst>
          </p:cNvPr>
          <p:cNvGrpSpPr/>
          <p:nvPr/>
        </p:nvGrpSpPr>
        <p:grpSpPr>
          <a:xfrm>
            <a:off x="380999" y="304800"/>
            <a:ext cx="1494599" cy="406032"/>
            <a:chOff x="55677" y="311884"/>
            <a:chExt cx="6650992" cy="1806849"/>
          </a:xfrm>
          <a:solidFill>
            <a:schemeClr val="bg2"/>
          </a:solidFill>
        </p:grpSpPr>
        <p:sp>
          <p:nvSpPr>
            <p:cNvPr id="17" name="Freeform 16">
              <a:extLst>
                <a:ext uri="{FF2B5EF4-FFF2-40B4-BE49-F238E27FC236}">
                  <a16:creationId xmlns:a16="http://schemas.microsoft.com/office/drawing/2014/main" id="{3F51AD05-FBDF-8FFF-4112-2E40DFFFC623}"/>
                </a:ext>
              </a:extLst>
            </p:cNvPr>
            <p:cNvSpPr/>
            <p:nvPr/>
          </p:nvSpPr>
          <p:spPr>
            <a:xfrm>
              <a:off x="821884" y="972782"/>
              <a:ext cx="537334" cy="535704"/>
            </a:xfrm>
            <a:custGeom>
              <a:avLst/>
              <a:gdLst>
                <a:gd name="connsiteX0" fmla="*/ 195950 w 537334"/>
                <a:gd name="connsiteY0" fmla="*/ 267535 h 535704"/>
                <a:gd name="connsiteX1" fmla="*/ 268592 w 537334"/>
                <a:gd name="connsiteY1" fmla="*/ 195114 h 535704"/>
                <a:gd name="connsiteX2" fmla="*/ 341233 w 537334"/>
                <a:gd name="connsiteY2" fmla="*/ 267535 h 535704"/>
                <a:gd name="connsiteX3" fmla="*/ 268592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2" y="195114"/>
                  </a:cubicBezTo>
                  <a:cubicBezTo>
                    <a:pt x="308710" y="195114"/>
                    <a:pt x="341233" y="227538"/>
                    <a:pt x="341233" y="267535"/>
                  </a:cubicBezTo>
                  <a:cubicBezTo>
                    <a:pt x="341233" y="307532"/>
                    <a:pt x="308710" y="339956"/>
                    <a:pt x="268592" y="339956"/>
                  </a:cubicBezTo>
                  <a:cubicBezTo>
                    <a:pt x="228495" y="339904"/>
                    <a:pt x="196003" y="307510"/>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1" i="0">
                <a:latin typeface="Tenorite" pitchFamily="2" charset="0"/>
              </a:endParaRPr>
            </a:p>
          </p:txBody>
        </p:sp>
        <p:sp>
          <p:nvSpPr>
            <p:cNvPr id="18" name="Freeform 17">
              <a:extLst>
                <a:ext uri="{FF2B5EF4-FFF2-40B4-BE49-F238E27FC236}">
                  <a16:creationId xmlns:a16="http://schemas.microsoft.com/office/drawing/2014/main" id="{4C89FBD5-8B92-F2F1-805F-D81EBCDD4ED2}"/>
                </a:ext>
              </a:extLst>
            </p:cNvPr>
            <p:cNvSpPr/>
            <p:nvPr/>
          </p:nvSpPr>
          <p:spPr>
            <a:xfrm>
              <a:off x="55677" y="972782"/>
              <a:ext cx="537334" cy="535704"/>
            </a:xfrm>
            <a:custGeom>
              <a:avLst/>
              <a:gdLst>
                <a:gd name="connsiteX0" fmla="*/ 195950 w 537334"/>
                <a:gd name="connsiteY0" fmla="*/ 267535 h 535704"/>
                <a:gd name="connsiteX1" fmla="*/ 268591 w 537334"/>
                <a:gd name="connsiteY1" fmla="*/ 195114 h 535704"/>
                <a:gd name="connsiteX2" fmla="*/ 341232 w 537334"/>
                <a:gd name="connsiteY2" fmla="*/ 267535 h 535704"/>
                <a:gd name="connsiteX3" fmla="*/ 268591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1" y="195114"/>
                  </a:cubicBezTo>
                  <a:cubicBezTo>
                    <a:pt x="308710" y="195114"/>
                    <a:pt x="341232" y="227538"/>
                    <a:pt x="341232" y="267535"/>
                  </a:cubicBezTo>
                  <a:cubicBezTo>
                    <a:pt x="341232" y="307532"/>
                    <a:pt x="308710" y="339956"/>
                    <a:pt x="268591" y="339956"/>
                  </a:cubicBezTo>
                  <a:cubicBezTo>
                    <a:pt x="228473" y="339956"/>
                    <a:pt x="195950" y="307532"/>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1" i="0">
                <a:latin typeface="Tenorite" pitchFamily="2" charset="0"/>
              </a:endParaRPr>
            </a:p>
          </p:txBody>
        </p:sp>
        <p:sp>
          <p:nvSpPr>
            <p:cNvPr id="19" name="Freeform 18">
              <a:extLst>
                <a:ext uri="{FF2B5EF4-FFF2-40B4-BE49-F238E27FC236}">
                  <a16:creationId xmlns:a16="http://schemas.microsoft.com/office/drawing/2014/main" id="{CDC2E92C-A45F-ABAA-B0EA-1722C0DC397F}"/>
                </a:ext>
              </a:extLst>
            </p:cNvPr>
            <p:cNvSpPr/>
            <p:nvPr/>
          </p:nvSpPr>
          <p:spPr>
            <a:xfrm>
              <a:off x="1633122" y="516712"/>
              <a:ext cx="655673" cy="969280"/>
            </a:xfrm>
            <a:custGeom>
              <a:avLst/>
              <a:gdLst>
                <a:gd name="connsiteX0" fmla="*/ 655598 w 655673"/>
                <a:gd name="connsiteY0" fmla="*/ 635619 h 969280"/>
                <a:gd name="connsiteX1" fmla="*/ 337710 w 655673"/>
                <a:gd name="connsiteY1" fmla="*/ 302180 h 969280"/>
                <a:gd name="connsiteX2" fmla="*/ 138637 w 655673"/>
                <a:gd name="connsiteY2" fmla="*/ 394153 h 969280"/>
                <a:gd name="connsiteX3" fmla="*/ 138637 w 655673"/>
                <a:gd name="connsiteY3" fmla="*/ -222 h 969280"/>
                <a:gd name="connsiteX4" fmla="*/ -76 w 655673"/>
                <a:gd name="connsiteY4" fmla="*/ -222 h 969280"/>
                <a:gd name="connsiteX5" fmla="*/ -76 w 655673"/>
                <a:gd name="connsiteY5" fmla="*/ 952542 h 969280"/>
                <a:gd name="connsiteX6" fmla="*/ 138637 w 655673"/>
                <a:gd name="connsiteY6" fmla="*/ 952542 h 969280"/>
                <a:gd name="connsiteX7" fmla="*/ 138637 w 655673"/>
                <a:gd name="connsiteY7" fmla="*/ 877085 h 969280"/>
                <a:gd name="connsiteX8" fmla="*/ 337710 w 655673"/>
                <a:gd name="connsiteY8" fmla="*/ 969058 h 969280"/>
                <a:gd name="connsiteX9" fmla="*/ 655598 w 655673"/>
                <a:gd name="connsiteY9" fmla="*/ 635619 h 969280"/>
                <a:gd name="connsiteX10" fmla="*/ 512791 w 655673"/>
                <a:gd name="connsiteY10" fmla="*/ 635619 h 969280"/>
                <a:gd name="connsiteX11" fmla="*/ 321049 w 655673"/>
                <a:gd name="connsiteY11" fmla="*/ 838738 h 969280"/>
                <a:gd name="connsiteX12" fmla="*/ 129212 w 655673"/>
                <a:gd name="connsiteY12" fmla="*/ 635619 h 969280"/>
                <a:gd name="connsiteX13" fmla="*/ 321049 w 655673"/>
                <a:gd name="connsiteY13" fmla="*/ 432499 h 969280"/>
                <a:gd name="connsiteX14" fmla="*/ 512791 w 655673"/>
                <a:gd name="connsiteY14" fmla="*/ 635619 h 96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5673" h="969280">
                  <a:moveTo>
                    <a:pt x="655598" y="635619"/>
                  </a:moveTo>
                  <a:cubicBezTo>
                    <a:pt x="655598" y="441801"/>
                    <a:pt x="515552" y="302180"/>
                    <a:pt x="337710" y="302180"/>
                  </a:cubicBezTo>
                  <a:cubicBezTo>
                    <a:pt x="246789" y="302180"/>
                    <a:pt x="183098" y="338532"/>
                    <a:pt x="138637" y="394153"/>
                  </a:cubicBezTo>
                  <a:lnTo>
                    <a:pt x="138637" y="-222"/>
                  </a:lnTo>
                  <a:lnTo>
                    <a:pt x="-76" y="-222"/>
                  </a:lnTo>
                  <a:lnTo>
                    <a:pt x="-76" y="952542"/>
                  </a:lnTo>
                  <a:lnTo>
                    <a:pt x="138637" y="952542"/>
                  </a:lnTo>
                  <a:lnTo>
                    <a:pt x="138637" y="877085"/>
                  </a:lnTo>
                  <a:cubicBezTo>
                    <a:pt x="183098" y="932705"/>
                    <a:pt x="246789" y="969058"/>
                    <a:pt x="337710" y="969058"/>
                  </a:cubicBezTo>
                  <a:cubicBezTo>
                    <a:pt x="515552" y="969058"/>
                    <a:pt x="655598" y="829437"/>
                    <a:pt x="655598" y="635619"/>
                  </a:cubicBezTo>
                  <a:moveTo>
                    <a:pt x="512791" y="635619"/>
                  </a:moveTo>
                  <a:cubicBezTo>
                    <a:pt x="512791" y="746765"/>
                    <a:pt x="440435" y="838738"/>
                    <a:pt x="321049" y="838738"/>
                  </a:cubicBezTo>
                  <a:cubicBezTo>
                    <a:pt x="206804" y="838738"/>
                    <a:pt x="129212" y="751416"/>
                    <a:pt x="129212" y="635619"/>
                  </a:cubicBezTo>
                  <a:cubicBezTo>
                    <a:pt x="129212" y="519821"/>
                    <a:pt x="206899" y="432499"/>
                    <a:pt x="321049" y="432499"/>
                  </a:cubicBezTo>
                  <a:cubicBezTo>
                    <a:pt x="440435" y="432499"/>
                    <a:pt x="512791" y="524472"/>
                    <a:pt x="512791" y="635619"/>
                  </a:cubicBezTo>
                </a:path>
              </a:pathLst>
            </a:custGeom>
            <a:grpFill/>
            <a:ln w="9511" cap="flat">
              <a:noFill/>
              <a:prstDash val="solid"/>
              <a:miter/>
            </a:ln>
          </p:spPr>
          <p:txBody>
            <a:bodyPr rtlCol="0" anchor="ctr"/>
            <a:lstStyle/>
            <a:p>
              <a:endParaRPr lang="en-US" b="1" i="0">
                <a:latin typeface="Tenorite" pitchFamily="2" charset="0"/>
              </a:endParaRPr>
            </a:p>
          </p:txBody>
        </p:sp>
        <p:sp>
          <p:nvSpPr>
            <p:cNvPr id="20" name="Freeform 19">
              <a:extLst>
                <a:ext uri="{FF2B5EF4-FFF2-40B4-BE49-F238E27FC236}">
                  <a16:creationId xmlns:a16="http://schemas.microsoft.com/office/drawing/2014/main" id="{406D8894-DEA3-F652-76DE-05E4EB52AF75}"/>
                </a:ext>
              </a:extLst>
            </p:cNvPr>
            <p:cNvSpPr/>
            <p:nvPr/>
          </p:nvSpPr>
          <p:spPr>
            <a:xfrm>
              <a:off x="2403803" y="643804"/>
              <a:ext cx="423565" cy="842282"/>
            </a:xfrm>
            <a:custGeom>
              <a:avLst/>
              <a:gdLst>
                <a:gd name="connsiteX0" fmla="*/ 382837 w 423565"/>
                <a:gd name="connsiteY0" fmla="*/ 317366 h 842282"/>
                <a:gd name="connsiteX1" fmla="*/ 382837 w 423565"/>
                <a:gd name="connsiteY1" fmla="*/ 191603 h 842282"/>
                <a:gd name="connsiteX2" fmla="*/ 139303 w 423565"/>
                <a:gd name="connsiteY2" fmla="*/ 191603 h 842282"/>
                <a:gd name="connsiteX3" fmla="*/ 139303 w 423565"/>
                <a:gd name="connsiteY3" fmla="*/ -222 h 842282"/>
                <a:gd name="connsiteX4" fmla="*/ -76 w 423565"/>
                <a:gd name="connsiteY4" fmla="*/ -222 h 842282"/>
                <a:gd name="connsiteX5" fmla="*/ -76 w 423565"/>
                <a:gd name="connsiteY5" fmla="*/ 595944 h 842282"/>
                <a:gd name="connsiteX6" fmla="*/ 228415 w 423565"/>
                <a:gd name="connsiteY6" fmla="*/ 842060 h 842282"/>
                <a:gd name="connsiteX7" fmla="*/ 423489 w 423565"/>
                <a:gd name="connsiteY7" fmla="*/ 779226 h 842282"/>
                <a:gd name="connsiteX8" fmla="*/ 368461 w 423565"/>
                <a:gd name="connsiteY8" fmla="*/ 668744 h 842282"/>
                <a:gd name="connsiteX9" fmla="*/ 240316 w 423565"/>
                <a:gd name="connsiteY9" fmla="*/ 711741 h 842282"/>
                <a:gd name="connsiteX10" fmla="*/ 139494 w 423565"/>
                <a:gd name="connsiteY10" fmla="*/ 593286 h 842282"/>
                <a:gd name="connsiteX11" fmla="*/ 139494 w 423565"/>
                <a:gd name="connsiteY11" fmla="*/ 317366 h 8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3565" h="842282">
                  <a:moveTo>
                    <a:pt x="382837" y="317366"/>
                  </a:moveTo>
                  <a:lnTo>
                    <a:pt x="382837" y="191603"/>
                  </a:lnTo>
                  <a:lnTo>
                    <a:pt x="139303" y="191603"/>
                  </a:lnTo>
                  <a:lnTo>
                    <a:pt x="139303" y="-222"/>
                  </a:lnTo>
                  <a:lnTo>
                    <a:pt x="-76" y="-222"/>
                  </a:lnTo>
                  <a:lnTo>
                    <a:pt x="-76" y="595944"/>
                  </a:lnTo>
                  <a:cubicBezTo>
                    <a:pt x="-76" y="764704"/>
                    <a:pt x="84180" y="842060"/>
                    <a:pt x="228415" y="842060"/>
                  </a:cubicBezTo>
                  <a:cubicBezTo>
                    <a:pt x="298354" y="841491"/>
                    <a:pt x="366437" y="819561"/>
                    <a:pt x="423489" y="779226"/>
                  </a:cubicBezTo>
                  <a:lnTo>
                    <a:pt x="368461" y="668744"/>
                  </a:lnTo>
                  <a:cubicBezTo>
                    <a:pt x="330379" y="692568"/>
                    <a:pt x="283443" y="711741"/>
                    <a:pt x="240316" y="711741"/>
                  </a:cubicBezTo>
                  <a:cubicBezTo>
                    <a:pt x="184621" y="711741"/>
                    <a:pt x="139494" y="677951"/>
                    <a:pt x="139494" y="593286"/>
                  </a:cubicBezTo>
                  <a:lnTo>
                    <a:pt x="139494" y="317366"/>
                  </a:lnTo>
                  <a:close/>
                </a:path>
              </a:pathLst>
            </a:custGeom>
            <a:grpFill/>
            <a:ln w="9511" cap="flat">
              <a:noFill/>
              <a:prstDash val="solid"/>
              <a:miter/>
            </a:ln>
          </p:spPr>
          <p:txBody>
            <a:bodyPr rtlCol="0" anchor="ctr"/>
            <a:lstStyle/>
            <a:p>
              <a:endParaRPr lang="en-US" b="1" i="0">
                <a:latin typeface="Tenorite" pitchFamily="2" charset="0"/>
              </a:endParaRPr>
            </a:p>
          </p:txBody>
        </p:sp>
        <p:sp>
          <p:nvSpPr>
            <p:cNvPr id="21" name="Freeform 20">
              <a:extLst>
                <a:ext uri="{FF2B5EF4-FFF2-40B4-BE49-F238E27FC236}">
                  <a16:creationId xmlns:a16="http://schemas.microsoft.com/office/drawing/2014/main" id="{10CB0383-B770-C9A4-CCAA-AE84B5C5317F}"/>
                </a:ext>
              </a:extLst>
            </p:cNvPr>
            <p:cNvSpPr/>
            <p:nvPr/>
          </p:nvSpPr>
          <p:spPr>
            <a:xfrm>
              <a:off x="2926571" y="819728"/>
              <a:ext cx="562087" cy="665599"/>
            </a:xfrm>
            <a:custGeom>
              <a:avLst/>
              <a:gdLst>
                <a:gd name="connsiteX0" fmla="*/ 509649 w 562087"/>
                <a:gd name="connsiteY0" fmla="*/ 46621 h 665599"/>
                <a:gd name="connsiteX1" fmla="*/ 288680 w 562087"/>
                <a:gd name="connsiteY1" fmla="*/ -172 h 665599"/>
                <a:gd name="connsiteX2" fmla="*/ 25915 w 562087"/>
                <a:gd name="connsiteY2" fmla="*/ 202947 h 665599"/>
                <a:gd name="connsiteX3" fmla="*/ 241553 w 562087"/>
                <a:gd name="connsiteY3" fmla="*/ 388887 h 665599"/>
                <a:gd name="connsiteX4" fmla="*/ 308196 w 562087"/>
                <a:gd name="connsiteY4" fmla="*/ 397430 h 665599"/>
                <a:gd name="connsiteX5" fmla="*/ 418348 w 562087"/>
                <a:gd name="connsiteY5" fmla="*/ 467573 h 665599"/>
                <a:gd name="connsiteX6" fmla="*/ 273732 w 562087"/>
                <a:gd name="connsiteY6" fmla="*/ 545024 h 665599"/>
                <a:gd name="connsiteX7" fmla="*/ 64282 w 562087"/>
                <a:gd name="connsiteY7" fmla="*/ 480196 h 665599"/>
                <a:gd name="connsiteX8" fmla="*/ -76 w 562087"/>
                <a:gd name="connsiteY8" fmla="*/ 584034 h 665599"/>
                <a:gd name="connsiteX9" fmla="*/ 272685 w 562087"/>
                <a:gd name="connsiteY9" fmla="*/ 665377 h 665599"/>
                <a:gd name="connsiteX10" fmla="*/ 562012 w 562087"/>
                <a:gd name="connsiteY10" fmla="*/ 458271 h 665599"/>
                <a:gd name="connsiteX11" fmla="*/ 341042 w 562087"/>
                <a:gd name="connsiteY11" fmla="*/ 271097 h 665599"/>
                <a:gd name="connsiteX12" fmla="*/ 275351 w 562087"/>
                <a:gd name="connsiteY12" fmla="*/ 261131 h 665599"/>
                <a:gd name="connsiteX13" fmla="*/ 170626 w 562087"/>
                <a:gd name="connsiteY13" fmla="*/ 195639 h 665599"/>
                <a:gd name="connsiteX14" fmla="*/ 290774 w 562087"/>
                <a:gd name="connsiteY14" fmla="*/ 120276 h 665599"/>
                <a:gd name="connsiteX15" fmla="*/ 461095 w 562087"/>
                <a:gd name="connsiteY15" fmla="*/ 160805 h 665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2087" h="665599">
                  <a:moveTo>
                    <a:pt x="509649" y="46621"/>
                  </a:moveTo>
                  <a:cubicBezTo>
                    <a:pt x="440427" y="14752"/>
                    <a:pt x="364919" y="-1238"/>
                    <a:pt x="288680" y="-172"/>
                  </a:cubicBezTo>
                  <a:cubicBezTo>
                    <a:pt x="126832" y="-172"/>
                    <a:pt x="25915" y="77943"/>
                    <a:pt x="25915" y="202947"/>
                  </a:cubicBezTo>
                  <a:cubicBezTo>
                    <a:pt x="25915" y="305456"/>
                    <a:pt x="100270" y="369620"/>
                    <a:pt x="241553" y="388887"/>
                  </a:cubicBezTo>
                  <a:lnTo>
                    <a:pt x="308196" y="397430"/>
                  </a:lnTo>
                  <a:cubicBezTo>
                    <a:pt x="384360" y="408060"/>
                    <a:pt x="418348" y="431220"/>
                    <a:pt x="418348" y="467573"/>
                  </a:cubicBezTo>
                  <a:cubicBezTo>
                    <a:pt x="418348" y="515031"/>
                    <a:pt x="369318" y="545024"/>
                    <a:pt x="273732" y="545024"/>
                  </a:cubicBezTo>
                  <a:cubicBezTo>
                    <a:pt x="170816" y="545024"/>
                    <a:pt x="109124" y="515220"/>
                    <a:pt x="64282" y="480196"/>
                  </a:cubicBezTo>
                  <a:lnTo>
                    <a:pt x="-76" y="584034"/>
                  </a:lnTo>
                  <a:cubicBezTo>
                    <a:pt x="92177" y="652848"/>
                    <a:pt x="207660" y="665377"/>
                    <a:pt x="272685" y="665377"/>
                  </a:cubicBezTo>
                  <a:cubicBezTo>
                    <a:pt x="455859" y="665377"/>
                    <a:pt x="562012" y="579953"/>
                    <a:pt x="562012" y="458271"/>
                  </a:cubicBezTo>
                  <a:cubicBezTo>
                    <a:pt x="562012" y="349782"/>
                    <a:pt x="479755" y="291599"/>
                    <a:pt x="341042" y="271097"/>
                  </a:cubicBezTo>
                  <a:lnTo>
                    <a:pt x="275351" y="261131"/>
                  </a:lnTo>
                  <a:cubicBezTo>
                    <a:pt x="216895" y="252588"/>
                    <a:pt x="170626" y="240629"/>
                    <a:pt x="170626" y="195639"/>
                  </a:cubicBezTo>
                  <a:cubicBezTo>
                    <a:pt x="170626" y="150649"/>
                    <a:pt x="214420" y="120276"/>
                    <a:pt x="290774" y="120276"/>
                  </a:cubicBezTo>
                  <a:cubicBezTo>
                    <a:pt x="349796" y="121531"/>
                    <a:pt x="407867" y="135350"/>
                    <a:pt x="461095" y="160805"/>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22" name="Freeform 21">
              <a:extLst>
                <a:ext uri="{FF2B5EF4-FFF2-40B4-BE49-F238E27FC236}">
                  <a16:creationId xmlns:a16="http://schemas.microsoft.com/office/drawing/2014/main" id="{11A628B9-3A4B-92EA-D8A3-E734EC2FB842}"/>
                </a:ext>
              </a:extLst>
            </p:cNvPr>
            <p:cNvSpPr/>
            <p:nvPr/>
          </p:nvSpPr>
          <p:spPr>
            <a:xfrm>
              <a:off x="433544" y="311884"/>
              <a:ext cx="537334" cy="535704"/>
            </a:xfrm>
            <a:custGeom>
              <a:avLst/>
              <a:gdLst>
                <a:gd name="connsiteX0" fmla="*/ 268591 w 537334"/>
                <a:gd name="connsiteY0" fmla="*/ -222 h 535704"/>
                <a:gd name="connsiteX1" fmla="*/ -76 w 537334"/>
                <a:gd name="connsiteY1" fmla="*/ 267630 h 535704"/>
                <a:gd name="connsiteX2" fmla="*/ 268591 w 537334"/>
                <a:gd name="connsiteY2" fmla="*/ 535483 h 535704"/>
                <a:gd name="connsiteX3" fmla="*/ 537259 w 537334"/>
                <a:gd name="connsiteY3" fmla="*/ 267630 h 535704"/>
                <a:gd name="connsiteX4" fmla="*/ 537259 w 537334"/>
                <a:gd name="connsiteY4" fmla="*/ 267535 h 535704"/>
                <a:gd name="connsiteX5" fmla="*/ 268687 w 537334"/>
                <a:gd name="connsiteY5" fmla="*/ -222 h 535704"/>
                <a:gd name="connsiteX6" fmla="*/ 268591 w 537334"/>
                <a:gd name="connsiteY6" fmla="*/ -222 h 535704"/>
                <a:gd name="connsiteX7" fmla="*/ 268591 w 537334"/>
                <a:gd name="connsiteY7" fmla="*/ 339956 h 535704"/>
                <a:gd name="connsiteX8" fmla="*/ 195950 w 537334"/>
                <a:gd name="connsiteY8" fmla="*/ 267535 h 535704"/>
                <a:gd name="connsiteX9" fmla="*/ 268591 w 537334"/>
                <a:gd name="connsiteY9" fmla="*/ 195114 h 535704"/>
                <a:gd name="connsiteX10" fmla="*/ 341232 w 537334"/>
                <a:gd name="connsiteY10" fmla="*/ 267535 h 535704"/>
                <a:gd name="connsiteX11" fmla="*/ 268591 w 537334"/>
                <a:gd name="connsiteY11" fmla="*/ 339956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268591" y="-222"/>
                  </a:moveTo>
                  <a:cubicBezTo>
                    <a:pt x="120210" y="-222"/>
                    <a:pt x="-76" y="119699"/>
                    <a:pt x="-76" y="267630"/>
                  </a:cubicBezTo>
                  <a:cubicBezTo>
                    <a:pt x="-76" y="415561"/>
                    <a:pt x="120210" y="535483"/>
                    <a:pt x="268591" y="535483"/>
                  </a:cubicBezTo>
                  <a:cubicBezTo>
                    <a:pt x="416972" y="535483"/>
                    <a:pt x="537259" y="415561"/>
                    <a:pt x="537259" y="267630"/>
                  </a:cubicBezTo>
                  <a:cubicBezTo>
                    <a:pt x="537259" y="267599"/>
                    <a:pt x="537259" y="267567"/>
                    <a:pt x="537259" y="267535"/>
                  </a:cubicBezTo>
                  <a:cubicBezTo>
                    <a:pt x="537259" y="119657"/>
                    <a:pt x="417015" y="-222"/>
                    <a:pt x="268687" y="-222"/>
                  </a:cubicBezTo>
                  <a:cubicBezTo>
                    <a:pt x="268655" y="-222"/>
                    <a:pt x="268623" y="-222"/>
                    <a:pt x="268591" y="-222"/>
                  </a:cubicBezTo>
                  <a:close/>
                  <a:moveTo>
                    <a:pt x="268591" y="339956"/>
                  </a:moveTo>
                  <a:cubicBezTo>
                    <a:pt x="228473" y="339956"/>
                    <a:pt x="195950" y="307532"/>
                    <a:pt x="195950" y="267535"/>
                  </a:cubicBezTo>
                  <a:cubicBezTo>
                    <a:pt x="195950" y="227538"/>
                    <a:pt x="228473" y="195114"/>
                    <a:pt x="268591" y="195114"/>
                  </a:cubicBezTo>
                  <a:cubicBezTo>
                    <a:pt x="308710" y="195114"/>
                    <a:pt x="341232" y="227538"/>
                    <a:pt x="341232" y="267535"/>
                  </a:cubicBezTo>
                  <a:cubicBezTo>
                    <a:pt x="341232" y="307532"/>
                    <a:pt x="308710" y="339956"/>
                    <a:pt x="268591" y="339956"/>
                  </a:cubicBezTo>
                  <a:close/>
                </a:path>
              </a:pathLst>
            </a:custGeom>
            <a:solidFill>
              <a:schemeClr val="accent2"/>
            </a:solidFill>
            <a:ln w="9511" cap="flat">
              <a:noFill/>
              <a:prstDash val="solid"/>
              <a:miter/>
            </a:ln>
          </p:spPr>
          <p:txBody>
            <a:bodyPr rtlCol="0" anchor="ctr"/>
            <a:lstStyle/>
            <a:p>
              <a:endParaRPr lang="en-US" b="1" i="0">
                <a:latin typeface="Tenorite" pitchFamily="2" charset="0"/>
              </a:endParaRPr>
            </a:p>
          </p:txBody>
        </p:sp>
        <p:sp>
          <p:nvSpPr>
            <p:cNvPr id="23" name="Freeform 22">
              <a:extLst>
                <a:ext uri="{FF2B5EF4-FFF2-40B4-BE49-F238E27FC236}">
                  <a16:creationId xmlns:a16="http://schemas.microsoft.com/office/drawing/2014/main" id="{43532CFE-6DDF-8161-B13B-7DF49A1EEDBC}"/>
                </a:ext>
              </a:extLst>
            </p:cNvPr>
            <p:cNvSpPr/>
            <p:nvPr/>
          </p:nvSpPr>
          <p:spPr>
            <a:xfrm>
              <a:off x="1633122" y="1718208"/>
              <a:ext cx="241914" cy="313928"/>
            </a:xfrm>
            <a:custGeom>
              <a:avLst/>
              <a:gdLst>
                <a:gd name="connsiteX0" fmla="*/ 125499 w 241914"/>
                <a:gd name="connsiteY0" fmla="*/ 33041 h 313928"/>
                <a:gd name="connsiteX1" fmla="*/ 46193 w 241914"/>
                <a:gd name="connsiteY1" fmla="*/ 88282 h 313928"/>
                <a:gd name="connsiteX2" fmla="*/ 116930 w 241914"/>
                <a:gd name="connsiteY2" fmla="*/ 137923 h 313928"/>
                <a:gd name="connsiteX3" fmla="*/ 146063 w 241914"/>
                <a:gd name="connsiteY3" fmla="*/ 141339 h 313928"/>
                <a:gd name="connsiteX4" fmla="*/ 241839 w 241914"/>
                <a:gd name="connsiteY4" fmla="*/ 221733 h 313928"/>
                <a:gd name="connsiteX5" fmla="*/ 120453 w 241914"/>
                <a:gd name="connsiteY5" fmla="*/ 313707 h 313928"/>
                <a:gd name="connsiteX6" fmla="*/ -76 w 241914"/>
                <a:gd name="connsiteY6" fmla="*/ 274412 h 313928"/>
                <a:gd name="connsiteX7" fmla="*/ 18965 w 241914"/>
                <a:gd name="connsiteY7" fmla="*/ 246411 h 313928"/>
                <a:gd name="connsiteX8" fmla="*/ 119882 w 241914"/>
                <a:gd name="connsiteY8" fmla="*/ 280486 h 313928"/>
                <a:gd name="connsiteX9" fmla="*/ 204899 w 241914"/>
                <a:gd name="connsiteY9" fmla="*/ 224866 h 313928"/>
                <a:gd name="connsiteX10" fmla="*/ 130640 w 241914"/>
                <a:gd name="connsiteY10" fmla="*/ 174845 h 313928"/>
                <a:gd name="connsiteX11" fmla="*/ 99794 w 241914"/>
                <a:gd name="connsiteY11" fmla="*/ 171333 h 313928"/>
                <a:gd name="connsiteX12" fmla="*/ 9254 w 241914"/>
                <a:gd name="connsiteY12" fmla="*/ 90465 h 313928"/>
                <a:gd name="connsiteX13" fmla="*/ 125404 w 241914"/>
                <a:gd name="connsiteY13" fmla="*/ -180 h 313928"/>
                <a:gd name="connsiteX14" fmla="*/ 235650 w 241914"/>
                <a:gd name="connsiteY14" fmla="*/ 33231 h 313928"/>
                <a:gd name="connsiteX15" fmla="*/ 217657 w 241914"/>
                <a:gd name="connsiteY15" fmla="*/ 61705 h 313928"/>
                <a:gd name="connsiteX16" fmla="*/ 125499 w 241914"/>
                <a:gd name="connsiteY16" fmla="*/ 33041 h 313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1914" h="313928">
                  <a:moveTo>
                    <a:pt x="125499" y="33041"/>
                  </a:moveTo>
                  <a:cubicBezTo>
                    <a:pt x="79229" y="33041"/>
                    <a:pt x="46193" y="54017"/>
                    <a:pt x="46193" y="88282"/>
                  </a:cubicBezTo>
                  <a:cubicBezTo>
                    <a:pt x="46193" y="116756"/>
                    <a:pt x="68947" y="132417"/>
                    <a:pt x="116930" y="137923"/>
                  </a:cubicBezTo>
                  <a:lnTo>
                    <a:pt x="146063" y="141339"/>
                  </a:lnTo>
                  <a:cubicBezTo>
                    <a:pt x="196712" y="147699"/>
                    <a:pt x="241839" y="168486"/>
                    <a:pt x="241839" y="221733"/>
                  </a:cubicBezTo>
                  <a:cubicBezTo>
                    <a:pt x="241839" y="282100"/>
                    <a:pt x="186620" y="313707"/>
                    <a:pt x="120453" y="313707"/>
                  </a:cubicBezTo>
                  <a:cubicBezTo>
                    <a:pt x="76183" y="313707"/>
                    <a:pt x="28390" y="298235"/>
                    <a:pt x="-76" y="274412"/>
                  </a:cubicBezTo>
                  <a:lnTo>
                    <a:pt x="18965" y="246411"/>
                  </a:lnTo>
                  <a:cubicBezTo>
                    <a:pt x="47973" y="268445"/>
                    <a:pt x="83414" y="280412"/>
                    <a:pt x="119882" y="280486"/>
                  </a:cubicBezTo>
                  <a:cubicBezTo>
                    <a:pt x="167484" y="280486"/>
                    <a:pt x="204899" y="261503"/>
                    <a:pt x="204899" y="224866"/>
                  </a:cubicBezTo>
                  <a:cubicBezTo>
                    <a:pt x="204899" y="195157"/>
                    <a:pt x="179099" y="180255"/>
                    <a:pt x="130640" y="174845"/>
                  </a:cubicBezTo>
                  <a:lnTo>
                    <a:pt x="99794" y="171333"/>
                  </a:lnTo>
                  <a:cubicBezTo>
                    <a:pt x="47431" y="165448"/>
                    <a:pt x="9254" y="141150"/>
                    <a:pt x="9254" y="90465"/>
                  </a:cubicBezTo>
                  <a:cubicBezTo>
                    <a:pt x="9254" y="32376"/>
                    <a:pt x="61236" y="-180"/>
                    <a:pt x="125404" y="-180"/>
                  </a:cubicBezTo>
                  <a:cubicBezTo>
                    <a:pt x="164782" y="-1022"/>
                    <a:pt x="203404" y="10682"/>
                    <a:pt x="235650" y="33231"/>
                  </a:cubicBezTo>
                  <a:lnTo>
                    <a:pt x="217657" y="61705"/>
                  </a:lnTo>
                  <a:cubicBezTo>
                    <a:pt x="190605" y="42971"/>
                    <a:pt x="158437" y="32966"/>
                    <a:pt x="125499" y="33041"/>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24" name="Freeform 23">
              <a:extLst>
                <a:ext uri="{FF2B5EF4-FFF2-40B4-BE49-F238E27FC236}">
                  <a16:creationId xmlns:a16="http://schemas.microsoft.com/office/drawing/2014/main" id="{86EEFADB-A2C5-42D6-96BC-DE76E518AA96}"/>
                </a:ext>
              </a:extLst>
            </p:cNvPr>
            <p:cNvSpPr/>
            <p:nvPr/>
          </p:nvSpPr>
          <p:spPr>
            <a:xfrm>
              <a:off x="1910358" y="1755458"/>
              <a:ext cx="178127" cy="276685"/>
            </a:xfrm>
            <a:custGeom>
              <a:avLst/>
              <a:gdLst>
                <a:gd name="connsiteX0" fmla="*/ 77897 w 178127"/>
                <a:gd name="connsiteY0" fmla="*/ 94978 h 276685"/>
                <a:gd name="connsiteX1" fmla="*/ 77897 w 178127"/>
                <a:gd name="connsiteY1" fmla="*/ 199386 h 276685"/>
                <a:gd name="connsiteX2" fmla="*/ 119120 w 178127"/>
                <a:gd name="connsiteY2" fmla="*/ 245894 h 276685"/>
                <a:gd name="connsiteX3" fmla="*/ 162724 w 178127"/>
                <a:gd name="connsiteY3" fmla="*/ 231277 h 276685"/>
                <a:gd name="connsiteX4" fmla="*/ 178052 w 178127"/>
                <a:gd name="connsiteY4" fmla="*/ 255955 h 276685"/>
                <a:gd name="connsiteX5" fmla="*/ 116454 w 178127"/>
                <a:gd name="connsiteY5" fmla="*/ 276457 h 276685"/>
                <a:gd name="connsiteX6" fmla="*/ 45241 w 178127"/>
                <a:gd name="connsiteY6" fmla="*/ 200525 h 276685"/>
                <a:gd name="connsiteX7" fmla="*/ 45241 w 178127"/>
                <a:gd name="connsiteY7" fmla="*/ 94978 h 276685"/>
                <a:gd name="connsiteX8" fmla="*/ -76 w 178127"/>
                <a:gd name="connsiteY8" fmla="*/ 94978 h 276685"/>
                <a:gd name="connsiteX9" fmla="*/ -76 w 178127"/>
                <a:gd name="connsiteY9" fmla="*/ 65460 h 276685"/>
                <a:gd name="connsiteX10" fmla="*/ 45241 w 178127"/>
                <a:gd name="connsiteY10" fmla="*/ 65460 h 276685"/>
                <a:gd name="connsiteX11" fmla="*/ 45241 w 178127"/>
                <a:gd name="connsiteY11" fmla="*/ -222 h 276685"/>
                <a:gd name="connsiteX12" fmla="*/ 77897 w 178127"/>
                <a:gd name="connsiteY12" fmla="*/ -222 h 276685"/>
                <a:gd name="connsiteX13" fmla="*/ 77897 w 178127"/>
                <a:gd name="connsiteY13" fmla="*/ 65460 h 276685"/>
                <a:gd name="connsiteX14" fmla="*/ 167484 w 178127"/>
                <a:gd name="connsiteY14" fmla="*/ 65460 h 276685"/>
                <a:gd name="connsiteX15" fmla="*/ 167484 w 178127"/>
                <a:gd name="connsiteY15" fmla="*/ 94978 h 2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8127" h="276685">
                  <a:moveTo>
                    <a:pt x="77897" y="94978"/>
                  </a:moveTo>
                  <a:lnTo>
                    <a:pt x="77897" y="199386"/>
                  </a:lnTo>
                  <a:cubicBezTo>
                    <a:pt x="77897" y="231657"/>
                    <a:pt x="95224" y="245894"/>
                    <a:pt x="119120" y="245894"/>
                  </a:cubicBezTo>
                  <a:cubicBezTo>
                    <a:pt x="134818" y="245619"/>
                    <a:pt x="150048" y="240514"/>
                    <a:pt x="162724" y="231277"/>
                  </a:cubicBezTo>
                  <a:lnTo>
                    <a:pt x="178052" y="255955"/>
                  </a:lnTo>
                  <a:cubicBezTo>
                    <a:pt x="160401" y="269472"/>
                    <a:pt x="138710" y="276692"/>
                    <a:pt x="116454" y="276457"/>
                  </a:cubicBezTo>
                  <a:cubicBezTo>
                    <a:pt x="71803" y="276457"/>
                    <a:pt x="45241" y="251969"/>
                    <a:pt x="45241" y="200525"/>
                  </a:cubicBezTo>
                  <a:lnTo>
                    <a:pt x="45241" y="94978"/>
                  </a:lnTo>
                  <a:lnTo>
                    <a:pt x="-76" y="94978"/>
                  </a:lnTo>
                  <a:lnTo>
                    <a:pt x="-76" y="65460"/>
                  </a:lnTo>
                  <a:lnTo>
                    <a:pt x="45241" y="65460"/>
                  </a:lnTo>
                  <a:lnTo>
                    <a:pt x="45241" y="-222"/>
                  </a:lnTo>
                  <a:lnTo>
                    <a:pt x="77897" y="-222"/>
                  </a:lnTo>
                  <a:lnTo>
                    <a:pt x="77897" y="65460"/>
                  </a:lnTo>
                  <a:lnTo>
                    <a:pt x="167484" y="65460"/>
                  </a:lnTo>
                  <a:lnTo>
                    <a:pt x="167484" y="94978"/>
                  </a:lnTo>
                  <a:close/>
                </a:path>
              </a:pathLst>
            </a:custGeom>
            <a:grpFill/>
            <a:ln w="9511" cap="flat">
              <a:noFill/>
              <a:prstDash val="solid"/>
              <a:miter/>
            </a:ln>
          </p:spPr>
          <p:txBody>
            <a:bodyPr rtlCol="0" anchor="ctr"/>
            <a:lstStyle/>
            <a:p>
              <a:endParaRPr lang="en-US" b="1" i="0">
                <a:latin typeface="Tenorite" pitchFamily="2" charset="0"/>
              </a:endParaRPr>
            </a:p>
          </p:txBody>
        </p:sp>
        <p:sp>
          <p:nvSpPr>
            <p:cNvPr id="25" name="Freeform 24">
              <a:extLst>
                <a:ext uri="{FF2B5EF4-FFF2-40B4-BE49-F238E27FC236}">
                  <a16:creationId xmlns:a16="http://schemas.microsoft.com/office/drawing/2014/main" id="{1603C841-1E27-7DE4-663D-7A1B6847F6F8}"/>
                </a:ext>
              </a:extLst>
            </p:cNvPr>
            <p:cNvSpPr/>
            <p:nvPr/>
          </p:nvSpPr>
          <p:spPr>
            <a:xfrm>
              <a:off x="2135326" y="1816732"/>
              <a:ext cx="132048" cy="211039"/>
            </a:xfrm>
            <a:custGeom>
              <a:avLst/>
              <a:gdLst>
                <a:gd name="connsiteX0" fmla="*/ 131973 w 132048"/>
                <a:gd name="connsiteY0" fmla="*/ 7033 h 211039"/>
                <a:gd name="connsiteX1" fmla="*/ 124071 w 132048"/>
                <a:gd name="connsiteY1" fmla="*/ 39114 h 211039"/>
                <a:gd name="connsiteX2" fmla="*/ 88179 w 132048"/>
                <a:gd name="connsiteY2" fmla="*/ 30857 h 211039"/>
                <a:gd name="connsiteX3" fmla="*/ 32579 w 132048"/>
                <a:gd name="connsiteY3" fmla="*/ 95304 h 211039"/>
                <a:gd name="connsiteX4" fmla="*/ 32579 w 132048"/>
                <a:gd name="connsiteY4" fmla="*/ 210817 h 211039"/>
                <a:gd name="connsiteX5" fmla="*/ -76 w 132048"/>
                <a:gd name="connsiteY5" fmla="*/ 210817 h 211039"/>
                <a:gd name="connsiteX6" fmla="*/ -76 w 132048"/>
                <a:gd name="connsiteY6" fmla="*/ 3901 h 211039"/>
                <a:gd name="connsiteX7" fmla="*/ 32293 w 132048"/>
                <a:gd name="connsiteY7" fmla="*/ 3901 h 211039"/>
                <a:gd name="connsiteX8" fmla="*/ 32293 w 132048"/>
                <a:gd name="connsiteY8" fmla="*/ 32945 h 211039"/>
                <a:gd name="connsiteX9" fmla="*/ 93891 w 132048"/>
                <a:gd name="connsiteY9" fmla="*/ -181 h 211039"/>
                <a:gd name="connsiteX10" fmla="*/ 131973 w 132048"/>
                <a:gd name="connsiteY10" fmla="*/ 7033 h 211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2048" h="211039">
                  <a:moveTo>
                    <a:pt x="131973" y="7033"/>
                  </a:moveTo>
                  <a:lnTo>
                    <a:pt x="124071" y="39114"/>
                  </a:lnTo>
                  <a:cubicBezTo>
                    <a:pt x="112916" y="33612"/>
                    <a:pt x="100625" y="30784"/>
                    <a:pt x="88179" y="30857"/>
                  </a:cubicBezTo>
                  <a:cubicBezTo>
                    <a:pt x="55714" y="30857"/>
                    <a:pt x="32579" y="56199"/>
                    <a:pt x="32579" y="95304"/>
                  </a:cubicBezTo>
                  <a:lnTo>
                    <a:pt x="32579" y="210817"/>
                  </a:lnTo>
                  <a:lnTo>
                    <a:pt x="-76" y="210817"/>
                  </a:lnTo>
                  <a:lnTo>
                    <a:pt x="-76" y="3901"/>
                  </a:lnTo>
                  <a:lnTo>
                    <a:pt x="32293" y="3901"/>
                  </a:lnTo>
                  <a:lnTo>
                    <a:pt x="32293" y="32945"/>
                  </a:lnTo>
                  <a:cubicBezTo>
                    <a:pt x="45748" y="12079"/>
                    <a:pt x="69011" y="-432"/>
                    <a:pt x="93891" y="-181"/>
                  </a:cubicBezTo>
                  <a:cubicBezTo>
                    <a:pt x="106961" y="-579"/>
                    <a:pt x="119960" y="1883"/>
                    <a:pt x="131973" y="7033"/>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26" name="Freeform 25">
              <a:extLst>
                <a:ext uri="{FF2B5EF4-FFF2-40B4-BE49-F238E27FC236}">
                  <a16:creationId xmlns:a16="http://schemas.microsoft.com/office/drawing/2014/main" id="{7B1E3DDB-5A2A-ED64-1B16-6E5F0152E7CD}"/>
                </a:ext>
              </a:extLst>
            </p:cNvPr>
            <p:cNvSpPr/>
            <p:nvPr/>
          </p:nvSpPr>
          <p:spPr>
            <a:xfrm>
              <a:off x="2292224" y="1816698"/>
              <a:ext cx="212496" cy="215242"/>
            </a:xfrm>
            <a:custGeom>
              <a:avLst/>
              <a:gdLst>
                <a:gd name="connsiteX0" fmla="*/ 179765 w 212496"/>
                <a:gd name="connsiteY0" fmla="*/ 210851 h 215242"/>
                <a:gd name="connsiteX1" fmla="*/ 179765 w 212496"/>
                <a:gd name="connsiteY1" fmla="*/ 180004 h 215242"/>
                <a:gd name="connsiteX2" fmla="*/ 103602 w 212496"/>
                <a:gd name="connsiteY2" fmla="*/ 214933 h 215242"/>
                <a:gd name="connsiteX3" fmla="*/ -76 w 212496"/>
                <a:gd name="connsiteY3" fmla="*/ 107298 h 215242"/>
                <a:gd name="connsiteX4" fmla="*/ 103602 w 212496"/>
                <a:gd name="connsiteY4" fmla="*/ -146 h 215242"/>
                <a:gd name="connsiteX5" fmla="*/ 179765 w 212496"/>
                <a:gd name="connsiteY5" fmla="*/ 34782 h 215242"/>
                <a:gd name="connsiteX6" fmla="*/ 179765 w 212496"/>
                <a:gd name="connsiteY6" fmla="*/ 3935 h 215242"/>
                <a:gd name="connsiteX7" fmla="*/ 212420 w 212496"/>
                <a:gd name="connsiteY7" fmla="*/ 3935 h 215242"/>
                <a:gd name="connsiteX8" fmla="*/ 212420 w 212496"/>
                <a:gd name="connsiteY8" fmla="*/ 210851 h 215242"/>
                <a:gd name="connsiteX9" fmla="*/ 33626 w 212496"/>
                <a:gd name="connsiteY9" fmla="*/ 107298 h 215242"/>
                <a:gd name="connsiteX10" fmla="*/ 107886 w 212496"/>
                <a:gd name="connsiteY10" fmla="*/ 184370 h 215242"/>
                <a:gd name="connsiteX11" fmla="*/ 181670 w 212496"/>
                <a:gd name="connsiteY11" fmla="*/ 107298 h 215242"/>
                <a:gd name="connsiteX12" fmla="*/ 107886 w 212496"/>
                <a:gd name="connsiteY12" fmla="*/ 30416 h 215242"/>
                <a:gd name="connsiteX13" fmla="*/ 33626 w 212496"/>
                <a:gd name="connsiteY13" fmla="*/ 107583 h 215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2496" h="215242">
                  <a:moveTo>
                    <a:pt x="179765" y="210851"/>
                  </a:moveTo>
                  <a:lnTo>
                    <a:pt x="179765" y="180004"/>
                  </a:lnTo>
                  <a:cubicBezTo>
                    <a:pt x="161516" y="203215"/>
                    <a:pt x="133155" y="216222"/>
                    <a:pt x="103602" y="214933"/>
                  </a:cubicBezTo>
                  <a:cubicBezTo>
                    <a:pt x="45051" y="214933"/>
                    <a:pt x="-76" y="169563"/>
                    <a:pt x="-76" y="107298"/>
                  </a:cubicBezTo>
                  <a:cubicBezTo>
                    <a:pt x="-76" y="45034"/>
                    <a:pt x="45051" y="-146"/>
                    <a:pt x="103602" y="-146"/>
                  </a:cubicBezTo>
                  <a:cubicBezTo>
                    <a:pt x="133136" y="-1341"/>
                    <a:pt x="161456" y="11647"/>
                    <a:pt x="179765" y="34782"/>
                  </a:cubicBezTo>
                  <a:lnTo>
                    <a:pt x="179765" y="3935"/>
                  </a:lnTo>
                  <a:lnTo>
                    <a:pt x="212420" y="3935"/>
                  </a:lnTo>
                  <a:lnTo>
                    <a:pt x="212420" y="210851"/>
                  </a:lnTo>
                  <a:close/>
                  <a:moveTo>
                    <a:pt x="33626" y="107298"/>
                  </a:moveTo>
                  <a:cubicBezTo>
                    <a:pt x="33626" y="150105"/>
                    <a:pt x="63806" y="184370"/>
                    <a:pt x="107886" y="184370"/>
                  </a:cubicBezTo>
                  <a:cubicBezTo>
                    <a:pt x="151966" y="184370"/>
                    <a:pt x="181670" y="151149"/>
                    <a:pt x="181670" y="107298"/>
                  </a:cubicBezTo>
                  <a:cubicBezTo>
                    <a:pt x="181670" y="63447"/>
                    <a:pt x="151014" y="30416"/>
                    <a:pt x="107886" y="30416"/>
                  </a:cubicBezTo>
                  <a:cubicBezTo>
                    <a:pt x="64758" y="30416"/>
                    <a:pt x="33626" y="64966"/>
                    <a:pt x="33626" y="107583"/>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27" name="Freeform 26">
              <a:extLst>
                <a:ext uri="{FF2B5EF4-FFF2-40B4-BE49-F238E27FC236}">
                  <a16:creationId xmlns:a16="http://schemas.microsoft.com/office/drawing/2014/main" id="{B3C83756-DDE9-DEE7-5ADB-A89E910990D5}"/>
                </a:ext>
              </a:extLst>
            </p:cNvPr>
            <p:cNvSpPr/>
            <p:nvPr/>
          </p:nvSpPr>
          <p:spPr>
            <a:xfrm>
              <a:off x="2554607" y="1755458"/>
              <a:ext cx="178127" cy="276685"/>
            </a:xfrm>
            <a:custGeom>
              <a:avLst/>
              <a:gdLst>
                <a:gd name="connsiteX0" fmla="*/ 77992 w 178127"/>
                <a:gd name="connsiteY0" fmla="*/ 94978 h 276685"/>
                <a:gd name="connsiteX1" fmla="*/ 77992 w 178127"/>
                <a:gd name="connsiteY1" fmla="*/ 199386 h 276685"/>
                <a:gd name="connsiteX2" fmla="*/ 119120 w 178127"/>
                <a:gd name="connsiteY2" fmla="*/ 245894 h 276685"/>
                <a:gd name="connsiteX3" fmla="*/ 162724 w 178127"/>
                <a:gd name="connsiteY3" fmla="*/ 231277 h 276685"/>
                <a:gd name="connsiteX4" fmla="*/ 178052 w 178127"/>
                <a:gd name="connsiteY4" fmla="*/ 255955 h 276685"/>
                <a:gd name="connsiteX5" fmla="*/ 116550 w 178127"/>
                <a:gd name="connsiteY5" fmla="*/ 276457 h 276685"/>
                <a:gd name="connsiteX6" fmla="*/ 45336 w 178127"/>
                <a:gd name="connsiteY6" fmla="*/ 200525 h 276685"/>
                <a:gd name="connsiteX7" fmla="*/ 45336 w 178127"/>
                <a:gd name="connsiteY7" fmla="*/ 94978 h 276685"/>
                <a:gd name="connsiteX8" fmla="*/ -76 w 178127"/>
                <a:gd name="connsiteY8" fmla="*/ 94978 h 276685"/>
                <a:gd name="connsiteX9" fmla="*/ -76 w 178127"/>
                <a:gd name="connsiteY9" fmla="*/ 65460 h 276685"/>
                <a:gd name="connsiteX10" fmla="*/ 45336 w 178127"/>
                <a:gd name="connsiteY10" fmla="*/ 65460 h 276685"/>
                <a:gd name="connsiteX11" fmla="*/ 45336 w 178127"/>
                <a:gd name="connsiteY11" fmla="*/ -222 h 276685"/>
                <a:gd name="connsiteX12" fmla="*/ 77992 w 178127"/>
                <a:gd name="connsiteY12" fmla="*/ -222 h 276685"/>
                <a:gd name="connsiteX13" fmla="*/ 77992 w 178127"/>
                <a:gd name="connsiteY13" fmla="*/ 65460 h 276685"/>
                <a:gd name="connsiteX14" fmla="*/ 167579 w 178127"/>
                <a:gd name="connsiteY14" fmla="*/ 65460 h 276685"/>
                <a:gd name="connsiteX15" fmla="*/ 167579 w 178127"/>
                <a:gd name="connsiteY15" fmla="*/ 94978 h 2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8127" h="276685">
                  <a:moveTo>
                    <a:pt x="77992" y="94978"/>
                  </a:moveTo>
                  <a:lnTo>
                    <a:pt x="77992" y="199386"/>
                  </a:lnTo>
                  <a:cubicBezTo>
                    <a:pt x="77992" y="231657"/>
                    <a:pt x="95224" y="245894"/>
                    <a:pt x="119120" y="245894"/>
                  </a:cubicBezTo>
                  <a:cubicBezTo>
                    <a:pt x="134818" y="245619"/>
                    <a:pt x="150048" y="240514"/>
                    <a:pt x="162724" y="231277"/>
                  </a:cubicBezTo>
                  <a:lnTo>
                    <a:pt x="178052" y="255955"/>
                  </a:lnTo>
                  <a:cubicBezTo>
                    <a:pt x="160444" y="269485"/>
                    <a:pt x="138779" y="276708"/>
                    <a:pt x="116550" y="276457"/>
                  </a:cubicBezTo>
                  <a:cubicBezTo>
                    <a:pt x="71803" y="276457"/>
                    <a:pt x="45336" y="251969"/>
                    <a:pt x="45336" y="200525"/>
                  </a:cubicBezTo>
                  <a:lnTo>
                    <a:pt x="45336" y="94978"/>
                  </a:lnTo>
                  <a:lnTo>
                    <a:pt x="-76" y="94978"/>
                  </a:lnTo>
                  <a:lnTo>
                    <a:pt x="-76" y="65460"/>
                  </a:lnTo>
                  <a:lnTo>
                    <a:pt x="45336" y="65460"/>
                  </a:lnTo>
                  <a:lnTo>
                    <a:pt x="45336" y="-222"/>
                  </a:lnTo>
                  <a:lnTo>
                    <a:pt x="77992" y="-222"/>
                  </a:lnTo>
                  <a:lnTo>
                    <a:pt x="77992" y="65460"/>
                  </a:lnTo>
                  <a:lnTo>
                    <a:pt x="167579" y="65460"/>
                  </a:lnTo>
                  <a:lnTo>
                    <a:pt x="167579" y="94978"/>
                  </a:lnTo>
                  <a:close/>
                </a:path>
              </a:pathLst>
            </a:custGeom>
            <a:grpFill/>
            <a:ln w="9511" cap="flat">
              <a:noFill/>
              <a:prstDash val="solid"/>
              <a:miter/>
            </a:ln>
          </p:spPr>
          <p:txBody>
            <a:bodyPr rtlCol="0" anchor="ctr"/>
            <a:lstStyle/>
            <a:p>
              <a:endParaRPr lang="en-US" b="1" i="0">
                <a:latin typeface="Tenorite" pitchFamily="2" charset="0"/>
              </a:endParaRPr>
            </a:p>
          </p:txBody>
        </p:sp>
        <p:sp>
          <p:nvSpPr>
            <p:cNvPr id="28" name="Freeform 27">
              <a:extLst>
                <a:ext uri="{FF2B5EF4-FFF2-40B4-BE49-F238E27FC236}">
                  <a16:creationId xmlns:a16="http://schemas.microsoft.com/office/drawing/2014/main" id="{E0669E19-0142-6ABF-220E-9B0DA4E81521}"/>
                </a:ext>
              </a:extLst>
            </p:cNvPr>
            <p:cNvSpPr/>
            <p:nvPr/>
          </p:nvSpPr>
          <p:spPr>
            <a:xfrm>
              <a:off x="2763772" y="1817058"/>
              <a:ext cx="200311" cy="215195"/>
            </a:xfrm>
            <a:custGeom>
              <a:avLst/>
              <a:gdLst>
                <a:gd name="connsiteX0" fmla="*/ 200234 w 200311"/>
                <a:gd name="connsiteY0" fmla="*/ 106558 h 215195"/>
                <a:gd name="connsiteX1" fmla="*/ 199663 w 200311"/>
                <a:gd name="connsiteY1" fmla="*/ 118802 h 215195"/>
                <a:gd name="connsiteX2" fmla="*/ 33722 w 200311"/>
                <a:gd name="connsiteY2" fmla="*/ 118802 h 215195"/>
                <a:gd name="connsiteX3" fmla="*/ 107009 w 200311"/>
                <a:gd name="connsiteY3" fmla="*/ 186292 h 215195"/>
                <a:gd name="connsiteX4" fmla="*/ 107124 w 200311"/>
                <a:gd name="connsiteY4" fmla="*/ 186288 h 215195"/>
                <a:gd name="connsiteX5" fmla="*/ 172816 w 200311"/>
                <a:gd name="connsiteY5" fmla="*/ 160281 h 215195"/>
                <a:gd name="connsiteX6" fmla="*/ 190333 w 200311"/>
                <a:gd name="connsiteY6" fmla="*/ 182586 h 215195"/>
                <a:gd name="connsiteX7" fmla="*/ 104649 w 200311"/>
                <a:gd name="connsiteY7" fmla="*/ 214857 h 215195"/>
                <a:gd name="connsiteX8" fmla="*/ -76 w 200311"/>
                <a:gd name="connsiteY8" fmla="*/ 107413 h 215195"/>
                <a:gd name="connsiteX9" fmla="*/ 102840 w 200311"/>
                <a:gd name="connsiteY9" fmla="*/ -222 h 215195"/>
                <a:gd name="connsiteX10" fmla="*/ 200234 w 200311"/>
                <a:gd name="connsiteY10" fmla="*/ 106558 h 215195"/>
                <a:gd name="connsiteX11" fmla="*/ 33722 w 200311"/>
                <a:gd name="connsiteY11" fmla="*/ 92321 h 215195"/>
                <a:gd name="connsiteX12" fmla="*/ 167008 w 200311"/>
                <a:gd name="connsiteY12" fmla="*/ 92321 h 215195"/>
                <a:gd name="connsiteX13" fmla="*/ 102078 w 200311"/>
                <a:gd name="connsiteY13" fmla="*/ 28822 h 215195"/>
                <a:gd name="connsiteX14" fmla="*/ 33722 w 200311"/>
                <a:gd name="connsiteY14" fmla="*/ 92321 h 215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0311" h="215195">
                  <a:moveTo>
                    <a:pt x="200234" y="106558"/>
                  </a:moveTo>
                  <a:cubicBezTo>
                    <a:pt x="200254" y="110647"/>
                    <a:pt x="200064" y="114733"/>
                    <a:pt x="199663" y="118802"/>
                  </a:cubicBezTo>
                  <a:lnTo>
                    <a:pt x="33722" y="118802"/>
                  </a:lnTo>
                  <a:cubicBezTo>
                    <a:pt x="35266" y="157615"/>
                    <a:pt x="68077" y="187832"/>
                    <a:pt x="107009" y="186292"/>
                  </a:cubicBezTo>
                  <a:cubicBezTo>
                    <a:pt x="107047" y="186291"/>
                    <a:pt x="107086" y="186289"/>
                    <a:pt x="107124" y="186288"/>
                  </a:cubicBezTo>
                  <a:cubicBezTo>
                    <a:pt x="131558" y="186344"/>
                    <a:pt x="155077" y="177032"/>
                    <a:pt x="172816" y="160281"/>
                  </a:cubicBezTo>
                  <a:lnTo>
                    <a:pt x="190333" y="182586"/>
                  </a:lnTo>
                  <a:cubicBezTo>
                    <a:pt x="167424" y="204609"/>
                    <a:pt x="136442" y="216278"/>
                    <a:pt x="104649" y="214857"/>
                  </a:cubicBezTo>
                  <a:cubicBezTo>
                    <a:pt x="43337" y="214857"/>
                    <a:pt x="-76" y="171386"/>
                    <a:pt x="-76" y="107413"/>
                  </a:cubicBezTo>
                  <a:cubicBezTo>
                    <a:pt x="-76" y="43439"/>
                    <a:pt x="43908" y="-222"/>
                    <a:pt x="102840" y="-222"/>
                  </a:cubicBezTo>
                  <a:cubicBezTo>
                    <a:pt x="159106" y="-222"/>
                    <a:pt x="199663" y="43629"/>
                    <a:pt x="200234" y="106558"/>
                  </a:cubicBezTo>
                  <a:close/>
                  <a:moveTo>
                    <a:pt x="33722" y="92321"/>
                  </a:moveTo>
                  <a:lnTo>
                    <a:pt x="167008" y="92321"/>
                  </a:lnTo>
                  <a:cubicBezTo>
                    <a:pt x="162819" y="53690"/>
                    <a:pt x="137399" y="28822"/>
                    <a:pt x="102078" y="28822"/>
                  </a:cubicBezTo>
                  <a:cubicBezTo>
                    <a:pt x="63806" y="28822"/>
                    <a:pt x="39053" y="55019"/>
                    <a:pt x="33722" y="92321"/>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29" name="Freeform 28">
              <a:extLst>
                <a:ext uri="{FF2B5EF4-FFF2-40B4-BE49-F238E27FC236}">
                  <a16:creationId xmlns:a16="http://schemas.microsoft.com/office/drawing/2014/main" id="{1DF333B3-D96F-6562-FB42-786E806E2517}"/>
                </a:ext>
              </a:extLst>
            </p:cNvPr>
            <p:cNvSpPr/>
            <p:nvPr/>
          </p:nvSpPr>
          <p:spPr>
            <a:xfrm>
              <a:off x="3009209" y="1816967"/>
              <a:ext cx="209735" cy="301766"/>
            </a:xfrm>
            <a:custGeom>
              <a:avLst/>
              <a:gdLst>
                <a:gd name="connsiteX0" fmla="*/ 176814 w 209735"/>
                <a:gd name="connsiteY0" fmla="*/ 34988 h 301766"/>
                <a:gd name="connsiteX1" fmla="*/ 176814 w 209735"/>
                <a:gd name="connsiteY1" fmla="*/ 3950 h 301766"/>
                <a:gd name="connsiteX2" fmla="*/ 209660 w 209735"/>
                <a:gd name="connsiteY2" fmla="*/ 3950 h 301766"/>
                <a:gd name="connsiteX3" fmla="*/ 209660 w 209735"/>
                <a:gd name="connsiteY3" fmla="*/ 196629 h 301766"/>
                <a:gd name="connsiteX4" fmla="*/ 99889 w 209735"/>
                <a:gd name="connsiteY4" fmla="*/ 301511 h 301766"/>
                <a:gd name="connsiteX5" fmla="*/ 12491 w 209735"/>
                <a:gd name="connsiteY5" fmla="*/ 273701 h 301766"/>
                <a:gd name="connsiteX6" fmla="*/ 26962 w 209735"/>
                <a:gd name="connsiteY6" fmla="*/ 247504 h 301766"/>
                <a:gd name="connsiteX7" fmla="*/ 99889 w 209735"/>
                <a:gd name="connsiteY7" fmla="*/ 271803 h 301766"/>
                <a:gd name="connsiteX8" fmla="*/ 176814 w 209735"/>
                <a:gd name="connsiteY8" fmla="*/ 197958 h 301766"/>
                <a:gd name="connsiteX9" fmla="*/ 176814 w 209735"/>
                <a:gd name="connsiteY9" fmla="*/ 176792 h 301766"/>
                <a:gd name="connsiteX10" fmla="*/ 102745 w 209735"/>
                <a:gd name="connsiteY10" fmla="*/ 211911 h 301766"/>
                <a:gd name="connsiteX11" fmla="*/ -76 w 209735"/>
                <a:gd name="connsiteY11" fmla="*/ 105795 h 301766"/>
                <a:gd name="connsiteX12" fmla="*/ 102745 w 209735"/>
                <a:gd name="connsiteY12" fmla="*/ -131 h 301766"/>
                <a:gd name="connsiteX13" fmla="*/ 176814 w 209735"/>
                <a:gd name="connsiteY13" fmla="*/ 34988 h 301766"/>
                <a:gd name="connsiteX14" fmla="*/ 33246 w 209735"/>
                <a:gd name="connsiteY14" fmla="*/ 106174 h 301766"/>
                <a:gd name="connsiteX15" fmla="*/ 106458 w 209735"/>
                <a:gd name="connsiteY15" fmla="*/ 182107 h 301766"/>
                <a:gd name="connsiteX16" fmla="*/ 173644 w 209735"/>
                <a:gd name="connsiteY16" fmla="*/ 98173 h 301766"/>
                <a:gd name="connsiteX17" fmla="*/ 106458 w 209735"/>
                <a:gd name="connsiteY17" fmla="*/ 31191 h 301766"/>
                <a:gd name="connsiteX18" fmla="*/ 33246 w 209735"/>
                <a:gd name="connsiteY18" fmla="*/ 106174 h 301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9735" h="301766">
                  <a:moveTo>
                    <a:pt x="176814" y="34988"/>
                  </a:moveTo>
                  <a:lnTo>
                    <a:pt x="176814" y="3950"/>
                  </a:lnTo>
                  <a:lnTo>
                    <a:pt x="209660" y="3950"/>
                  </a:lnTo>
                  <a:lnTo>
                    <a:pt x="209660" y="196629"/>
                  </a:lnTo>
                  <a:cubicBezTo>
                    <a:pt x="209660" y="264114"/>
                    <a:pt x="164057" y="301511"/>
                    <a:pt x="99889" y="301511"/>
                  </a:cubicBezTo>
                  <a:cubicBezTo>
                    <a:pt x="68464" y="302191"/>
                    <a:pt x="37709" y="292405"/>
                    <a:pt x="12491" y="273701"/>
                  </a:cubicBezTo>
                  <a:lnTo>
                    <a:pt x="26962" y="247504"/>
                  </a:lnTo>
                  <a:cubicBezTo>
                    <a:pt x="47945" y="263349"/>
                    <a:pt x="73566" y="271886"/>
                    <a:pt x="99889" y="271803"/>
                  </a:cubicBezTo>
                  <a:cubicBezTo>
                    <a:pt x="144825" y="271803"/>
                    <a:pt x="176814" y="246175"/>
                    <a:pt x="176814" y="197958"/>
                  </a:cubicBezTo>
                  <a:lnTo>
                    <a:pt x="176814" y="176792"/>
                  </a:lnTo>
                  <a:cubicBezTo>
                    <a:pt x="159587" y="200133"/>
                    <a:pt x="131777" y="213318"/>
                    <a:pt x="102745" y="211911"/>
                  </a:cubicBezTo>
                  <a:cubicBezTo>
                    <a:pt x="44480" y="211911"/>
                    <a:pt x="-76" y="168439"/>
                    <a:pt x="-76" y="105795"/>
                  </a:cubicBezTo>
                  <a:cubicBezTo>
                    <a:pt x="-76" y="43150"/>
                    <a:pt x="44480" y="-131"/>
                    <a:pt x="102745" y="-131"/>
                  </a:cubicBezTo>
                  <a:cubicBezTo>
                    <a:pt x="131760" y="-1453"/>
                    <a:pt x="159531" y="11714"/>
                    <a:pt x="176814" y="34988"/>
                  </a:cubicBezTo>
                  <a:close/>
                  <a:moveTo>
                    <a:pt x="33246" y="106174"/>
                  </a:moveTo>
                  <a:cubicBezTo>
                    <a:pt x="33246" y="148032"/>
                    <a:pt x="62378" y="182107"/>
                    <a:pt x="106458" y="182107"/>
                  </a:cubicBezTo>
                  <a:cubicBezTo>
                    <a:pt x="148259" y="177426"/>
                    <a:pt x="178339" y="139847"/>
                    <a:pt x="173644" y="98173"/>
                  </a:cubicBezTo>
                  <a:cubicBezTo>
                    <a:pt x="169675" y="62948"/>
                    <a:pt x="141790" y="35148"/>
                    <a:pt x="106458" y="31191"/>
                  </a:cubicBezTo>
                  <a:cubicBezTo>
                    <a:pt x="62378" y="30242"/>
                    <a:pt x="33246" y="64032"/>
                    <a:pt x="33246" y="106174"/>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30" name="Freeform 29">
              <a:extLst>
                <a:ext uri="{FF2B5EF4-FFF2-40B4-BE49-F238E27FC236}">
                  <a16:creationId xmlns:a16="http://schemas.microsoft.com/office/drawing/2014/main" id="{FC8D35B9-F578-1313-E883-7D69E869574F}"/>
                </a:ext>
              </a:extLst>
            </p:cNvPr>
            <p:cNvSpPr/>
            <p:nvPr/>
          </p:nvSpPr>
          <p:spPr>
            <a:xfrm>
              <a:off x="3261977" y="1821234"/>
              <a:ext cx="223064" cy="295093"/>
            </a:xfrm>
            <a:custGeom>
              <a:avLst/>
              <a:gdLst>
                <a:gd name="connsiteX0" fmla="*/ 17823 w 223064"/>
                <a:gd name="connsiteY0" fmla="*/ 294776 h 295093"/>
                <a:gd name="connsiteX1" fmla="*/ 95129 w 223064"/>
                <a:gd name="connsiteY1" fmla="*/ 161894 h 295093"/>
                <a:gd name="connsiteX2" fmla="*/ -76 w 223064"/>
                <a:gd name="connsiteY2" fmla="*/ -222 h 295093"/>
                <a:gd name="connsiteX3" fmla="*/ 36483 w 223064"/>
                <a:gd name="connsiteY3" fmla="*/ -222 h 295093"/>
                <a:gd name="connsiteX4" fmla="*/ 113884 w 223064"/>
                <a:gd name="connsiteY4" fmla="*/ 129528 h 295093"/>
                <a:gd name="connsiteX5" fmla="*/ 187001 w 223064"/>
                <a:gd name="connsiteY5" fmla="*/ -222 h 295093"/>
                <a:gd name="connsiteX6" fmla="*/ 222988 w 223064"/>
                <a:gd name="connsiteY6" fmla="*/ -222 h 295093"/>
                <a:gd name="connsiteX7" fmla="*/ 54000 w 223064"/>
                <a:gd name="connsiteY7" fmla="*/ 294871 h 29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3064" h="295093">
                  <a:moveTo>
                    <a:pt x="17823" y="294776"/>
                  </a:moveTo>
                  <a:lnTo>
                    <a:pt x="95129" y="161894"/>
                  </a:lnTo>
                  <a:lnTo>
                    <a:pt x="-76" y="-222"/>
                  </a:lnTo>
                  <a:lnTo>
                    <a:pt x="36483" y="-222"/>
                  </a:lnTo>
                  <a:lnTo>
                    <a:pt x="113884" y="129528"/>
                  </a:lnTo>
                  <a:lnTo>
                    <a:pt x="187001" y="-222"/>
                  </a:lnTo>
                  <a:lnTo>
                    <a:pt x="222988" y="-222"/>
                  </a:lnTo>
                  <a:lnTo>
                    <a:pt x="54000" y="294871"/>
                  </a:lnTo>
                  <a:close/>
                </a:path>
              </a:pathLst>
            </a:custGeom>
            <a:grpFill/>
            <a:ln w="9511" cap="flat">
              <a:noFill/>
              <a:prstDash val="solid"/>
              <a:miter/>
            </a:ln>
          </p:spPr>
          <p:txBody>
            <a:bodyPr rtlCol="0" anchor="ctr"/>
            <a:lstStyle/>
            <a:p>
              <a:endParaRPr lang="en-US" b="1" i="0">
                <a:latin typeface="Tenorite" pitchFamily="2" charset="0"/>
              </a:endParaRPr>
            </a:p>
          </p:txBody>
        </p:sp>
        <p:sp>
          <p:nvSpPr>
            <p:cNvPr id="31" name="Freeform 30">
              <a:extLst>
                <a:ext uri="{FF2B5EF4-FFF2-40B4-BE49-F238E27FC236}">
                  <a16:creationId xmlns:a16="http://schemas.microsoft.com/office/drawing/2014/main" id="{5A4EAFF1-6E7E-CA2D-8850-B42B223E80B0}"/>
                </a:ext>
              </a:extLst>
            </p:cNvPr>
            <p:cNvSpPr/>
            <p:nvPr/>
          </p:nvSpPr>
          <p:spPr>
            <a:xfrm>
              <a:off x="3633465" y="1816691"/>
              <a:ext cx="345116" cy="211080"/>
            </a:xfrm>
            <a:custGeom>
              <a:avLst/>
              <a:gdLst>
                <a:gd name="connsiteX0" fmla="*/ 345041 w 345116"/>
                <a:gd name="connsiteY0" fmla="*/ 82911 h 211080"/>
                <a:gd name="connsiteX1" fmla="*/ 345041 w 345116"/>
                <a:gd name="connsiteY1" fmla="*/ 210858 h 211080"/>
                <a:gd name="connsiteX2" fmla="*/ 312386 w 345116"/>
                <a:gd name="connsiteY2" fmla="*/ 210858 h 211080"/>
                <a:gd name="connsiteX3" fmla="*/ 312386 w 345116"/>
                <a:gd name="connsiteY3" fmla="*/ 93542 h 211080"/>
                <a:gd name="connsiteX4" fmla="*/ 252311 w 345116"/>
                <a:gd name="connsiteY4" fmla="*/ 31087 h 211080"/>
                <a:gd name="connsiteX5" fmla="*/ 188806 w 345116"/>
                <a:gd name="connsiteY5" fmla="*/ 89352 h 211080"/>
                <a:gd name="connsiteX6" fmla="*/ 188810 w 345116"/>
                <a:gd name="connsiteY6" fmla="*/ 94491 h 211080"/>
                <a:gd name="connsiteX7" fmla="*/ 188810 w 345116"/>
                <a:gd name="connsiteY7" fmla="*/ 210858 h 211080"/>
                <a:gd name="connsiteX8" fmla="*/ 156155 w 345116"/>
                <a:gd name="connsiteY8" fmla="*/ 210858 h 211080"/>
                <a:gd name="connsiteX9" fmla="*/ 156155 w 345116"/>
                <a:gd name="connsiteY9" fmla="*/ 93542 h 211080"/>
                <a:gd name="connsiteX10" fmla="*/ 96366 w 345116"/>
                <a:gd name="connsiteY10" fmla="*/ 31087 h 211080"/>
                <a:gd name="connsiteX11" fmla="*/ 32770 w 345116"/>
                <a:gd name="connsiteY11" fmla="*/ 89451 h 211080"/>
                <a:gd name="connsiteX12" fmla="*/ 32770 w 345116"/>
                <a:gd name="connsiteY12" fmla="*/ 94491 h 211080"/>
                <a:gd name="connsiteX13" fmla="*/ 32770 w 345116"/>
                <a:gd name="connsiteY13" fmla="*/ 210858 h 211080"/>
                <a:gd name="connsiteX14" fmla="*/ -76 w 345116"/>
                <a:gd name="connsiteY14" fmla="*/ 210858 h 211080"/>
                <a:gd name="connsiteX15" fmla="*/ -76 w 345116"/>
                <a:gd name="connsiteY15" fmla="*/ 3941 h 211080"/>
                <a:gd name="connsiteX16" fmla="*/ 32389 w 345116"/>
                <a:gd name="connsiteY16" fmla="*/ 3941 h 211080"/>
                <a:gd name="connsiteX17" fmla="*/ 32389 w 345116"/>
                <a:gd name="connsiteY17" fmla="*/ 33460 h 211080"/>
                <a:gd name="connsiteX18" fmla="*/ 102269 w 345116"/>
                <a:gd name="connsiteY18" fmla="*/ -140 h 211080"/>
                <a:gd name="connsiteX19" fmla="*/ 180051 w 345116"/>
                <a:gd name="connsiteY19" fmla="*/ 43236 h 211080"/>
                <a:gd name="connsiteX20" fmla="*/ 258214 w 345116"/>
                <a:gd name="connsiteY20" fmla="*/ -140 h 211080"/>
                <a:gd name="connsiteX21" fmla="*/ 345041 w 345116"/>
                <a:gd name="connsiteY21" fmla="*/ 82911 h 211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45116" h="211080">
                  <a:moveTo>
                    <a:pt x="345041" y="82911"/>
                  </a:moveTo>
                  <a:lnTo>
                    <a:pt x="345041" y="210858"/>
                  </a:lnTo>
                  <a:lnTo>
                    <a:pt x="312386" y="210858"/>
                  </a:lnTo>
                  <a:lnTo>
                    <a:pt x="312386" y="93542"/>
                  </a:lnTo>
                  <a:cubicBezTo>
                    <a:pt x="312386" y="54057"/>
                    <a:pt x="290679" y="31087"/>
                    <a:pt x="252311" y="31087"/>
                  </a:cubicBezTo>
                  <a:cubicBezTo>
                    <a:pt x="218637" y="29693"/>
                    <a:pt x="190204" y="55779"/>
                    <a:pt x="188806" y="89352"/>
                  </a:cubicBezTo>
                  <a:cubicBezTo>
                    <a:pt x="188735" y="91064"/>
                    <a:pt x="188736" y="92779"/>
                    <a:pt x="188810" y="94491"/>
                  </a:cubicBezTo>
                  <a:lnTo>
                    <a:pt x="188810" y="210858"/>
                  </a:lnTo>
                  <a:lnTo>
                    <a:pt x="156155" y="210858"/>
                  </a:lnTo>
                  <a:lnTo>
                    <a:pt x="156155" y="93542"/>
                  </a:lnTo>
                  <a:cubicBezTo>
                    <a:pt x="156155" y="54057"/>
                    <a:pt x="134639" y="31087"/>
                    <a:pt x="96366" y="31087"/>
                  </a:cubicBezTo>
                  <a:cubicBezTo>
                    <a:pt x="62639" y="29695"/>
                    <a:pt x="34165" y="55826"/>
                    <a:pt x="32770" y="89451"/>
                  </a:cubicBezTo>
                  <a:cubicBezTo>
                    <a:pt x="32700" y="91130"/>
                    <a:pt x="32700" y="92812"/>
                    <a:pt x="32770" y="94491"/>
                  </a:cubicBezTo>
                  <a:lnTo>
                    <a:pt x="32770" y="210858"/>
                  </a:lnTo>
                  <a:lnTo>
                    <a:pt x="-76" y="210858"/>
                  </a:lnTo>
                  <a:lnTo>
                    <a:pt x="-76" y="3941"/>
                  </a:lnTo>
                  <a:lnTo>
                    <a:pt x="32389" y="3941"/>
                  </a:lnTo>
                  <a:lnTo>
                    <a:pt x="32389" y="33460"/>
                  </a:lnTo>
                  <a:cubicBezTo>
                    <a:pt x="48532" y="11257"/>
                    <a:pt x="74790" y="-1369"/>
                    <a:pt x="102269" y="-140"/>
                  </a:cubicBezTo>
                  <a:cubicBezTo>
                    <a:pt x="138828" y="-140"/>
                    <a:pt x="166627" y="15996"/>
                    <a:pt x="180051" y="43236"/>
                  </a:cubicBezTo>
                  <a:cubicBezTo>
                    <a:pt x="196426" y="11155"/>
                    <a:pt x="229081" y="-140"/>
                    <a:pt x="258214" y="-140"/>
                  </a:cubicBezTo>
                  <a:cubicBezTo>
                    <a:pt x="309720" y="145"/>
                    <a:pt x="345041" y="32891"/>
                    <a:pt x="345041" y="82911"/>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32" name="Freeform 31">
              <a:extLst>
                <a:ext uri="{FF2B5EF4-FFF2-40B4-BE49-F238E27FC236}">
                  <a16:creationId xmlns:a16="http://schemas.microsoft.com/office/drawing/2014/main" id="{3B88EC4A-56B6-C15E-B3B5-80C8D1A8C18E}"/>
                </a:ext>
              </a:extLst>
            </p:cNvPr>
            <p:cNvSpPr/>
            <p:nvPr/>
          </p:nvSpPr>
          <p:spPr>
            <a:xfrm>
              <a:off x="4036276" y="1816698"/>
              <a:ext cx="212496" cy="215242"/>
            </a:xfrm>
            <a:custGeom>
              <a:avLst/>
              <a:gdLst>
                <a:gd name="connsiteX0" fmla="*/ 179766 w 212496"/>
                <a:gd name="connsiteY0" fmla="*/ 210851 h 215242"/>
                <a:gd name="connsiteX1" fmla="*/ 179766 w 212496"/>
                <a:gd name="connsiteY1" fmla="*/ 180004 h 215242"/>
                <a:gd name="connsiteX2" fmla="*/ 103602 w 212496"/>
                <a:gd name="connsiteY2" fmla="*/ 214933 h 215242"/>
                <a:gd name="connsiteX3" fmla="*/ -76 w 212496"/>
                <a:gd name="connsiteY3" fmla="*/ 107298 h 215242"/>
                <a:gd name="connsiteX4" fmla="*/ 103602 w 212496"/>
                <a:gd name="connsiteY4" fmla="*/ -146 h 215242"/>
                <a:gd name="connsiteX5" fmla="*/ 179766 w 212496"/>
                <a:gd name="connsiteY5" fmla="*/ 34782 h 215242"/>
                <a:gd name="connsiteX6" fmla="*/ 179766 w 212496"/>
                <a:gd name="connsiteY6" fmla="*/ 3935 h 215242"/>
                <a:gd name="connsiteX7" fmla="*/ 212421 w 212496"/>
                <a:gd name="connsiteY7" fmla="*/ 3935 h 215242"/>
                <a:gd name="connsiteX8" fmla="*/ 212421 w 212496"/>
                <a:gd name="connsiteY8" fmla="*/ 210851 h 215242"/>
                <a:gd name="connsiteX9" fmla="*/ 33627 w 212496"/>
                <a:gd name="connsiteY9" fmla="*/ 107298 h 215242"/>
                <a:gd name="connsiteX10" fmla="*/ 107886 w 212496"/>
                <a:gd name="connsiteY10" fmla="*/ 184370 h 215242"/>
                <a:gd name="connsiteX11" fmla="*/ 181670 w 212496"/>
                <a:gd name="connsiteY11" fmla="*/ 107298 h 215242"/>
                <a:gd name="connsiteX12" fmla="*/ 108267 w 212496"/>
                <a:gd name="connsiteY12" fmla="*/ 30511 h 215242"/>
                <a:gd name="connsiteX13" fmla="*/ 34007 w 212496"/>
                <a:gd name="connsiteY13" fmla="*/ 107583 h 215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2496" h="215242">
                  <a:moveTo>
                    <a:pt x="179766" y="210851"/>
                  </a:moveTo>
                  <a:lnTo>
                    <a:pt x="179766" y="180004"/>
                  </a:lnTo>
                  <a:cubicBezTo>
                    <a:pt x="161517" y="203215"/>
                    <a:pt x="133155" y="216222"/>
                    <a:pt x="103602" y="214933"/>
                  </a:cubicBezTo>
                  <a:cubicBezTo>
                    <a:pt x="45051" y="214933"/>
                    <a:pt x="-76" y="169563"/>
                    <a:pt x="-76" y="107298"/>
                  </a:cubicBezTo>
                  <a:cubicBezTo>
                    <a:pt x="-76" y="45034"/>
                    <a:pt x="45051" y="-146"/>
                    <a:pt x="103602" y="-146"/>
                  </a:cubicBezTo>
                  <a:cubicBezTo>
                    <a:pt x="133137" y="-1341"/>
                    <a:pt x="161457" y="11647"/>
                    <a:pt x="179766" y="34782"/>
                  </a:cubicBezTo>
                  <a:lnTo>
                    <a:pt x="179766" y="3935"/>
                  </a:lnTo>
                  <a:lnTo>
                    <a:pt x="212421" y="3935"/>
                  </a:lnTo>
                  <a:lnTo>
                    <a:pt x="212421" y="210851"/>
                  </a:lnTo>
                  <a:close/>
                  <a:moveTo>
                    <a:pt x="33627" y="107298"/>
                  </a:moveTo>
                  <a:cubicBezTo>
                    <a:pt x="33627" y="150105"/>
                    <a:pt x="63806" y="184370"/>
                    <a:pt x="107886" y="184370"/>
                  </a:cubicBezTo>
                  <a:cubicBezTo>
                    <a:pt x="151966" y="184370"/>
                    <a:pt x="181670" y="151149"/>
                    <a:pt x="181670" y="107298"/>
                  </a:cubicBezTo>
                  <a:cubicBezTo>
                    <a:pt x="181670" y="63447"/>
                    <a:pt x="151204" y="30511"/>
                    <a:pt x="108267" y="30511"/>
                  </a:cubicBezTo>
                  <a:cubicBezTo>
                    <a:pt x="65330" y="30511"/>
                    <a:pt x="34007" y="64966"/>
                    <a:pt x="34007" y="107583"/>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33" name="Freeform 32">
              <a:extLst>
                <a:ext uri="{FF2B5EF4-FFF2-40B4-BE49-F238E27FC236}">
                  <a16:creationId xmlns:a16="http://schemas.microsoft.com/office/drawing/2014/main" id="{2DB6F742-1606-D810-940F-C1561F1D48B9}"/>
                </a:ext>
              </a:extLst>
            </p:cNvPr>
            <p:cNvSpPr/>
            <p:nvPr/>
          </p:nvSpPr>
          <p:spPr>
            <a:xfrm>
              <a:off x="4309609" y="1713505"/>
              <a:ext cx="212496" cy="318434"/>
            </a:xfrm>
            <a:custGeom>
              <a:avLst/>
              <a:gdLst>
                <a:gd name="connsiteX0" fmla="*/ 179766 w 212496"/>
                <a:gd name="connsiteY0" fmla="*/ 138260 h 318434"/>
                <a:gd name="connsiteX1" fmla="*/ 179766 w 212496"/>
                <a:gd name="connsiteY1" fmla="*/ -222 h 318434"/>
                <a:gd name="connsiteX2" fmla="*/ 212421 w 212496"/>
                <a:gd name="connsiteY2" fmla="*/ -222 h 318434"/>
                <a:gd name="connsiteX3" fmla="*/ 212421 w 212496"/>
                <a:gd name="connsiteY3" fmla="*/ 314044 h 318434"/>
                <a:gd name="connsiteX4" fmla="*/ 179766 w 212496"/>
                <a:gd name="connsiteY4" fmla="*/ 314044 h 318434"/>
                <a:gd name="connsiteX5" fmla="*/ 179766 w 212496"/>
                <a:gd name="connsiteY5" fmla="*/ 283196 h 318434"/>
                <a:gd name="connsiteX6" fmla="*/ 103602 w 212496"/>
                <a:gd name="connsiteY6" fmla="*/ 318125 h 318434"/>
                <a:gd name="connsiteX7" fmla="*/ -76 w 212496"/>
                <a:gd name="connsiteY7" fmla="*/ 210491 h 318434"/>
                <a:gd name="connsiteX8" fmla="*/ 103602 w 212496"/>
                <a:gd name="connsiteY8" fmla="*/ 103046 h 318434"/>
                <a:gd name="connsiteX9" fmla="*/ 179766 w 212496"/>
                <a:gd name="connsiteY9" fmla="*/ 138260 h 318434"/>
                <a:gd name="connsiteX10" fmla="*/ 33626 w 212496"/>
                <a:gd name="connsiteY10" fmla="*/ 210775 h 318434"/>
                <a:gd name="connsiteX11" fmla="*/ 107886 w 212496"/>
                <a:gd name="connsiteY11" fmla="*/ 287847 h 318434"/>
                <a:gd name="connsiteX12" fmla="*/ 181765 w 212496"/>
                <a:gd name="connsiteY12" fmla="*/ 210775 h 318434"/>
                <a:gd name="connsiteX13" fmla="*/ 107886 w 212496"/>
                <a:gd name="connsiteY13" fmla="*/ 133894 h 318434"/>
                <a:gd name="connsiteX14" fmla="*/ 33626 w 212496"/>
                <a:gd name="connsiteY14" fmla="*/ 210775 h 318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2496" h="318434">
                  <a:moveTo>
                    <a:pt x="179766" y="138260"/>
                  </a:moveTo>
                  <a:lnTo>
                    <a:pt x="179766" y="-222"/>
                  </a:lnTo>
                  <a:lnTo>
                    <a:pt x="212421" y="-222"/>
                  </a:lnTo>
                  <a:lnTo>
                    <a:pt x="212421" y="314044"/>
                  </a:lnTo>
                  <a:lnTo>
                    <a:pt x="179766" y="314044"/>
                  </a:lnTo>
                  <a:lnTo>
                    <a:pt x="179766" y="283196"/>
                  </a:lnTo>
                  <a:cubicBezTo>
                    <a:pt x="161517" y="306408"/>
                    <a:pt x="133155" y="319414"/>
                    <a:pt x="103602" y="318125"/>
                  </a:cubicBezTo>
                  <a:cubicBezTo>
                    <a:pt x="45146" y="318125"/>
                    <a:pt x="-76" y="272755"/>
                    <a:pt x="-76" y="210491"/>
                  </a:cubicBezTo>
                  <a:cubicBezTo>
                    <a:pt x="-76" y="148226"/>
                    <a:pt x="45146" y="103046"/>
                    <a:pt x="103602" y="103046"/>
                  </a:cubicBezTo>
                  <a:cubicBezTo>
                    <a:pt x="133187" y="101919"/>
                    <a:pt x="161516" y="115018"/>
                    <a:pt x="179766" y="138260"/>
                  </a:cubicBezTo>
                  <a:close/>
                  <a:moveTo>
                    <a:pt x="33626" y="210775"/>
                  </a:moveTo>
                  <a:cubicBezTo>
                    <a:pt x="33626" y="253583"/>
                    <a:pt x="63901" y="287847"/>
                    <a:pt x="107886" y="287847"/>
                  </a:cubicBezTo>
                  <a:cubicBezTo>
                    <a:pt x="151871" y="287847"/>
                    <a:pt x="181765" y="254626"/>
                    <a:pt x="181765" y="210775"/>
                  </a:cubicBezTo>
                  <a:cubicBezTo>
                    <a:pt x="181765" y="166924"/>
                    <a:pt x="151109" y="133894"/>
                    <a:pt x="107886" y="133894"/>
                  </a:cubicBezTo>
                  <a:cubicBezTo>
                    <a:pt x="64663" y="133894"/>
                    <a:pt x="33626" y="168158"/>
                    <a:pt x="33626" y="210775"/>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34" name="Freeform 33">
              <a:extLst>
                <a:ext uri="{FF2B5EF4-FFF2-40B4-BE49-F238E27FC236}">
                  <a16:creationId xmlns:a16="http://schemas.microsoft.com/office/drawing/2014/main" id="{B7EB4771-DBA8-56F2-15DE-1207EEDCBF96}"/>
                </a:ext>
              </a:extLst>
            </p:cNvPr>
            <p:cNvSpPr/>
            <p:nvPr/>
          </p:nvSpPr>
          <p:spPr>
            <a:xfrm>
              <a:off x="4582750" y="1817058"/>
              <a:ext cx="200786" cy="215195"/>
            </a:xfrm>
            <a:custGeom>
              <a:avLst/>
              <a:gdLst>
                <a:gd name="connsiteX0" fmla="*/ 200710 w 200786"/>
                <a:gd name="connsiteY0" fmla="*/ 106558 h 215195"/>
                <a:gd name="connsiteX1" fmla="*/ 200044 w 200786"/>
                <a:gd name="connsiteY1" fmla="*/ 118802 h 215195"/>
                <a:gd name="connsiteX2" fmla="*/ 33722 w 200786"/>
                <a:gd name="connsiteY2" fmla="*/ 118802 h 215195"/>
                <a:gd name="connsiteX3" fmla="*/ 107009 w 200786"/>
                <a:gd name="connsiteY3" fmla="*/ 186292 h 215195"/>
                <a:gd name="connsiteX4" fmla="*/ 107124 w 200786"/>
                <a:gd name="connsiteY4" fmla="*/ 186288 h 215195"/>
                <a:gd name="connsiteX5" fmla="*/ 172816 w 200786"/>
                <a:gd name="connsiteY5" fmla="*/ 160281 h 215195"/>
                <a:gd name="connsiteX6" fmla="*/ 190333 w 200786"/>
                <a:gd name="connsiteY6" fmla="*/ 182586 h 215195"/>
                <a:gd name="connsiteX7" fmla="*/ 104649 w 200786"/>
                <a:gd name="connsiteY7" fmla="*/ 214857 h 215195"/>
                <a:gd name="connsiteX8" fmla="*/ -76 w 200786"/>
                <a:gd name="connsiteY8" fmla="*/ 107413 h 215195"/>
                <a:gd name="connsiteX9" fmla="*/ 102840 w 200786"/>
                <a:gd name="connsiteY9" fmla="*/ -222 h 215195"/>
                <a:gd name="connsiteX10" fmla="*/ 200710 w 200786"/>
                <a:gd name="connsiteY10" fmla="*/ 106558 h 215195"/>
                <a:gd name="connsiteX11" fmla="*/ 34197 w 200786"/>
                <a:gd name="connsiteY11" fmla="*/ 92321 h 215195"/>
                <a:gd name="connsiteX12" fmla="*/ 167484 w 200786"/>
                <a:gd name="connsiteY12" fmla="*/ 92321 h 215195"/>
                <a:gd name="connsiteX13" fmla="*/ 102650 w 200786"/>
                <a:gd name="connsiteY13" fmla="*/ 28822 h 215195"/>
                <a:gd name="connsiteX14" fmla="*/ 34197 w 200786"/>
                <a:gd name="connsiteY14" fmla="*/ 92321 h 215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0786" h="215195">
                  <a:moveTo>
                    <a:pt x="200710" y="106558"/>
                  </a:moveTo>
                  <a:cubicBezTo>
                    <a:pt x="200702" y="110648"/>
                    <a:pt x="200479" y="114735"/>
                    <a:pt x="200044" y="118802"/>
                  </a:cubicBezTo>
                  <a:lnTo>
                    <a:pt x="33722" y="118802"/>
                  </a:lnTo>
                  <a:cubicBezTo>
                    <a:pt x="35265" y="157615"/>
                    <a:pt x="68077" y="187832"/>
                    <a:pt x="107009" y="186292"/>
                  </a:cubicBezTo>
                  <a:cubicBezTo>
                    <a:pt x="107047" y="186291"/>
                    <a:pt x="107086" y="186289"/>
                    <a:pt x="107124" y="186288"/>
                  </a:cubicBezTo>
                  <a:cubicBezTo>
                    <a:pt x="131558" y="186344"/>
                    <a:pt x="155077" y="177032"/>
                    <a:pt x="172816" y="160281"/>
                  </a:cubicBezTo>
                  <a:lnTo>
                    <a:pt x="190333" y="182586"/>
                  </a:lnTo>
                  <a:cubicBezTo>
                    <a:pt x="167424" y="204609"/>
                    <a:pt x="136442" y="216278"/>
                    <a:pt x="104649" y="214857"/>
                  </a:cubicBezTo>
                  <a:cubicBezTo>
                    <a:pt x="43337" y="214857"/>
                    <a:pt x="-76" y="171386"/>
                    <a:pt x="-76" y="107413"/>
                  </a:cubicBezTo>
                  <a:cubicBezTo>
                    <a:pt x="-76" y="43439"/>
                    <a:pt x="43908" y="-222"/>
                    <a:pt x="102840" y="-222"/>
                  </a:cubicBezTo>
                  <a:cubicBezTo>
                    <a:pt x="159487" y="-222"/>
                    <a:pt x="200044" y="43629"/>
                    <a:pt x="200710" y="106558"/>
                  </a:cubicBezTo>
                  <a:close/>
                  <a:moveTo>
                    <a:pt x="34197" y="92321"/>
                  </a:moveTo>
                  <a:lnTo>
                    <a:pt x="167484" y="92321"/>
                  </a:lnTo>
                  <a:cubicBezTo>
                    <a:pt x="163295" y="53690"/>
                    <a:pt x="137875" y="28822"/>
                    <a:pt x="102650" y="28822"/>
                  </a:cubicBezTo>
                  <a:cubicBezTo>
                    <a:pt x="64187" y="28822"/>
                    <a:pt x="39434" y="55019"/>
                    <a:pt x="34197" y="92321"/>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35" name="Freeform 34">
              <a:extLst>
                <a:ext uri="{FF2B5EF4-FFF2-40B4-BE49-F238E27FC236}">
                  <a16:creationId xmlns:a16="http://schemas.microsoft.com/office/drawing/2014/main" id="{3A0A471F-423F-83DC-981A-4BDB6914DDD6}"/>
                </a:ext>
              </a:extLst>
            </p:cNvPr>
            <p:cNvSpPr/>
            <p:nvPr/>
          </p:nvSpPr>
          <p:spPr>
            <a:xfrm>
              <a:off x="4961379" y="1816985"/>
              <a:ext cx="212115" cy="298393"/>
            </a:xfrm>
            <a:custGeom>
              <a:avLst/>
              <a:gdLst>
                <a:gd name="connsiteX0" fmla="*/ 212040 w 212115"/>
                <a:gd name="connsiteY0" fmla="*/ 107296 h 298393"/>
                <a:gd name="connsiteX1" fmla="*/ 108362 w 212115"/>
                <a:gd name="connsiteY1" fmla="*/ 214930 h 298393"/>
                <a:gd name="connsiteX2" fmla="*/ 32769 w 212115"/>
                <a:gd name="connsiteY2" fmla="*/ 180191 h 298393"/>
                <a:gd name="connsiteX3" fmla="*/ 32769 w 212115"/>
                <a:gd name="connsiteY3" fmla="*/ 298172 h 298393"/>
                <a:gd name="connsiteX4" fmla="*/ -76 w 212115"/>
                <a:gd name="connsiteY4" fmla="*/ 298172 h 298393"/>
                <a:gd name="connsiteX5" fmla="*/ -76 w 212115"/>
                <a:gd name="connsiteY5" fmla="*/ 3933 h 298393"/>
                <a:gd name="connsiteX6" fmla="*/ 32769 w 212115"/>
                <a:gd name="connsiteY6" fmla="*/ 3933 h 298393"/>
                <a:gd name="connsiteX7" fmla="*/ 32769 w 212115"/>
                <a:gd name="connsiteY7" fmla="*/ 34495 h 298393"/>
                <a:gd name="connsiteX8" fmla="*/ 108362 w 212115"/>
                <a:gd name="connsiteY8" fmla="*/ -149 h 298393"/>
                <a:gd name="connsiteX9" fmla="*/ 212040 w 212115"/>
                <a:gd name="connsiteY9" fmla="*/ 107296 h 298393"/>
                <a:gd name="connsiteX10" fmla="*/ 30580 w 212115"/>
                <a:gd name="connsiteY10" fmla="*/ 107296 h 298393"/>
                <a:gd name="connsiteX11" fmla="*/ 104458 w 212115"/>
                <a:gd name="connsiteY11" fmla="*/ 184367 h 298393"/>
                <a:gd name="connsiteX12" fmla="*/ 178527 w 212115"/>
                <a:gd name="connsiteY12" fmla="*/ 107296 h 298393"/>
                <a:gd name="connsiteX13" fmla="*/ 104458 w 212115"/>
                <a:gd name="connsiteY13" fmla="*/ 30414 h 298393"/>
                <a:gd name="connsiteX14" fmla="*/ 30580 w 212115"/>
                <a:gd name="connsiteY14" fmla="*/ 107296 h 298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2115" h="298393">
                  <a:moveTo>
                    <a:pt x="212040" y="107296"/>
                  </a:moveTo>
                  <a:cubicBezTo>
                    <a:pt x="212040" y="169560"/>
                    <a:pt x="166722" y="214930"/>
                    <a:pt x="108362" y="214930"/>
                  </a:cubicBezTo>
                  <a:cubicBezTo>
                    <a:pt x="79040" y="216078"/>
                    <a:pt x="50938" y="203164"/>
                    <a:pt x="32769" y="180191"/>
                  </a:cubicBezTo>
                  <a:lnTo>
                    <a:pt x="32769" y="298172"/>
                  </a:lnTo>
                  <a:lnTo>
                    <a:pt x="-76" y="298172"/>
                  </a:lnTo>
                  <a:lnTo>
                    <a:pt x="-76" y="3933"/>
                  </a:lnTo>
                  <a:lnTo>
                    <a:pt x="32769" y="3933"/>
                  </a:lnTo>
                  <a:lnTo>
                    <a:pt x="32769" y="34495"/>
                  </a:lnTo>
                  <a:cubicBezTo>
                    <a:pt x="50958" y="11558"/>
                    <a:pt x="79056" y="-1320"/>
                    <a:pt x="108362" y="-149"/>
                  </a:cubicBezTo>
                  <a:cubicBezTo>
                    <a:pt x="166722" y="-149"/>
                    <a:pt x="212040" y="45221"/>
                    <a:pt x="212040" y="107296"/>
                  </a:cubicBezTo>
                  <a:close/>
                  <a:moveTo>
                    <a:pt x="30580" y="107296"/>
                  </a:moveTo>
                  <a:cubicBezTo>
                    <a:pt x="30580" y="151147"/>
                    <a:pt x="61330" y="184367"/>
                    <a:pt x="104458" y="184367"/>
                  </a:cubicBezTo>
                  <a:cubicBezTo>
                    <a:pt x="147586" y="184367"/>
                    <a:pt x="178527" y="150103"/>
                    <a:pt x="178527" y="107296"/>
                  </a:cubicBezTo>
                  <a:cubicBezTo>
                    <a:pt x="178527" y="64489"/>
                    <a:pt x="148538" y="30414"/>
                    <a:pt x="104458" y="30414"/>
                  </a:cubicBezTo>
                  <a:cubicBezTo>
                    <a:pt x="60379" y="30414"/>
                    <a:pt x="30580" y="63540"/>
                    <a:pt x="30580" y="107296"/>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36" name="Freeform 35">
              <a:extLst>
                <a:ext uri="{FF2B5EF4-FFF2-40B4-BE49-F238E27FC236}">
                  <a16:creationId xmlns:a16="http://schemas.microsoft.com/office/drawing/2014/main" id="{13425342-9D91-E208-5D31-D5C13413074A}"/>
                </a:ext>
              </a:extLst>
            </p:cNvPr>
            <p:cNvSpPr/>
            <p:nvPr/>
          </p:nvSpPr>
          <p:spPr>
            <a:xfrm>
              <a:off x="5218812" y="1817058"/>
              <a:ext cx="200310" cy="215175"/>
            </a:xfrm>
            <a:custGeom>
              <a:avLst/>
              <a:gdLst>
                <a:gd name="connsiteX0" fmla="*/ 200234 w 200310"/>
                <a:gd name="connsiteY0" fmla="*/ 106558 h 215175"/>
                <a:gd name="connsiteX1" fmla="*/ 199568 w 200310"/>
                <a:gd name="connsiteY1" fmla="*/ 118802 h 215175"/>
                <a:gd name="connsiteX2" fmla="*/ 33246 w 200310"/>
                <a:gd name="connsiteY2" fmla="*/ 118802 h 215175"/>
                <a:gd name="connsiteX3" fmla="*/ 106533 w 200310"/>
                <a:gd name="connsiteY3" fmla="*/ 186292 h 215175"/>
                <a:gd name="connsiteX4" fmla="*/ 106649 w 200310"/>
                <a:gd name="connsiteY4" fmla="*/ 186288 h 215175"/>
                <a:gd name="connsiteX5" fmla="*/ 172340 w 200310"/>
                <a:gd name="connsiteY5" fmla="*/ 160281 h 215175"/>
                <a:gd name="connsiteX6" fmla="*/ 189857 w 200310"/>
                <a:gd name="connsiteY6" fmla="*/ 182586 h 215175"/>
                <a:gd name="connsiteX7" fmla="*/ 104649 w 200310"/>
                <a:gd name="connsiteY7" fmla="*/ 214857 h 215175"/>
                <a:gd name="connsiteX8" fmla="*/ -76 w 200310"/>
                <a:gd name="connsiteY8" fmla="*/ 107413 h 215175"/>
                <a:gd name="connsiteX9" fmla="*/ 102935 w 200310"/>
                <a:gd name="connsiteY9" fmla="*/ -222 h 215175"/>
                <a:gd name="connsiteX10" fmla="*/ 200234 w 200310"/>
                <a:gd name="connsiteY10" fmla="*/ 106558 h 215175"/>
                <a:gd name="connsiteX11" fmla="*/ 33722 w 200310"/>
                <a:gd name="connsiteY11" fmla="*/ 92321 h 215175"/>
                <a:gd name="connsiteX12" fmla="*/ 167008 w 200310"/>
                <a:gd name="connsiteY12" fmla="*/ 92321 h 215175"/>
                <a:gd name="connsiteX13" fmla="*/ 102174 w 200310"/>
                <a:gd name="connsiteY13" fmla="*/ 28822 h 215175"/>
                <a:gd name="connsiteX14" fmla="*/ 33722 w 200310"/>
                <a:gd name="connsiteY14" fmla="*/ 92321 h 215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0310" h="215175">
                  <a:moveTo>
                    <a:pt x="200234" y="106558"/>
                  </a:moveTo>
                  <a:cubicBezTo>
                    <a:pt x="200226" y="110648"/>
                    <a:pt x="200004" y="114735"/>
                    <a:pt x="199568" y="118802"/>
                  </a:cubicBezTo>
                  <a:lnTo>
                    <a:pt x="33246" y="118802"/>
                  </a:lnTo>
                  <a:cubicBezTo>
                    <a:pt x="34790" y="157615"/>
                    <a:pt x="67602" y="187832"/>
                    <a:pt x="106533" y="186292"/>
                  </a:cubicBezTo>
                  <a:cubicBezTo>
                    <a:pt x="106571" y="186291"/>
                    <a:pt x="106610" y="186289"/>
                    <a:pt x="106649" y="186288"/>
                  </a:cubicBezTo>
                  <a:cubicBezTo>
                    <a:pt x="131082" y="186344"/>
                    <a:pt x="154601" y="177032"/>
                    <a:pt x="172340" y="160281"/>
                  </a:cubicBezTo>
                  <a:lnTo>
                    <a:pt x="189857" y="182586"/>
                  </a:lnTo>
                  <a:cubicBezTo>
                    <a:pt x="167064" y="204487"/>
                    <a:pt x="136280" y="216147"/>
                    <a:pt x="104649" y="214857"/>
                  </a:cubicBezTo>
                  <a:cubicBezTo>
                    <a:pt x="43337" y="214857"/>
                    <a:pt x="-76" y="171386"/>
                    <a:pt x="-76" y="107413"/>
                  </a:cubicBezTo>
                  <a:cubicBezTo>
                    <a:pt x="-76" y="43439"/>
                    <a:pt x="43908" y="-222"/>
                    <a:pt x="102935" y="-222"/>
                  </a:cubicBezTo>
                  <a:cubicBezTo>
                    <a:pt x="158725" y="-222"/>
                    <a:pt x="199568" y="43629"/>
                    <a:pt x="200234" y="106558"/>
                  </a:cubicBezTo>
                  <a:close/>
                  <a:moveTo>
                    <a:pt x="33722" y="92321"/>
                  </a:moveTo>
                  <a:lnTo>
                    <a:pt x="167008" y="92321"/>
                  </a:lnTo>
                  <a:cubicBezTo>
                    <a:pt x="162819" y="53690"/>
                    <a:pt x="137399" y="28822"/>
                    <a:pt x="102174" y="28822"/>
                  </a:cubicBezTo>
                  <a:cubicBezTo>
                    <a:pt x="63521" y="28822"/>
                    <a:pt x="38958" y="55019"/>
                    <a:pt x="33722" y="92321"/>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37" name="Freeform 36">
              <a:extLst>
                <a:ext uri="{FF2B5EF4-FFF2-40B4-BE49-F238E27FC236}">
                  <a16:creationId xmlns:a16="http://schemas.microsoft.com/office/drawing/2014/main" id="{002B2C4F-86A3-796D-B479-0A4F2F9B7F7F}"/>
                </a:ext>
              </a:extLst>
            </p:cNvPr>
            <p:cNvSpPr/>
            <p:nvPr/>
          </p:nvSpPr>
          <p:spPr>
            <a:xfrm>
              <a:off x="5479672" y="1816723"/>
              <a:ext cx="132429" cy="211047"/>
            </a:xfrm>
            <a:custGeom>
              <a:avLst/>
              <a:gdLst>
                <a:gd name="connsiteX0" fmla="*/ 132354 w 132429"/>
                <a:gd name="connsiteY0" fmla="*/ 7041 h 211047"/>
                <a:gd name="connsiteX1" fmla="*/ 124452 w 132429"/>
                <a:gd name="connsiteY1" fmla="*/ 39123 h 211047"/>
                <a:gd name="connsiteX2" fmla="*/ 88274 w 132429"/>
                <a:gd name="connsiteY2" fmla="*/ 30485 h 211047"/>
                <a:gd name="connsiteX3" fmla="*/ 32580 w 132429"/>
                <a:gd name="connsiteY3" fmla="*/ 94933 h 211047"/>
                <a:gd name="connsiteX4" fmla="*/ 32580 w 132429"/>
                <a:gd name="connsiteY4" fmla="*/ 210825 h 211047"/>
                <a:gd name="connsiteX5" fmla="*/ -76 w 132429"/>
                <a:gd name="connsiteY5" fmla="*/ 210825 h 211047"/>
                <a:gd name="connsiteX6" fmla="*/ -76 w 132429"/>
                <a:gd name="connsiteY6" fmla="*/ 3909 h 211047"/>
                <a:gd name="connsiteX7" fmla="*/ 32389 w 132429"/>
                <a:gd name="connsiteY7" fmla="*/ 3909 h 211047"/>
                <a:gd name="connsiteX8" fmla="*/ 32389 w 132429"/>
                <a:gd name="connsiteY8" fmla="*/ 32953 h 211047"/>
                <a:gd name="connsiteX9" fmla="*/ 93986 w 132429"/>
                <a:gd name="connsiteY9" fmla="*/ -172 h 211047"/>
                <a:gd name="connsiteX10" fmla="*/ 132354 w 132429"/>
                <a:gd name="connsiteY10" fmla="*/ 7042 h 211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2429" h="211047">
                  <a:moveTo>
                    <a:pt x="132354" y="7041"/>
                  </a:moveTo>
                  <a:lnTo>
                    <a:pt x="124452" y="39123"/>
                  </a:lnTo>
                  <a:cubicBezTo>
                    <a:pt x="113243" y="33445"/>
                    <a:pt x="100847" y="30486"/>
                    <a:pt x="88274" y="30485"/>
                  </a:cubicBezTo>
                  <a:cubicBezTo>
                    <a:pt x="55810" y="30485"/>
                    <a:pt x="32580" y="55828"/>
                    <a:pt x="32580" y="94933"/>
                  </a:cubicBezTo>
                  <a:lnTo>
                    <a:pt x="32580" y="210825"/>
                  </a:lnTo>
                  <a:lnTo>
                    <a:pt x="-76" y="210825"/>
                  </a:lnTo>
                  <a:lnTo>
                    <a:pt x="-76" y="3909"/>
                  </a:lnTo>
                  <a:lnTo>
                    <a:pt x="32389" y="3909"/>
                  </a:lnTo>
                  <a:lnTo>
                    <a:pt x="32389" y="32953"/>
                  </a:lnTo>
                  <a:cubicBezTo>
                    <a:pt x="45830" y="12074"/>
                    <a:pt x="69102" y="-442"/>
                    <a:pt x="93986" y="-172"/>
                  </a:cubicBezTo>
                  <a:cubicBezTo>
                    <a:pt x="107152" y="-612"/>
                    <a:pt x="120253" y="1851"/>
                    <a:pt x="132354" y="7042"/>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38" name="Freeform 37">
              <a:extLst>
                <a:ext uri="{FF2B5EF4-FFF2-40B4-BE49-F238E27FC236}">
                  <a16:creationId xmlns:a16="http://schemas.microsoft.com/office/drawing/2014/main" id="{AD360F64-5AB8-3DA0-F950-A7883771C6F5}"/>
                </a:ext>
              </a:extLst>
            </p:cNvPr>
            <p:cNvSpPr/>
            <p:nvPr/>
          </p:nvSpPr>
          <p:spPr>
            <a:xfrm>
              <a:off x="5639331" y="1817512"/>
              <a:ext cx="177937" cy="214453"/>
            </a:xfrm>
            <a:custGeom>
              <a:avLst/>
              <a:gdLst>
                <a:gd name="connsiteX0" fmla="*/ 90464 w 177937"/>
                <a:gd name="connsiteY0" fmla="*/ 27894 h 214453"/>
                <a:gd name="connsiteX1" fmla="*/ 41338 w 177937"/>
                <a:gd name="connsiteY1" fmla="*/ 60450 h 214453"/>
                <a:gd name="connsiteX2" fmla="*/ 83704 w 177937"/>
                <a:gd name="connsiteY2" fmla="*/ 89494 h 214453"/>
                <a:gd name="connsiteX3" fmla="*/ 108172 w 177937"/>
                <a:gd name="connsiteY3" fmla="*/ 92531 h 214453"/>
                <a:gd name="connsiteX4" fmla="*/ 177861 w 177937"/>
                <a:gd name="connsiteY4" fmla="*/ 150240 h 214453"/>
                <a:gd name="connsiteX5" fmla="*/ 86465 w 177937"/>
                <a:gd name="connsiteY5" fmla="*/ 214214 h 214453"/>
                <a:gd name="connsiteX6" fmla="*/ -76 w 177937"/>
                <a:gd name="connsiteY6" fmla="*/ 187732 h 214453"/>
                <a:gd name="connsiteX7" fmla="*/ 15062 w 177937"/>
                <a:gd name="connsiteY7" fmla="*/ 163339 h 214453"/>
                <a:gd name="connsiteX8" fmla="*/ 86941 w 177937"/>
                <a:gd name="connsiteY8" fmla="*/ 185834 h 214453"/>
                <a:gd name="connsiteX9" fmla="*/ 144064 w 177937"/>
                <a:gd name="connsiteY9" fmla="*/ 152423 h 214453"/>
                <a:gd name="connsiteX10" fmla="*/ 100651 w 177937"/>
                <a:gd name="connsiteY10" fmla="*/ 122240 h 214453"/>
                <a:gd name="connsiteX11" fmla="*/ 75897 w 177937"/>
                <a:gd name="connsiteY11" fmla="*/ 119393 h 214453"/>
                <a:gd name="connsiteX12" fmla="*/ 7350 w 177937"/>
                <a:gd name="connsiteY12" fmla="*/ 62443 h 214453"/>
                <a:gd name="connsiteX13" fmla="*/ 90178 w 177937"/>
                <a:gd name="connsiteY13" fmla="*/ -201 h 214453"/>
                <a:gd name="connsiteX14" fmla="*/ 172530 w 177937"/>
                <a:gd name="connsiteY14" fmla="*/ 22294 h 214453"/>
                <a:gd name="connsiteX15" fmla="*/ 158249 w 177937"/>
                <a:gd name="connsiteY15" fmla="*/ 47636 h 214453"/>
                <a:gd name="connsiteX16" fmla="*/ 90464 w 177937"/>
                <a:gd name="connsiteY16" fmla="*/ 27894 h 214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7937" h="214453">
                  <a:moveTo>
                    <a:pt x="90464" y="27894"/>
                  </a:moveTo>
                  <a:cubicBezTo>
                    <a:pt x="60855" y="27894"/>
                    <a:pt x="41338" y="40328"/>
                    <a:pt x="41338" y="60450"/>
                  </a:cubicBezTo>
                  <a:cubicBezTo>
                    <a:pt x="41338" y="77914"/>
                    <a:pt x="56285" y="86172"/>
                    <a:pt x="83704" y="89494"/>
                  </a:cubicBezTo>
                  <a:lnTo>
                    <a:pt x="108172" y="92531"/>
                  </a:lnTo>
                  <a:cubicBezTo>
                    <a:pt x="152251" y="98416"/>
                    <a:pt x="177861" y="116355"/>
                    <a:pt x="177861" y="150240"/>
                  </a:cubicBezTo>
                  <a:cubicBezTo>
                    <a:pt x="177861" y="189535"/>
                    <a:pt x="142350" y="214214"/>
                    <a:pt x="86465" y="214214"/>
                  </a:cubicBezTo>
                  <a:cubicBezTo>
                    <a:pt x="55541" y="214689"/>
                    <a:pt x="25256" y="205422"/>
                    <a:pt x="-76" y="187732"/>
                  </a:cubicBezTo>
                  <a:lnTo>
                    <a:pt x="15062" y="163339"/>
                  </a:lnTo>
                  <a:cubicBezTo>
                    <a:pt x="35594" y="179085"/>
                    <a:pt x="61066" y="187057"/>
                    <a:pt x="86941" y="185834"/>
                  </a:cubicBezTo>
                  <a:cubicBezTo>
                    <a:pt x="121976" y="185834"/>
                    <a:pt x="144064" y="174254"/>
                    <a:pt x="144064" y="152423"/>
                  </a:cubicBezTo>
                  <a:cubicBezTo>
                    <a:pt x="144064" y="135813"/>
                    <a:pt x="130259" y="125752"/>
                    <a:pt x="100651" y="122240"/>
                  </a:cubicBezTo>
                  <a:lnTo>
                    <a:pt x="75897" y="119393"/>
                  </a:lnTo>
                  <a:cubicBezTo>
                    <a:pt x="28295" y="113508"/>
                    <a:pt x="7350" y="93006"/>
                    <a:pt x="7350" y="62443"/>
                  </a:cubicBezTo>
                  <a:cubicBezTo>
                    <a:pt x="7350" y="23148"/>
                    <a:pt x="40195" y="-201"/>
                    <a:pt x="90178" y="-201"/>
                  </a:cubicBezTo>
                  <a:cubicBezTo>
                    <a:pt x="119218" y="-683"/>
                    <a:pt x="147792" y="7122"/>
                    <a:pt x="172530" y="22294"/>
                  </a:cubicBezTo>
                  <a:lnTo>
                    <a:pt x="158249" y="47636"/>
                  </a:lnTo>
                  <a:cubicBezTo>
                    <a:pt x="137944" y="34879"/>
                    <a:pt x="114464" y="28041"/>
                    <a:pt x="90464" y="27894"/>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39" name="Freeform 38">
              <a:extLst>
                <a:ext uri="{FF2B5EF4-FFF2-40B4-BE49-F238E27FC236}">
                  <a16:creationId xmlns:a16="http://schemas.microsoft.com/office/drawing/2014/main" id="{EA414985-0FBE-4C93-1EDB-D93178274868}"/>
                </a:ext>
              </a:extLst>
            </p:cNvPr>
            <p:cNvSpPr/>
            <p:nvPr/>
          </p:nvSpPr>
          <p:spPr>
            <a:xfrm>
              <a:off x="5858692" y="1817011"/>
              <a:ext cx="218591" cy="217974"/>
            </a:xfrm>
            <a:custGeom>
              <a:avLst/>
              <a:gdLst>
                <a:gd name="connsiteX0" fmla="*/ 218503 w 218591"/>
                <a:gd name="connsiteY0" fmla="*/ 107270 h 217974"/>
                <a:gd name="connsiteX1" fmla="*/ 110742 w 218591"/>
                <a:gd name="connsiteY1" fmla="*/ 217741 h 217974"/>
                <a:gd name="connsiteX2" fmla="*/ -65 w 218591"/>
                <a:gd name="connsiteY2" fmla="*/ 110307 h 217974"/>
                <a:gd name="connsiteX3" fmla="*/ 107696 w 218591"/>
                <a:gd name="connsiteY3" fmla="*/ -164 h 217974"/>
                <a:gd name="connsiteX4" fmla="*/ 109113 w 218591"/>
                <a:gd name="connsiteY4" fmla="*/ -175 h 217974"/>
                <a:gd name="connsiteX5" fmla="*/ 218468 w 218591"/>
                <a:gd name="connsiteY5" fmla="*/ 102561 h 217974"/>
                <a:gd name="connsiteX6" fmla="*/ 218504 w 218591"/>
                <a:gd name="connsiteY6" fmla="*/ 107270 h 217974"/>
                <a:gd name="connsiteX7" fmla="*/ 33330 w 218591"/>
                <a:gd name="connsiteY7" fmla="*/ 107270 h 217974"/>
                <a:gd name="connsiteX8" fmla="*/ 110440 w 218591"/>
                <a:gd name="connsiteY8" fmla="*/ 182247 h 217974"/>
                <a:gd name="connsiteX9" fmla="*/ 185645 w 218591"/>
                <a:gd name="connsiteY9" fmla="*/ 105372 h 217974"/>
                <a:gd name="connsiteX10" fmla="*/ 109493 w 218591"/>
                <a:gd name="connsiteY10" fmla="*/ 30388 h 217974"/>
                <a:gd name="connsiteX11" fmla="*/ 32933 w 218591"/>
                <a:gd name="connsiteY11" fmla="*/ 103032 h 217974"/>
                <a:gd name="connsiteX12" fmla="*/ 32948 w 218591"/>
                <a:gd name="connsiteY12" fmla="*/ 107270 h 217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8591" h="217974">
                  <a:moveTo>
                    <a:pt x="218503" y="107270"/>
                  </a:moveTo>
                  <a:cubicBezTo>
                    <a:pt x="219345" y="167443"/>
                    <a:pt x="171099" y="216902"/>
                    <a:pt x="110742" y="217741"/>
                  </a:cubicBezTo>
                  <a:cubicBezTo>
                    <a:pt x="50386" y="218580"/>
                    <a:pt x="776" y="170480"/>
                    <a:pt x="-65" y="110307"/>
                  </a:cubicBezTo>
                  <a:cubicBezTo>
                    <a:pt x="-907" y="50134"/>
                    <a:pt x="47340" y="675"/>
                    <a:pt x="107696" y="-164"/>
                  </a:cubicBezTo>
                  <a:cubicBezTo>
                    <a:pt x="108168" y="-171"/>
                    <a:pt x="108641" y="-174"/>
                    <a:pt x="109113" y="-175"/>
                  </a:cubicBezTo>
                  <a:cubicBezTo>
                    <a:pt x="167767" y="-1911"/>
                    <a:pt x="216727" y="44085"/>
                    <a:pt x="218468" y="102561"/>
                  </a:cubicBezTo>
                  <a:cubicBezTo>
                    <a:pt x="218515" y="104130"/>
                    <a:pt x="218527" y="105700"/>
                    <a:pt x="218504" y="107270"/>
                  </a:cubicBezTo>
                  <a:close/>
                  <a:moveTo>
                    <a:pt x="33330" y="107270"/>
                  </a:moveTo>
                  <a:cubicBezTo>
                    <a:pt x="33856" y="149203"/>
                    <a:pt x="68379" y="182771"/>
                    <a:pt x="110440" y="182247"/>
                  </a:cubicBezTo>
                  <a:cubicBezTo>
                    <a:pt x="152500" y="181723"/>
                    <a:pt x="186171" y="147305"/>
                    <a:pt x="185645" y="105372"/>
                  </a:cubicBezTo>
                  <a:cubicBezTo>
                    <a:pt x="185124" y="63811"/>
                    <a:pt x="151184" y="30391"/>
                    <a:pt x="109493" y="30388"/>
                  </a:cubicBezTo>
                  <a:cubicBezTo>
                    <a:pt x="68231" y="29371"/>
                    <a:pt x="33953" y="61895"/>
                    <a:pt x="32933" y="103032"/>
                  </a:cubicBezTo>
                  <a:cubicBezTo>
                    <a:pt x="32898" y="104445"/>
                    <a:pt x="32903" y="105858"/>
                    <a:pt x="32948" y="107270"/>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40" name="Freeform 39">
              <a:extLst>
                <a:ext uri="{FF2B5EF4-FFF2-40B4-BE49-F238E27FC236}">
                  <a16:creationId xmlns:a16="http://schemas.microsoft.com/office/drawing/2014/main" id="{8E51CB20-FFBB-3291-D9E6-9E49CCFBEC95}"/>
                </a:ext>
              </a:extLst>
            </p:cNvPr>
            <p:cNvSpPr/>
            <p:nvPr/>
          </p:nvSpPr>
          <p:spPr>
            <a:xfrm>
              <a:off x="6138203" y="1816698"/>
              <a:ext cx="188790" cy="211073"/>
            </a:xfrm>
            <a:custGeom>
              <a:avLst/>
              <a:gdLst>
                <a:gd name="connsiteX0" fmla="*/ 188714 w 188790"/>
                <a:gd name="connsiteY0" fmla="*/ 82905 h 211073"/>
                <a:gd name="connsiteX1" fmla="*/ 188714 w 188790"/>
                <a:gd name="connsiteY1" fmla="*/ 210851 h 211073"/>
                <a:gd name="connsiteX2" fmla="*/ 156059 w 188790"/>
                <a:gd name="connsiteY2" fmla="*/ 210851 h 211073"/>
                <a:gd name="connsiteX3" fmla="*/ 156059 w 188790"/>
                <a:gd name="connsiteY3" fmla="*/ 93536 h 211073"/>
                <a:gd name="connsiteX4" fmla="*/ 96271 w 188790"/>
                <a:gd name="connsiteY4" fmla="*/ 31081 h 211073"/>
                <a:gd name="connsiteX5" fmla="*/ 32766 w 188790"/>
                <a:gd name="connsiteY5" fmla="*/ 89345 h 211073"/>
                <a:gd name="connsiteX6" fmla="*/ 32770 w 188790"/>
                <a:gd name="connsiteY6" fmla="*/ 94484 h 211073"/>
                <a:gd name="connsiteX7" fmla="*/ 32770 w 188790"/>
                <a:gd name="connsiteY7" fmla="*/ 210851 h 211073"/>
                <a:gd name="connsiteX8" fmla="*/ -76 w 188790"/>
                <a:gd name="connsiteY8" fmla="*/ 210851 h 211073"/>
                <a:gd name="connsiteX9" fmla="*/ -76 w 188790"/>
                <a:gd name="connsiteY9" fmla="*/ 3935 h 211073"/>
                <a:gd name="connsiteX10" fmla="*/ 32293 w 188790"/>
                <a:gd name="connsiteY10" fmla="*/ 3935 h 211073"/>
                <a:gd name="connsiteX11" fmla="*/ 32293 w 188790"/>
                <a:gd name="connsiteY11" fmla="*/ 33454 h 211073"/>
                <a:gd name="connsiteX12" fmla="*/ 102174 w 188790"/>
                <a:gd name="connsiteY12" fmla="*/ -147 h 211073"/>
                <a:gd name="connsiteX13" fmla="*/ 188714 w 188790"/>
                <a:gd name="connsiteY13" fmla="*/ 82905 h 211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8790" h="211073">
                  <a:moveTo>
                    <a:pt x="188714" y="82905"/>
                  </a:moveTo>
                  <a:lnTo>
                    <a:pt x="188714" y="210851"/>
                  </a:lnTo>
                  <a:lnTo>
                    <a:pt x="156059" y="210851"/>
                  </a:lnTo>
                  <a:lnTo>
                    <a:pt x="156059" y="93536"/>
                  </a:lnTo>
                  <a:cubicBezTo>
                    <a:pt x="156059" y="54051"/>
                    <a:pt x="134638" y="31081"/>
                    <a:pt x="96271" y="31081"/>
                  </a:cubicBezTo>
                  <a:cubicBezTo>
                    <a:pt x="62596" y="29687"/>
                    <a:pt x="34164" y="55773"/>
                    <a:pt x="32766" y="89345"/>
                  </a:cubicBezTo>
                  <a:cubicBezTo>
                    <a:pt x="32694" y="91058"/>
                    <a:pt x="32695" y="92772"/>
                    <a:pt x="32770" y="94484"/>
                  </a:cubicBezTo>
                  <a:lnTo>
                    <a:pt x="32770" y="210851"/>
                  </a:lnTo>
                  <a:lnTo>
                    <a:pt x="-76" y="210851"/>
                  </a:lnTo>
                  <a:lnTo>
                    <a:pt x="-76" y="3935"/>
                  </a:lnTo>
                  <a:lnTo>
                    <a:pt x="32293" y="3935"/>
                  </a:lnTo>
                  <a:lnTo>
                    <a:pt x="32293" y="33454"/>
                  </a:lnTo>
                  <a:cubicBezTo>
                    <a:pt x="48471" y="11291"/>
                    <a:pt x="74705" y="-1323"/>
                    <a:pt x="102174" y="-147"/>
                  </a:cubicBezTo>
                  <a:cubicBezTo>
                    <a:pt x="153298" y="138"/>
                    <a:pt x="188714" y="32884"/>
                    <a:pt x="188714" y="82905"/>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41" name="Freeform 40">
              <a:extLst>
                <a:ext uri="{FF2B5EF4-FFF2-40B4-BE49-F238E27FC236}">
                  <a16:creationId xmlns:a16="http://schemas.microsoft.com/office/drawing/2014/main" id="{1FFEDB3E-7A50-C253-B770-D2AEB4B36658}"/>
                </a:ext>
              </a:extLst>
            </p:cNvPr>
            <p:cNvSpPr/>
            <p:nvPr/>
          </p:nvSpPr>
          <p:spPr>
            <a:xfrm>
              <a:off x="6385164" y="1816692"/>
              <a:ext cx="212401" cy="215254"/>
            </a:xfrm>
            <a:custGeom>
              <a:avLst/>
              <a:gdLst>
                <a:gd name="connsiteX0" fmla="*/ 179670 w 212401"/>
                <a:gd name="connsiteY0" fmla="*/ 210857 h 215254"/>
                <a:gd name="connsiteX1" fmla="*/ 179670 w 212401"/>
                <a:gd name="connsiteY1" fmla="*/ 180010 h 215254"/>
                <a:gd name="connsiteX2" fmla="*/ 103507 w 212401"/>
                <a:gd name="connsiteY2" fmla="*/ 214938 h 215254"/>
                <a:gd name="connsiteX3" fmla="*/ -76 w 212401"/>
                <a:gd name="connsiteY3" fmla="*/ 107304 h 215254"/>
                <a:gd name="connsiteX4" fmla="*/ 103507 w 212401"/>
                <a:gd name="connsiteY4" fmla="*/ -141 h 215254"/>
                <a:gd name="connsiteX5" fmla="*/ 179670 w 212401"/>
                <a:gd name="connsiteY5" fmla="*/ 34788 h 215254"/>
                <a:gd name="connsiteX6" fmla="*/ 179670 w 212401"/>
                <a:gd name="connsiteY6" fmla="*/ 3941 h 215254"/>
                <a:gd name="connsiteX7" fmla="*/ 212325 w 212401"/>
                <a:gd name="connsiteY7" fmla="*/ 3941 h 215254"/>
                <a:gd name="connsiteX8" fmla="*/ 212325 w 212401"/>
                <a:gd name="connsiteY8" fmla="*/ 210857 h 215254"/>
                <a:gd name="connsiteX9" fmla="*/ 33626 w 212401"/>
                <a:gd name="connsiteY9" fmla="*/ 107304 h 215254"/>
                <a:gd name="connsiteX10" fmla="*/ 107886 w 212401"/>
                <a:gd name="connsiteY10" fmla="*/ 184376 h 215254"/>
                <a:gd name="connsiteX11" fmla="*/ 181669 w 212401"/>
                <a:gd name="connsiteY11" fmla="*/ 107304 h 215254"/>
                <a:gd name="connsiteX12" fmla="*/ 107886 w 212401"/>
                <a:gd name="connsiteY12" fmla="*/ 30422 h 215254"/>
                <a:gd name="connsiteX13" fmla="*/ 33626 w 212401"/>
                <a:gd name="connsiteY13" fmla="*/ 107589 h 215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2401" h="215254">
                  <a:moveTo>
                    <a:pt x="179670" y="210857"/>
                  </a:moveTo>
                  <a:lnTo>
                    <a:pt x="179670" y="180010"/>
                  </a:lnTo>
                  <a:cubicBezTo>
                    <a:pt x="161452" y="203259"/>
                    <a:pt x="133069" y="216275"/>
                    <a:pt x="103507" y="214938"/>
                  </a:cubicBezTo>
                  <a:cubicBezTo>
                    <a:pt x="45051" y="214938"/>
                    <a:pt x="-76" y="169569"/>
                    <a:pt x="-76" y="107304"/>
                  </a:cubicBezTo>
                  <a:cubicBezTo>
                    <a:pt x="-76" y="45039"/>
                    <a:pt x="45051" y="-141"/>
                    <a:pt x="103507" y="-141"/>
                  </a:cubicBezTo>
                  <a:cubicBezTo>
                    <a:pt x="133051" y="-1382"/>
                    <a:pt x="161391" y="11615"/>
                    <a:pt x="179670" y="34788"/>
                  </a:cubicBezTo>
                  <a:lnTo>
                    <a:pt x="179670" y="3941"/>
                  </a:lnTo>
                  <a:lnTo>
                    <a:pt x="212325" y="3941"/>
                  </a:lnTo>
                  <a:lnTo>
                    <a:pt x="212325" y="210857"/>
                  </a:lnTo>
                  <a:close/>
                  <a:moveTo>
                    <a:pt x="33626" y="107304"/>
                  </a:moveTo>
                  <a:cubicBezTo>
                    <a:pt x="33626" y="150111"/>
                    <a:pt x="63806" y="184376"/>
                    <a:pt x="107886" y="184376"/>
                  </a:cubicBezTo>
                  <a:cubicBezTo>
                    <a:pt x="151965" y="184376"/>
                    <a:pt x="181669" y="151155"/>
                    <a:pt x="181669" y="107304"/>
                  </a:cubicBezTo>
                  <a:cubicBezTo>
                    <a:pt x="181669" y="63453"/>
                    <a:pt x="151014" y="30422"/>
                    <a:pt x="107886" y="30422"/>
                  </a:cubicBezTo>
                  <a:cubicBezTo>
                    <a:pt x="64758" y="30422"/>
                    <a:pt x="33626" y="64972"/>
                    <a:pt x="33626" y="107589"/>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42" name="Freeform 41">
              <a:extLst>
                <a:ext uri="{FF2B5EF4-FFF2-40B4-BE49-F238E27FC236}">
                  <a16:creationId xmlns:a16="http://schemas.microsoft.com/office/drawing/2014/main" id="{33568DA3-F5BE-73C8-A8F5-0BDDA5E640C9}"/>
                </a:ext>
              </a:extLst>
            </p:cNvPr>
            <p:cNvSpPr/>
            <p:nvPr/>
          </p:nvSpPr>
          <p:spPr>
            <a:xfrm>
              <a:off x="6674300" y="1713505"/>
              <a:ext cx="32369" cy="314266"/>
            </a:xfrm>
            <a:custGeom>
              <a:avLst/>
              <a:gdLst>
                <a:gd name="connsiteX0" fmla="*/ -76 w 32369"/>
                <a:gd name="connsiteY0" fmla="*/ 314044 h 314266"/>
                <a:gd name="connsiteX1" fmla="*/ -76 w 32369"/>
                <a:gd name="connsiteY1" fmla="*/ -222 h 314266"/>
                <a:gd name="connsiteX2" fmla="*/ 32293 w 32369"/>
                <a:gd name="connsiteY2" fmla="*/ -222 h 314266"/>
                <a:gd name="connsiteX3" fmla="*/ 32293 w 32369"/>
                <a:gd name="connsiteY3" fmla="*/ 314044 h 314266"/>
              </a:gdLst>
              <a:ahLst/>
              <a:cxnLst>
                <a:cxn ang="0">
                  <a:pos x="connsiteX0" y="connsiteY0"/>
                </a:cxn>
                <a:cxn ang="0">
                  <a:pos x="connsiteX1" y="connsiteY1"/>
                </a:cxn>
                <a:cxn ang="0">
                  <a:pos x="connsiteX2" y="connsiteY2"/>
                </a:cxn>
                <a:cxn ang="0">
                  <a:pos x="connsiteX3" y="connsiteY3"/>
                </a:cxn>
              </a:cxnLst>
              <a:rect l="l" t="t" r="r" b="b"/>
              <a:pathLst>
                <a:path w="32369" h="314266">
                  <a:moveTo>
                    <a:pt x="-76" y="314044"/>
                  </a:moveTo>
                  <a:lnTo>
                    <a:pt x="-76" y="-222"/>
                  </a:lnTo>
                  <a:lnTo>
                    <a:pt x="32293" y="-222"/>
                  </a:lnTo>
                  <a:lnTo>
                    <a:pt x="32293" y="314044"/>
                  </a:lnTo>
                  <a:close/>
                </a:path>
              </a:pathLst>
            </a:custGeom>
            <a:grpFill/>
            <a:ln w="9511" cap="flat">
              <a:noFill/>
              <a:prstDash val="solid"/>
              <a:miter/>
            </a:ln>
          </p:spPr>
          <p:txBody>
            <a:bodyPr rtlCol="0" anchor="ctr"/>
            <a:lstStyle/>
            <a:p>
              <a:endParaRPr lang="en-US" b="1" i="0">
                <a:latin typeface="Tenorite" pitchFamily="2" charset="0"/>
              </a:endParaRPr>
            </a:p>
          </p:txBody>
        </p:sp>
      </p:grpSp>
      <p:sp>
        <p:nvSpPr>
          <p:cNvPr id="4" name="Picture Placeholder 3">
            <a:extLst>
              <a:ext uri="{FF2B5EF4-FFF2-40B4-BE49-F238E27FC236}">
                <a16:creationId xmlns:a16="http://schemas.microsoft.com/office/drawing/2014/main" id="{D46D2BB2-1BBF-8C11-8EF0-55269F18717F}"/>
              </a:ext>
            </a:extLst>
          </p:cNvPr>
          <p:cNvSpPr>
            <a:spLocks noGrp="1"/>
          </p:cNvSpPr>
          <p:nvPr>
            <p:ph type="pic" sz="quarter" idx="12" hasCustomPrompt="1"/>
          </p:nvPr>
        </p:nvSpPr>
        <p:spPr>
          <a:xfrm>
            <a:off x="5070475" y="0"/>
            <a:ext cx="7121525" cy="6858000"/>
          </a:xfrm>
          <a:custGeom>
            <a:avLst/>
            <a:gdLst>
              <a:gd name="connsiteX0" fmla="*/ 0 w 7121525"/>
              <a:gd name="connsiteY0" fmla="*/ 0 h 6858000"/>
              <a:gd name="connsiteX1" fmla="*/ 7121525 w 7121525"/>
              <a:gd name="connsiteY1" fmla="*/ 0 h 6858000"/>
              <a:gd name="connsiteX2" fmla="*/ 7121525 w 7121525"/>
              <a:gd name="connsiteY2" fmla="*/ 6858000 h 6858000"/>
              <a:gd name="connsiteX3" fmla="*/ 0 w 7121525"/>
              <a:gd name="connsiteY3" fmla="*/ 6858000 h 6858000"/>
              <a:gd name="connsiteX4" fmla="*/ 0 w 7121525"/>
              <a:gd name="connsiteY4" fmla="*/ 0 h 6858000"/>
              <a:gd name="connsiteX0" fmla="*/ 0 w 7121525"/>
              <a:gd name="connsiteY0" fmla="*/ 0 h 6858000"/>
              <a:gd name="connsiteX1" fmla="*/ 7121525 w 7121525"/>
              <a:gd name="connsiteY1" fmla="*/ 0 h 6858000"/>
              <a:gd name="connsiteX2" fmla="*/ 7121525 w 7121525"/>
              <a:gd name="connsiteY2" fmla="*/ 6858000 h 6858000"/>
              <a:gd name="connsiteX3" fmla="*/ 0 w 7121525"/>
              <a:gd name="connsiteY3" fmla="*/ 6858000 h 6858000"/>
              <a:gd name="connsiteX4" fmla="*/ 0 w 712152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21525" h="6858000">
                <a:moveTo>
                  <a:pt x="0" y="0"/>
                </a:moveTo>
                <a:lnTo>
                  <a:pt x="7121525" y="0"/>
                </a:lnTo>
                <a:lnTo>
                  <a:pt x="7121525" y="6858000"/>
                </a:lnTo>
                <a:lnTo>
                  <a:pt x="0" y="6858000"/>
                </a:lnTo>
                <a:cubicBezTo>
                  <a:pt x="679010" y="3304515"/>
                  <a:pt x="0" y="2286000"/>
                  <a:pt x="0" y="0"/>
                </a:cubicBezTo>
                <a:close/>
              </a:path>
            </a:pathLst>
          </a:custGeom>
          <a:solidFill>
            <a:schemeClr val="bg2">
              <a:lumMod val="90000"/>
            </a:schemeClr>
          </a:solidFill>
          <a:ln>
            <a:noFill/>
          </a:ln>
        </p:spPr>
        <p:txBody>
          <a:bodyPr anchor="ctr"/>
          <a:lstStyle>
            <a:lvl1pPr algn="ctr">
              <a:defRPr sz="1800"/>
            </a:lvl1pPr>
          </a:lstStyle>
          <a:p>
            <a:r>
              <a:rPr lang="en-US"/>
              <a:t>Click to insert photo</a:t>
            </a:r>
            <a:br>
              <a:rPr lang="en-US"/>
            </a:br>
            <a:br>
              <a:rPr lang="en-US"/>
            </a:br>
            <a:br>
              <a:rPr lang="en-US"/>
            </a:br>
            <a:br>
              <a:rPr lang="en-US"/>
            </a:br>
            <a:endParaRPr lang="en-US"/>
          </a:p>
        </p:txBody>
      </p:sp>
    </p:spTree>
    <p:extLst>
      <p:ext uri="{BB962C8B-B14F-4D97-AF65-F5344CB8AC3E}">
        <p14:creationId xmlns:p14="http://schemas.microsoft.com/office/powerpoint/2010/main" val="3136780675"/>
      </p:ext>
    </p:extLst>
  </p:cSld>
  <p:clrMapOvr>
    <a:masterClrMapping/>
  </p:clrMapOvr>
  <p:extLst>
    <p:ext uri="{DCECCB84-F9BA-43D5-87BE-67443E8EF086}">
      <p15:sldGuideLst xmlns:p15="http://schemas.microsoft.com/office/powerpoint/2012/main">
        <p15:guide id="1" orient="horz" pos="60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cSld name="Cover 2">
    <p:spTree>
      <p:nvGrpSpPr>
        <p:cNvPr id="1" name=""/>
        <p:cNvGrpSpPr/>
        <p:nvPr/>
      </p:nvGrpSpPr>
      <p:grpSpPr>
        <a:xfrm>
          <a:off x="0" y="0"/>
          <a:ext cx="0" cy="0"/>
          <a:chOff x="0" y="0"/>
          <a:chExt cx="0" cy="0"/>
        </a:xfrm>
      </p:grpSpPr>
      <p:sp>
        <p:nvSpPr>
          <p:cNvPr id="18" name="Title 1"/>
          <p:cNvSpPr>
            <a:spLocks noGrp="1"/>
          </p:cNvSpPr>
          <p:nvPr>
            <p:ph type="ctrTitle" hasCustomPrompt="1"/>
          </p:nvPr>
        </p:nvSpPr>
        <p:spPr>
          <a:xfrm>
            <a:off x="380999" y="5267048"/>
            <a:ext cx="11430002" cy="532033"/>
          </a:xfrm>
          <a:prstGeom prst="rect">
            <a:avLst/>
          </a:prstGeom>
        </p:spPr>
        <p:txBody>
          <a:bodyPr lIns="0" tIns="0" rIns="45720" bIns="0" anchor="b" anchorCtr="0"/>
          <a:lstStyle>
            <a:lvl1pPr algn="l">
              <a:lnSpc>
                <a:spcPct val="100000"/>
              </a:lnSpc>
              <a:defRPr sz="3200" b="1" i="0" spc="-20" baseline="0">
                <a:solidFill>
                  <a:schemeClr val="accent1"/>
                </a:solidFill>
                <a:latin typeface="Tenorite" pitchFamily="2" charset="0"/>
              </a:defRPr>
            </a:lvl1pPr>
          </a:lstStyle>
          <a:p>
            <a:r>
              <a:rPr lang="en-US"/>
              <a:t>Click to edit title (sentence case)</a:t>
            </a:r>
          </a:p>
        </p:txBody>
      </p:sp>
      <p:sp>
        <p:nvSpPr>
          <p:cNvPr id="8" name="Text Placeholder 36">
            <a:extLst>
              <a:ext uri="{FF2B5EF4-FFF2-40B4-BE49-F238E27FC236}">
                <a16:creationId xmlns:a16="http://schemas.microsoft.com/office/drawing/2014/main" id="{4361082C-1176-45D0-A0DB-7FE1F1BCBE18}"/>
              </a:ext>
            </a:extLst>
          </p:cNvPr>
          <p:cNvSpPr>
            <a:spLocks noGrp="1"/>
          </p:cNvSpPr>
          <p:nvPr>
            <p:ph type="body" sz="quarter" idx="15" hasCustomPrompt="1"/>
          </p:nvPr>
        </p:nvSpPr>
        <p:spPr>
          <a:xfrm>
            <a:off x="380999" y="5910269"/>
            <a:ext cx="11430002" cy="263525"/>
          </a:xfrm>
          <a:prstGeom prst="rect">
            <a:avLst/>
          </a:prstGeom>
        </p:spPr>
        <p:txBody>
          <a:bodyPr lIns="0" tIns="0" rIns="45720" anchor="t"/>
          <a:lstStyle>
            <a:lvl1pPr algn="l">
              <a:lnSpc>
                <a:spcPct val="100000"/>
              </a:lnSpc>
              <a:spcBef>
                <a:spcPts val="0"/>
              </a:spcBef>
              <a:defRPr sz="1800" b="0" i="0">
                <a:solidFill>
                  <a:schemeClr val="accent2"/>
                </a:solidFill>
                <a:latin typeface="Tenorite" pitchFamily="2" charset="0"/>
              </a:defRPr>
            </a:lvl1pPr>
          </a:lstStyle>
          <a:p>
            <a:r>
              <a:rPr lang="en-US"/>
              <a:t>Click here to edit sub-header or presenter name</a:t>
            </a:r>
          </a:p>
        </p:txBody>
      </p:sp>
      <p:sp>
        <p:nvSpPr>
          <p:cNvPr id="85" name="Picture Placeholder 2">
            <a:extLst>
              <a:ext uri="{FF2B5EF4-FFF2-40B4-BE49-F238E27FC236}">
                <a16:creationId xmlns:a16="http://schemas.microsoft.com/office/drawing/2014/main" id="{E64A1959-16B1-0A42-88C6-151B96834274}"/>
              </a:ext>
            </a:extLst>
          </p:cNvPr>
          <p:cNvSpPr>
            <a:spLocks noGrp="1"/>
          </p:cNvSpPr>
          <p:nvPr>
            <p:ph type="pic" sz="quarter" idx="17" hasCustomPrompt="1"/>
          </p:nvPr>
        </p:nvSpPr>
        <p:spPr>
          <a:xfrm>
            <a:off x="380999" y="1108365"/>
            <a:ext cx="3613578" cy="3472872"/>
          </a:xfrm>
          <a:prstGeom prst="roundRect">
            <a:avLst>
              <a:gd name="adj" fmla="val 3281"/>
            </a:avLst>
          </a:prstGeom>
          <a:solidFill>
            <a:schemeClr val="bg2">
              <a:lumMod val="90000"/>
            </a:schemeClr>
          </a:solidFill>
          <a:ln w="28575">
            <a:noFill/>
          </a:ln>
        </p:spPr>
        <p:txBody>
          <a:bodyPr bIns="1005840" anchor="ctr"/>
          <a:lstStyle>
            <a:lvl1pPr algn="ctr">
              <a:defRPr sz="1400" b="0" i="0">
                <a:solidFill>
                  <a:schemeClr val="accent1">
                    <a:lumMod val="75000"/>
                    <a:lumOff val="25000"/>
                  </a:schemeClr>
                </a:solidFill>
                <a:latin typeface="Tenorite" pitchFamily="2" charset="0"/>
              </a:defRPr>
            </a:lvl1pPr>
          </a:lstStyle>
          <a:p>
            <a:r>
              <a:rPr lang="en-US"/>
              <a:t>    Place picture here</a:t>
            </a:r>
          </a:p>
        </p:txBody>
      </p:sp>
      <p:sp>
        <p:nvSpPr>
          <p:cNvPr id="63" name="TextBox 62">
            <a:extLst>
              <a:ext uri="{FF2B5EF4-FFF2-40B4-BE49-F238E27FC236}">
                <a16:creationId xmlns:a16="http://schemas.microsoft.com/office/drawing/2014/main" id="{181B5612-E4B8-E446-87C7-88B188A05B19}"/>
              </a:ext>
            </a:extLst>
          </p:cNvPr>
          <p:cNvSpPr txBox="1"/>
          <p:nvPr/>
        </p:nvSpPr>
        <p:spPr>
          <a:xfrm>
            <a:off x="9803686" y="6538640"/>
            <a:ext cx="2213206" cy="191268"/>
          </a:xfrm>
          <a:prstGeom prst="rect">
            <a:avLst/>
          </a:prstGeom>
          <a:noFill/>
        </p:spPr>
        <p:txBody>
          <a:bodyPr wrap="square" lIns="0" tIns="0" rIns="0" bIns="0" rtlCol="0" anchor="b" anchorCtr="0">
            <a:noAutofit/>
          </a:bodyPr>
          <a:lstStyle/>
          <a:p>
            <a:pPr algn="r"/>
            <a:r>
              <a:rPr lang="en-GB" sz="800" b="0" i="0">
                <a:solidFill>
                  <a:schemeClr val="accent1"/>
                </a:solidFill>
                <a:latin typeface="Tenorite" pitchFamily="2" charset="0"/>
              </a:rPr>
              <a:t>Copyright © </a:t>
            </a:r>
            <a:fld id="{3C3F3031-B20F-4E2D-93DE-02109032E88C}" type="datetimeyyyy">
              <a:rPr lang="en-US" sz="800" b="0" i="0" smtClean="0">
                <a:solidFill>
                  <a:schemeClr val="accent1"/>
                </a:solidFill>
                <a:latin typeface="Tenorite" pitchFamily="2" charset="0"/>
              </a:rPr>
              <a:t>2026</a:t>
            </a:fld>
            <a:r>
              <a:rPr lang="en-GB" sz="800" b="0" i="0">
                <a:solidFill>
                  <a:schemeClr val="accent1"/>
                </a:solidFill>
                <a:latin typeface="Tenorite" pitchFamily="2" charset="0"/>
              </a:rPr>
              <a:t> BTS</a:t>
            </a:r>
          </a:p>
        </p:txBody>
      </p:sp>
      <p:sp>
        <p:nvSpPr>
          <p:cNvPr id="2" name="Picture Placeholder 2">
            <a:extLst>
              <a:ext uri="{FF2B5EF4-FFF2-40B4-BE49-F238E27FC236}">
                <a16:creationId xmlns:a16="http://schemas.microsoft.com/office/drawing/2014/main" id="{7679F93D-5A29-AEE0-4B45-1311FDAB2B76}"/>
              </a:ext>
            </a:extLst>
          </p:cNvPr>
          <p:cNvSpPr>
            <a:spLocks noGrp="1"/>
          </p:cNvSpPr>
          <p:nvPr>
            <p:ph type="pic" sz="quarter" idx="18" hasCustomPrompt="1"/>
          </p:nvPr>
        </p:nvSpPr>
        <p:spPr>
          <a:xfrm>
            <a:off x="4289211" y="1108365"/>
            <a:ext cx="3613578" cy="3472872"/>
          </a:xfrm>
          <a:prstGeom prst="roundRect">
            <a:avLst>
              <a:gd name="adj" fmla="val 3281"/>
            </a:avLst>
          </a:prstGeom>
          <a:solidFill>
            <a:schemeClr val="bg2">
              <a:lumMod val="90000"/>
            </a:schemeClr>
          </a:solidFill>
          <a:ln w="28575">
            <a:noFill/>
          </a:ln>
        </p:spPr>
        <p:txBody>
          <a:bodyPr bIns="1005840" anchor="ctr"/>
          <a:lstStyle>
            <a:lvl1pPr algn="ctr">
              <a:defRPr sz="1400" b="0" i="0">
                <a:solidFill>
                  <a:schemeClr val="accent1">
                    <a:lumMod val="75000"/>
                    <a:lumOff val="25000"/>
                  </a:schemeClr>
                </a:solidFill>
                <a:latin typeface="Tenorite" pitchFamily="2" charset="0"/>
              </a:defRPr>
            </a:lvl1pPr>
          </a:lstStyle>
          <a:p>
            <a:r>
              <a:rPr lang="en-US"/>
              <a:t>    Place picture here</a:t>
            </a:r>
          </a:p>
        </p:txBody>
      </p:sp>
      <p:sp>
        <p:nvSpPr>
          <p:cNvPr id="3" name="Picture Placeholder 2">
            <a:extLst>
              <a:ext uri="{FF2B5EF4-FFF2-40B4-BE49-F238E27FC236}">
                <a16:creationId xmlns:a16="http://schemas.microsoft.com/office/drawing/2014/main" id="{443DE4F4-2E48-6D65-AF61-962B312729BE}"/>
              </a:ext>
            </a:extLst>
          </p:cNvPr>
          <p:cNvSpPr>
            <a:spLocks noGrp="1"/>
          </p:cNvSpPr>
          <p:nvPr>
            <p:ph type="pic" sz="quarter" idx="19" hasCustomPrompt="1"/>
          </p:nvPr>
        </p:nvSpPr>
        <p:spPr>
          <a:xfrm>
            <a:off x="8197423" y="1108365"/>
            <a:ext cx="3613578" cy="3472872"/>
          </a:xfrm>
          <a:prstGeom prst="roundRect">
            <a:avLst>
              <a:gd name="adj" fmla="val 3281"/>
            </a:avLst>
          </a:prstGeom>
          <a:solidFill>
            <a:schemeClr val="bg2">
              <a:lumMod val="90000"/>
            </a:schemeClr>
          </a:solidFill>
          <a:ln w="28575">
            <a:noFill/>
          </a:ln>
        </p:spPr>
        <p:txBody>
          <a:bodyPr bIns="1005840" anchor="ctr"/>
          <a:lstStyle>
            <a:lvl1pPr algn="ctr">
              <a:defRPr sz="1400" b="0" i="0">
                <a:solidFill>
                  <a:schemeClr val="accent1">
                    <a:lumMod val="75000"/>
                    <a:lumOff val="25000"/>
                  </a:schemeClr>
                </a:solidFill>
                <a:latin typeface="Tenorite" pitchFamily="2" charset="0"/>
              </a:defRPr>
            </a:lvl1pPr>
          </a:lstStyle>
          <a:p>
            <a:r>
              <a:rPr lang="en-US"/>
              <a:t>    Place picture here</a:t>
            </a:r>
          </a:p>
        </p:txBody>
      </p:sp>
      <p:grpSp>
        <p:nvGrpSpPr>
          <p:cNvPr id="4" name="Group 3">
            <a:extLst>
              <a:ext uri="{FF2B5EF4-FFF2-40B4-BE49-F238E27FC236}">
                <a16:creationId xmlns:a16="http://schemas.microsoft.com/office/drawing/2014/main" id="{5E67BAB5-5FF2-4FAF-0692-88F3FFB6916C}"/>
              </a:ext>
            </a:extLst>
          </p:cNvPr>
          <p:cNvGrpSpPr/>
          <p:nvPr/>
        </p:nvGrpSpPr>
        <p:grpSpPr>
          <a:xfrm>
            <a:off x="380999" y="304800"/>
            <a:ext cx="1494599" cy="406032"/>
            <a:chOff x="55677" y="311884"/>
            <a:chExt cx="6650992" cy="1806849"/>
          </a:xfrm>
        </p:grpSpPr>
        <p:sp>
          <p:nvSpPr>
            <p:cNvPr id="5" name="Freeform 4">
              <a:extLst>
                <a:ext uri="{FF2B5EF4-FFF2-40B4-BE49-F238E27FC236}">
                  <a16:creationId xmlns:a16="http://schemas.microsoft.com/office/drawing/2014/main" id="{5F23B5E0-B86A-964F-0B0C-DE0349E34202}"/>
                </a:ext>
              </a:extLst>
            </p:cNvPr>
            <p:cNvSpPr/>
            <p:nvPr/>
          </p:nvSpPr>
          <p:spPr>
            <a:xfrm>
              <a:off x="821884" y="972782"/>
              <a:ext cx="537334" cy="535704"/>
            </a:xfrm>
            <a:custGeom>
              <a:avLst/>
              <a:gdLst>
                <a:gd name="connsiteX0" fmla="*/ 195950 w 537334"/>
                <a:gd name="connsiteY0" fmla="*/ 267535 h 535704"/>
                <a:gd name="connsiteX1" fmla="*/ 268592 w 537334"/>
                <a:gd name="connsiteY1" fmla="*/ 195114 h 535704"/>
                <a:gd name="connsiteX2" fmla="*/ 341233 w 537334"/>
                <a:gd name="connsiteY2" fmla="*/ 267535 h 535704"/>
                <a:gd name="connsiteX3" fmla="*/ 268592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2" y="195114"/>
                  </a:cubicBezTo>
                  <a:cubicBezTo>
                    <a:pt x="308710" y="195114"/>
                    <a:pt x="341233" y="227538"/>
                    <a:pt x="341233" y="267535"/>
                  </a:cubicBezTo>
                  <a:cubicBezTo>
                    <a:pt x="341233" y="307532"/>
                    <a:pt x="308710" y="339956"/>
                    <a:pt x="268592" y="339956"/>
                  </a:cubicBezTo>
                  <a:cubicBezTo>
                    <a:pt x="228495" y="339904"/>
                    <a:pt x="196003" y="307510"/>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rgbClr val="CD1D6A"/>
            </a:solidFill>
            <a:ln w="9511" cap="flat">
              <a:noFill/>
              <a:prstDash val="solid"/>
              <a:miter/>
            </a:ln>
          </p:spPr>
          <p:txBody>
            <a:bodyPr rtlCol="0" anchor="ctr"/>
            <a:lstStyle/>
            <a:p>
              <a:endParaRPr lang="en-US" b="1" i="0">
                <a:latin typeface="Tenorite" pitchFamily="2" charset="0"/>
              </a:endParaRPr>
            </a:p>
          </p:txBody>
        </p:sp>
        <p:sp>
          <p:nvSpPr>
            <p:cNvPr id="6" name="Freeform 5">
              <a:extLst>
                <a:ext uri="{FF2B5EF4-FFF2-40B4-BE49-F238E27FC236}">
                  <a16:creationId xmlns:a16="http://schemas.microsoft.com/office/drawing/2014/main" id="{C60BF163-DB85-B7CC-8EC2-587D0BED8D44}"/>
                </a:ext>
              </a:extLst>
            </p:cNvPr>
            <p:cNvSpPr/>
            <p:nvPr/>
          </p:nvSpPr>
          <p:spPr>
            <a:xfrm>
              <a:off x="55677" y="972782"/>
              <a:ext cx="537334" cy="535704"/>
            </a:xfrm>
            <a:custGeom>
              <a:avLst/>
              <a:gdLst>
                <a:gd name="connsiteX0" fmla="*/ 195950 w 537334"/>
                <a:gd name="connsiteY0" fmla="*/ 267535 h 535704"/>
                <a:gd name="connsiteX1" fmla="*/ 268591 w 537334"/>
                <a:gd name="connsiteY1" fmla="*/ 195114 h 535704"/>
                <a:gd name="connsiteX2" fmla="*/ 341232 w 537334"/>
                <a:gd name="connsiteY2" fmla="*/ 267535 h 535704"/>
                <a:gd name="connsiteX3" fmla="*/ 268591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1" y="195114"/>
                  </a:cubicBezTo>
                  <a:cubicBezTo>
                    <a:pt x="308710" y="195114"/>
                    <a:pt x="341232" y="227538"/>
                    <a:pt x="341232" y="267535"/>
                  </a:cubicBezTo>
                  <a:cubicBezTo>
                    <a:pt x="341232" y="307532"/>
                    <a:pt x="308710" y="339956"/>
                    <a:pt x="268591" y="339956"/>
                  </a:cubicBezTo>
                  <a:cubicBezTo>
                    <a:pt x="228473" y="339956"/>
                    <a:pt x="195950" y="307532"/>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rgbClr val="CD1D6A"/>
            </a:solidFill>
            <a:ln w="9511" cap="flat">
              <a:noFill/>
              <a:prstDash val="solid"/>
              <a:miter/>
            </a:ln>
          </p:spPr>
          <p:txBody>
            <a:bodyPr rtlCol="0" anchor="ctr"/>
            <a:lstStyle/>
            <a:p>
              <a:endParaRPr lang="en-US" b="1" i="0">
                <a:latin typeface="Tenorite" pitchFamily="2" charset="0"/>
              </a:endParaRPr>
            </a:p>
          </p:txBody>
        </p:sp>
        <p:sp>
          <p:nvSpPr>
            <p:cNvPr id="7" name="Freeform 6">
              <a:extLst>
                <a:ext uri="{FF2B5EF4-FFF2-40B4-BE49-F238E27FC236}">
                  <a16:creationId xmlns:a16="http://schemas.microsoft.com/office/drawing/2014/main" id="{1251CF05-324F-7386-1FE1-97A3FB6C17DD}"/>
                </a:ext>
              </a:extLst>
            </p:cNvPr>
            <p:cNvSpPr/>
            <p:nvPr/>
          </p:nvSpPr>
          <p:spPr>
            <a:xfrm>
              <a:off x="1633122" y="516712"/>
              <a:ext cx="655673" cy="969280"/>
            </a:xfrm>
            <a:custGeom>
              <a:avLst/>
              <a:gdLst>
                <a:gd name="connsiteX0" fmla="*/ 655598 w 655673"/>
                <a:gd name="connsiteY0" fmla="*/ 635619 h 969280"/>
                <a:gd name="connsiteX1" fmla="*/ 337710 w 655673"/>
                <a:gd name="connsiteY1" fmla="*/ 302180 h 969280"/>
                <a:gd name="connsiteX2" fmla="*/ 138637 w 655673"/>
                <a:gd name="connsiteY2" fmla="*/ 394153 h 969280"/>
                <a:gd name="connsiteX3" fmla="*/ 138637 w 655673"/>
                <a:gd name="connsiteY3" fmla="*/ -222 h 969280"/>
                <a:gd name="connsiteX4" fmla="*/ -76 w 655673"/>
                <a:gd name="connsiteY4" fmla="*/ -222 h 969280"/>
                <a:gd name="connsiteX5" fmla="*/ -76 w 655673"/>
                <a:gd name="connsiteY5" fmla="*/ 952542 h 969280"/>
                <a:gd name="connsiteX6" fmla="*/ 138637 w 655673"/>
                <a:gd name="connsiteY6" fmla="*/ 952542 h 969280"/>
                <a:gd name="connsiteX7" fmla="*/ 138637 w 655673"/>
                <a:gd name="connsiteY7" fmla="*/ 877085 h 969280"/>
                <a:gd name="connsiteX8" fmla="*/ 337710 w 655673"/>
                <a:gd name="connsiteY8" fmla="*/ 969058 h 969280"/>
                <a:gd name="connsiteX9" fmla="*/ 655598 w 655673"/>
                <a:gd name="connsiteY9" fmla="*/ 635619 h 969280"/>
                <a:gd name="connsiteX10" fmla="*/ 512791 w 655673"/>
                <a:gd name="connsiteY10" fmla="*/ 635619 h 969280"/>
                <a:gd name="connsiteX11" fmla="*/ 321049 w 655673"/>
                <a:gd name="connsiteY11" fmla="*/ 838738 h 969280"/>
                <a:gd name="connsiteX12" fmla="*/ 129212 w 655673"/>
                <a:gd name="connsiteY12" fmla="*/ 635619 h 969280"/>
                <a:gd name="connsiteX13" fmla="*/ 321049 w 655673"/>
                <a:gd name="connsiteY13" fmla="*/ 432499 h 969280"/>
                <a:gd name="connsiteX14" fmla="*/ 512791 w 655673"/>
                <a:gd name="connsiteY14" fmla="*/ 635619 h 96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5673" h="969280">
                  <a:moveTo>
                    <a:pt x="655598" y="635619"/>
                  </a:moveTo>
                  <a:cubicBezTo>
                    <a:pt x="655598" y="441801"/>
                    <a:pt x="515552" y="302180"/>
                    <a:pt x="337710" y="302180"/>
                  </a:cubicBezTo>
                  <a:cubicBezTo>
                    <a:pt x="246789" y="302180"/>
                    <a:pt x="183098" y="338532"/>
                    <a:pt x="138637" y="394153"/>
                  </a:cubicBezTo>
                  <a:lnTo>
                    <a:pt x="138637" y="-222"/>
                  </a:lnTo>
                  <a:lnTo>
                    <a:pt x="-76" y="-222"/>
                  </a:lnTo>
                  <a:lnTo>
                    <a:pt x="-76" y="952542"/>
                  </a:lnTo>
                  <a:lnTo>
                    <a:pt x="138637" y="952542"/>
                  </a:lnTo>
                  <a:lnTo>
                    <a:pt x="138637" y="877085"/>
                  </a:lnTo>
                  <a:cubicBezTo>
                    <a:pt x="183098" y="932705"/>
                    <a:pt x="246789" y="969058"/>
                    <a:pt x="337710" y="969058"/>
                  </a:cubicBezTo>
                  <a:cubicBezTo>
                    <a:pt x="515552" y="969058"/>
                    <a:pt x="655598" y="829437"/>
                    <a:pt x="655598" y="635619"/>
                  </a:cubicBezTo>
                  <a:moveTo>
                    <a:pt x="512791" y="635619"/>
                  </a:moveTo>
                  <a:cubicBezTo>
                    <a:pt x="512791" y="746765"/>
                    <a:pt x="440435" y="838738"/>
                    <a:pt x="321049" y="838738"/>
                  </a:cubicBezTo>
                  <a:cubicBezTo>
                    <a:pt x="206804" y="838738"/>
                    <a:pt x="129212" y="751416"/>
                    <a:pt x="129212" y="635619"/>
                  </a:cubicBezTo>
                  <a:cubicBezTo>
                    <a:pt x="129212" y="519821"/>
                    <a:pt x="206899" y="432499"/>
                    <a:pt x="321049" y="432499"/>
                  </a:cubicBezTo>
                  <a:cubicBezTo>
                    <a:pt x="440435" y="432499"/>
                    <a:pt x="512791" y="524472"/>
                    <a:pt x="512791" y="635619"/>
                  </a:cubicBezTo>
                </a:path>
              </a:pathLst>
            </a:custGeom>
            <a:solidFill>
              <a:srgbClr val="23272A"/>
            </a:solidFill>
            <a:ln w="9511" cap="flat">
              <a:noFill/>
              <a:prstDash val="solid"/>
              <a:miter/>
            </a:ln>
          </p:spPr>
          <p:txBody>
            <a:bodyPr rtlCol="0" anchor="ctr"/>
            <a:lstStyle/>
            <a:p>
              <a:endParaRPr lang="en-US" b="1" i="0">
                <a:latin typeface="Tenorite" pitchFamily="2" charset="0"/>
              </a:endParaRPr>
            </a:p>
          </p:txBody>
        </p:sp>
        <p:sp>
          <p:nvSpPr>
            <p:cNvPr id="9" name="Freeform 8">
              <a:extLst>
                <a:ext uri="{FF2B5EF4-FFF2-40B4-BE49-F238E27FC236}">
                  <a16:creationId xmlns:a16="http://schemas.microsoft.com/office/drawing/2014/main" id="{9EDAD6B7-7E50-E5B5-EC6B-95044F9435DF}"/>
                </a:ext>
              </a:extLst>
            </p:cNvPr>
            <p:cNvSpPr/>
            <p:nvPr/>
          </p:nvSpPr>
          <p:spPr>
            <a:xfrm>
              <a:off x="2403803" y="643804"/>
              <a:ext cx="423565" cy="842282"/>
            </a:xfrm>
            <a:custGeom>
              <a:avLst/>
              <a:gdLst>
                <a:gd name="connsiteX0" fmla="*/ 382837 w 423565"/>
                <a:gd name="connsiteY0" fmla="*/ 317366 h 842282"/>
                <a:gd name="connsiteX1" fmla="*/ 382837 w 423565"/>
                <a:gd name="connsiteY1" fmla="*/ 191603 h 842282"/>
                <a:gd name="connsiteX2" fmla="*/ 139303 w 423565"/>
                <a:gd name="connsiteY2" fmla="*/ 191603 h 842282"/>
                <a:gd name="connsiteX3" fmla="*/ 139303 w 423565"/>
                <a:gd name="connsiteY3" fmla="*/ -222 h 842282"/>
                <a:gd name="connsiteX4" fmla="*/ -76 w 423565"/>
                <a:gd name="connsiteY4" fmla="*/ -222 h 842282"/>
                <a:gd name="connsiteX5" fmla="*/ -76 w 423565"/>
                <a:gd name="connsiteY5" fmla="*/ 595944 h 842282"/>
                <a:gd name="connsiteX6" fmla="*/ 228415 w 423565"/>
                <a:gd name="connsiteY6" fmla="*/ 842060 h 842282"/>
                <a:gd name="connsiteX7" fmla="*/ 423489 w 423565"/>
                <a:gd name="connsiteY7" fmla="*/ 779226 h 842282"/>
                <a:gd name="connsiteX8" fmla="*/ 368461 w 423565"/>
                <a:gd name="connsiteY8" fmla="*/ 668744 h 842282"/>
                <a:gd name="connsiteX9" fmla="*/ 240316 w 423565"/>
                <a:gd name="connsiteY9" fmla="*/ 711741 h 842282"/>
                <a:gd name="connsiteX10" fmla="*/ 139494 w 423565"/>
                <a:gd name="connsiteY10" fmla="*/ 593286 h 842282"/>
                <a:gd name="connsiteX11" fmla="*/ 139494 w 423565"/>
                <a:gd name="connsiteY11" fmla="*/ 317366 h 8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3565" h="842282">
                  <a:moveTo>
                    <a:pt x="382837" y="317366"/>
                  </a:moveTo>
                  <a:lnTo>
                    <a:pt x="382837" y="191603"/>
                  </a:lnTo>
                  <a:lnTo>
                    <a:pt x="139303" y="191603"/>
                  </a:lnTo>
                  <a:lnTo>
                    <a:pt x="139303" y="-222"/>
                  </a:lnTo>
                  <a:lnTo>
                    <a:pt x="-76" y="-222"/>
                  </a:lnTo>
                  <a:lnTo>
                    <a:pt x="-76" y="595944"/>
                  </a:lnTo>
                  <a:cubicBezTo>
                    <a:pt x="-76" y="764704"/>
                    <a:pt x="84180" y="842060"/>
                    <a:pt x="228415" y="842060"/>
                  </a:cubicBezTo>
                  <a:cubicBezTo>
                    <a:pt x="298354" y="841491"/>
                    <a:pt x="366437" y="819561"/>
                    <a:pt x="423489" y="779226"/>
                  </a:cubicBezTo>
                  <a:lnTo>
                    <a:pt x="368461" y="668744"/>
                  </a:lnTo>
                  <a:cubicBezTo>
                    <a:pt x="330379" y="692568"/>
                    <a:pt x="283443" y="711741"/>
                    <a:pt x="240316" y="711741"/>
                  </a:cubicBezTo>
                  <a:cubicBezTo>
                    <a:pt x="184621" y="711741"/>
                    <a:pt x="139494" y="677951"/>
                    <a:pt x="139494" y="593286"/>
                  </a:cubicBezTo>
                  <a:lnTo>
                    <a:pt x="139494" y="317366"/>
                  </a:lnTo>
                  <a:close/>
                </a:path>
              </a:pathLst>
            </a:custGeom>
            <a:solidFill>
              <a:srgbClr val="23272A"/>
            </a:solidFill>
            <a:ln w="9511" cap="flat">
              <a:noFill/>
              <a:prstDash val="solid"/>
              <a:miter/>
            </a:ln>
          </p:spPr>
          <p:txBody>
            <a:bodyPr rtlCol="0" anchor="ctr"/>
            <a:lstStyle/>
            <a:p>
              <a:endParaRPr lang="en-US" b="1" i="0">
                <a:latin typeface="Tenorite" pitchFamily="2" charset="0"/>
              </a:endParaRPr>
            </a:p>
          </p:txBody>
        </p:sp>
        <p:sp>
          <p:nvSpPr>
            <p:cNvPr id="10" name="Freeform 9">
              <a:extLst>
                <a:ext uri="{FF2B5EF4-FFF2-40B4-BE49-F238E27FC236}">
                  <a16:creationId xmlns:a16="http://schemas.microsoft.com/office/drawing/2014/main" id="{B11E9924-EBD5-56C5-7E38-38671A69468B}"/>
                </a:ext>
              </a:extLst>
            </p:cNvPr>
            <p:cNvSpPr/>
            <p:nvPr/>
          </p:nvSpPr>
          <p:spPr>
            <a:xfrm>
              <a:off x="2926571" y="819728"/>
              <a:ext cx="562087" cy="665599"/>
            </a:xfrm>
            <a:custGeom>
              <a:avLst/>
              <a:gdLst>
                <a:gd name="connsiteX0" fmla="*/ 509649 w 562087"/>
                <a:gd name="connsiteY0" fmla="*/ 46621 h 665599"/>
                <a:gd name="connsiteX1" fmla="*/ 288680 w 562087"/>
                <a:gd name="connsiteY1" fmla="*/ -172 h 665599"/>
                <a:gd name="connsiteX2" fmla="*/ 25915 w 562087"/>
                <a:gd name="connsiteY2" fmla="*/ 202947 h 665599"/>
                <a:gd name="connsiteX3" fmla="*/ 241553 w 562087"/>
                <a:gd name="connsiteY3" fmla="*/ 388887 h 665599"/>
                <a:gd name="connsiteX4" fmla="*/ 308196 w 562087"/>
                <a:gd name="connsiteY4" fmla="*/ 397430 h 665599"/>
                <a:gd name="connsiteX5" fmla="*/ 418348 w 562087"/>
                <a:gd name="connsiteY5" fmla="*/ 467573 h 665599"/>
                <a:gd name="connsiteX6" fmla="*/ 273732 w 562087"/>
                <a:gd name="connsiteY6" fmla="*/ 545024 h 665599"/>
                <a:gd name="connsiteX7" fmla="*/ 64282 w 562087"/>
                <a:gd name="connsiteY7" fmla="*/ 480196 h 665599"/>
                <a:gd name="connsiteX8" fmla="*/ -76 w 562087"/>
                <a:gd name="connsiteY8" fmla="*/ 584034 h 665599"/>
                <a:gd name="connsiteX9" fmla="*/ 272685 w 562087"/>
                <a:gd name="connsiteY9" fmla="*/ 665377 h 665599"/>
                <a:gd name="connsiteX10" fmla="*/ 562012 w 562087"/>
                <a:gd name="connsiteY10" fmla="*/ 458271 h 665599"/>
                <a:gd name="connsiteX11" fmla="*/ 341042 w 562087"/>
                <a:gd name="connsiteY11" fmla="*/ 271097 h 665599"/>
                <a:gd name="connsiteX12" fmla="*/ 275351 w 562087"/>
                <a:gd name="connsiteY12" fmla="*/ 261131 h 665599"/>
                <a:gd name="connsiteX13" fmla="*/ 170626 w 562087"/>
                <a:gd name="connsiteY13" fmla="*/ 195639 h 665599"/>
                <a:gd name="connsiteX14" fmla="*/ 290774 w 562087"/>
                <a:gd name="connsiteY14" fmla="*/ 120276 h 665599"/>
                <a:gd name="connsiteX15" fmla="*/ 461095 w 562087"/>
                <a:gd name="connsiteY15" fmla="*/ 160805 h 665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2087" h="665599">
                  <a:moveTo>
                    <a:pt x="509649" y="46621"/>
                  </a:moveTo>
                  <a:cubicBezTo>
                    <a:pt x="440427" y="14752"/>
                    <a:pt x="364919" y="-1238"/>
                    <a:pt x="288680" y="-172"/>
                  </a:cubicBezTo>
                  <a:cubicBezTo>
                    <a:pt x="126832" y="-172"/>
                    <a:pt x="25915" y="77943"/>
                    <a:pt x="25915" y="202947"/>
                  </a:cubicBezTo>
                  <a:cubicBezTo>
                    <a:pt x="25915" y="305456"/>
                    <a:pt x="100270" y="369620"/>
                    <a:pt x="241553" y="388887"/>
                  </a:cubicBezTo>
                  <a:lnTo>
                    <a:pt x="308196" y="397430"/>
                  </a:lnTo>
                  <a:cubicBezTo>
                    <a:pt x="384360" y="408060"/>
                    <a:pt x="418348" y="431220"/>
                    <a:pt x="418348" y="467573"/>
                  </a:cubicBezTo>
                  <a:cubicBezTo>
                    <a:pt x="418348" y="515031"/>
                    <a:pt x="369318" y="545024"/>
                    <a:pt x="273732" y="545024"/>
                  </a:cubicBezTo>
                  <a:cubicBezTo>
                    <a:pt x="170816" y="545024"/>
                    <a:pt x="109124" y="515220"/>
                    <a:pt x="64282" y="480196"/>
                  </a:cubicBezTo>
                  <a:lnTo>
                    <a:pt x="-76" y="584034"/>
                  </a:lnTo>
                  <a:cubicBezTo>
                    <a:pt x="92177" y="652848"/>
                    <a:pt x="207660" y="665377"/>
                    <a:pt x="272685" y="665377"/>
                  </a:cubicBezTo>
                  <a:cubicBezTo>
                    <a:pt x="455859" y="665377"/>
                    <a:pt x="562012" y="579953"/>
                    <a:pt x="562012" y="458271"/>
                  </a:cubicBezTo>
                  <a:cubicBezTo>
                    <a:pt x="562012" y="349782"/>
                    <a:pt x="479755" y="291599"/>
                    <a:pt x="341042" y="271097"/>
                  </a:cubicBezTo>
                  <a:lnTo>
                    <a:pt x="275351" y="261131"/>
                  </a:lnTo>
                  <a:cubicBezTo>
                    <a:pt x="216895" y="252588"/>
                    <a:pt x="170626" y="240629"/>
                    <a:pt x="170626" y="195639"/>
                  </a:cubicBezTo>
                  <a:cubicBezTo>
                    <a:pt x="170626" y="150649"/>
                    <a:pt x="214420" y="120276"/>
                    <a:pt x="290774" y="120276"/>
                  </a:cubicBezTo>
                  <a:cubicBezTo>
                    <a:pt x="349796" y="121531"/>
                    <a:pt x="407867" y="135350"/>
                    <a:pt x="461095" y="160805"/>
                  </a:cubicBezTo>
                  <a:close/>
                </a:path>
              </a:pathLst>
            </a:custGeom>
            <a:solidFill>
              <a:srgbClr val="23272A"/>
            </a:solidFill>
            <a:ln w="9511" cap="flat">
              <a:noFill/>
              <a:prstDash val="solid"/>
              <a:miter/>
            </a:ln>
          </p:spPr>
          <p:txBody>
            <a:bodyPr rtlCol="0" anchor="ctr"/>
            <a:lstStyle/>
            <a:p>
              <a:endParaRPr lang="en-US" b="1" i="0">
                <a:latin typeface="Tenorite" pitchFamily="2" charset="0"/>
              </a:endParaRPr>
            </a:p>
          </p:txBody>
        </p:sp>
        <p:sp>
          <p:nvSpPr>
            <p:cNvPr id="11" name="Freeform 10">
              <a:extLst>
                <a:ext uri="{FF2B5EF4-FFF2-40B4-BE49-F238E27FC236}">
                  <a16:creationId xmlns:a16="http://schemas.microsoft.com/office/drawing/2014/main" id="{CE4157AC-49EC-1EE7-95AA-6EBA6233C4C9}"/>
                </a:ext>
              </a:extLst>
            </p:cNvPr>
            <p:cNvSpPr/>
            <p:nvPr/>
          </p:nvSpPr>
          <p:spPr>
            <a:xfrm>
              <a:off x="433544" y="311884"/>
              <a:ext cx="537334" cy="535704"/>
            </a:xfrm>
            <a:custGeom>
              <a:avLst/>
              <a:gdLst>
                <a:gd name="connsiteX0" fmla="*/ 268591 w 537334"/>
                <a:gd name="connsiteY0" fmla="*/ -222 h 535704"/>
                <a:gd name="connsiteX1" fmla="*/ -76 w 537334"/>
                <a:gd name="connsiteY1" fmla="*/ 267630 h 535704"/>
                <a:gd name="connsiteX2" fmla="*/ 268591 w 537334"/>
                <a:gd name="connsiteY2" fmla="*/ 535483 h 535704"/>
                <a:gd name="connsiteX3" fmla="*/ 537259 w 537334"/>
                <a:gd name="connsiteY3" fmla="*/ 267630 h 535704"/>
                <a:gd name="connsiteX4" fmla="*/ 537259 w 537334"/>
                <a:gd name="connsiteY4" fmla="*/ 267535 h 535704"/>
                <a:gd name="connsiteX5" fmla="*/ 268687 w 537334"/>
                <a:gd name="connsiteY5" fmla="*/ -222 h 535704"/>
                <a:gd name="connsiteX6" fmla="*/ 268591 w 537334"/>
                <a:gd name="connsiteY6" fmla="*/ -222 h 535704"/>
                <a:gd name="connsiteX7" fmla="*/ 268591 w 537334"/>
                <a:gd name="connsiteY7" fmla="*/ 339956 h 535704"/>
                <a:gd name="connsiteX8" fmla="*/ 195950 w 537334"/>
                <a:gd name="connsiteY8" fmla="*/ 267535 h 535704"/>
                <a:gd name="connsiteX9" fmla="*/ 268591 w 537334"/>
                <a:gd name="connsiteY9" fmla="*/ 195114 h 535704"/>
                <a:gd name="connsiteX10" fmla="*/ 341232 w 537334"/>
                <a:gd name="connsiteY10" fmla="*/ 267535 h 535704"/>
                <a:gd name="connsiteX11" fmla="*/ 268591 w 537334"/>
                <a:gd name="connsiteY11" fmla="*/ 339956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268591" y="-222"/>
                  </a:moveTo>
                  <a:cubicBezTo>
                    <a:pt x="120210" y="-222"/>
                    <a:pt x="-76" y="119699"/>
                    <a:pt x="-76" y="267630"/>
                  </a:cubicBezTo>
                  <a:cubicBezTo>
                    <a:pt x="-76" y="415561"/>
                    <a:pt x="120210" y="535483"/>
                    <a:pt x="268591" y="535483"/>
                  </a:cubicBezTo>
                  <a:cubicBezTo>
                    <a:pt x="416972" y="535483"/>
                    <a:pt x="537259" y="415561"/>
                    <a:pt x="537259" y="267630"/>
                  </a:cubicBezTo>
                  <a:cubicBezTo>
                    <a:pt x="537259" y="267599"/>
                    <a:pt x="537259" y="267567"/>
                    <a:pt x="537259" y="267535"/>
                  </a:cubicBezTo>
                  <a:cubicBezTo>
                    <a:pt x="537259" y="119657"/>
                    <a:pt x="417015" y="-222"/>
                    <a:pt x="268687" y="-222"/>
                  </a:cubicBezTo>
                  <a:cubicBezTo>
                    <a:pt x="268655" y="-222"/>
                    <a:pt x="268623" y="-222"/>
                    <a:pt x="268591" y="-222"/>
                  </a:cubicBezTo>
                  <a:close/>
                  <a:moveTo>
                    <a:pt x="268591" y="339956"/>
                  </a:moveTo>
                  <a:cubicBezTo>
                    <a:pt x="228473" y="339956"/>
                    <a:pt x="195950" y="307532"/>
                    <a:pt x="195950" y="267535"/>
                  </a:cubicBezTo>
                  <a:cubicBezTo>
                    <a:pt x="195950" y="227538"/>
                    <a:pt x="228473" y="195114"/>
                    <a:pt x="268591" y="195114"/>
                  </a:cubicBezTo>
                  <a:cubicBezTo>
                    <a:pt x="308710" y="195114"/>
                    <a:pt x="341232" y="227538"/>
                    <a:pt x="341232" y="267535"/>
                  </a:cubicBezTo>
                  <a:cubicBezTo>
                    <a:pt x="341232" y="307532"/>
                    <a:pt x="308710" y="339956"/>
                    <a:pt x="268591" y="339956"/>
                  </a:cubicBezTo>
                  <a:close/>
                </a:path>
              </a:pathLst>
            </a:custGeom>
            <a:solidFill>
              <a:srgbClr val="CD1D6A"/>
            </a:solidFill>
            <a:ln w="9511" cap="flat">
              <a:noFill/>
              <a:prstDash val="solid"/>
              <a:miter/>
            </a:ln>
          </p:spPr>
          <p:txBody>
            <a:bodyPr rtlCol="0" anchor="ctr"/>
            <a:lstStyle/>
            <a:p>
              <a:endParaRPr lang="en-US" b="1" i="0">
                <a:latin typeface="Tenorite" pitchFamily="2" charset="0"/>
              </a:endParaRPr>
            </a:p>
          </p:txBody>
        </p:sp>
        <p:sp>
          <p:nvSpPr>
            <p:cNvPr id="12" name="Freeform 11">
              <a:extLst>
                <a:ext uri="{FF2B5EF4-FFF2-40B4-BE49-F238E27FC236}">
                  <a16:creationId xmlns:a16="http://schemas.microsoft.com/office/drawing/2014/main" id="{96ED98BD-2DF9-140C-83A8-A4C442B3DD62}"/>
                </a:ext>
              </a:extLst>
            </p:cNvPr>
            <p:cNvSpPr/>
            <p:nvPr/>
          </p:nvSpPr>
          <p:spPr>
            <a:xfrm>
              <a:off x="1633122" y="1718208"/>
              <a:ext cx="241914" cy="313928"/>
            </a:xfrm>
            <a:custGeom>
              <a:avLst/>
              <a:gdLst>
                <a:gd name="connsiteX0" fmla="*/ 125499 w 241914"/>
                <a:gd name="connsiteY0" fmla="*/ 33041 h 313928"/>
                <a:gd name="connsiteX1" fmla="*/ 46193 w 241914"/>
                <a:gd name="connsiteY1" fmla="*/ 88282 h 313928"/>
                <a:gd name="connsiteX2" fmla="*/ 116930 w 241914"/>
                <a:gd name="connsiteY2" fmla="*/ 137923 h 313928"/>
                <a:gd name="connsiteX3" fmla="*/ 146063 w 241914"/>
                <a:gd name="connsiteY3" fmla="*/ 141339 h 313928"/>
                <a:gd name="connsiteX4" fmla="*/ 241839 w 241914"/>
                <a:gd name="connsiteY4" fmla="*/ 221733 h 313928"/>
                <a:gd name="connsiteX5" fmla="*/ 120453 w 241914"/>
                <a:gd name="connsiteY5" fmla="*/ 313707 h 313928"/>
                <a:gd name="connsiteX6" fmla="*/ -76 w 241914"/>
                <a:gd name="connsiteY6" fmla="*/ 274412 h 313928"/>
                <a:gd name="connsiteX7" fmla="*/ 18965 w 241914"/>
                <a:gd name="connsiteY7" fmla="*/ 246411 h 313928"/>
                <a:gd name="connsiteX8" fmla="*/ 119882 w 241914"/>
                <a:gd name="connsiteY8" fmla="*/ 280486 h 313928"/>
                <a:gd name="connsiteX9" fmla="*/ 204899 w 241914"/>
                <a:gd name="connsiteY9" fmla="*/ 224866 h 313928"/>
                <a:gd name="connsiteX10" fmla="*/ 130640 w 241914"/>
                <a:gd name="connsiteY10" fmla="*/ 174845 h 313928"/>
                <a:gd name="connsiteX11" fmla="*/ 99794 w 241914"/>
                <a:gd name="connsiteY11" fmla="*/ 171333 h 313928"/>
                <a:gd name="connsiteX12" fmla="*/ 9254 w 241914"/>
                <a:gd name="connsiteY12" fmla="*/ 90465 h 313928"/>
                <a:gd name="connsiteX13" fmla="*/ 125404 w 241914"/>
                <a:gd name="connsiteY13" fmla="*/ -180 h 313928"/>
                <a:gd name="connsiteX14" fmla="*/ 235650 w 241914"/>
                <a:gd name="connsiteY14" fmla="*/ 33231 h 313928"/>
                <a:gd name="connsiteX15" fmla="*/ 217657 w 241914"/>
                <a:gd name="connsiteY15" fmla="*/ 61705 h 313928"/>
                <a:gd name="connsiteX16" fmla="*/ 125499 w 241914"/>
                <a:gd name="connsiteY16" fmla="*/ 33041 h 313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1914" h="313928">
                  <a:moveTo>
                    <a:pt x="125499" y="33041"/>
                  </a:moveTo>
                  <a:cubicBezTo>
                    <a:pt x="79229" y="33041"/>
                    <a:pt x="46193" y="54017"/>
                    <a:pt x="46193" y="88282"/>
                  </a:cubicBezTo>
                  <a:cubicBezTo>
                    <a:pt x="46193" y="116756"/>
                    <a:pt x="68947" y="132417"/>
                    <a:pt x="116930" y="137923"/>
                  </a:cubicBezTo>
                  <a:lnTo>
                    <a:pt x="146063" y="141339"/>
                  </a:lnTo>
                  <a:cubicBezTo>
                    <a:pt x="196712" y="147699"/>
                    <a:pt x="241839" y="168486"/>
                    <a:pt x="241839" y="221733"/>
                  </a:cubicBezTo>
                  <a:cubicBezTo>
                    <a:pt x="241839" y="282100"/>
                    <a:pt x="186620" y="313707"/>
                    <a:pt x="120453" y="313707"/>
                  </a:cubicBezTo>
                  <a:cubicBezTo>
                    <a:pt x="76183" y="313707"/>
                    <a:pt x="28390" y="298235"/>
                    <a:pt x="-76" y="274412"/>
                  </a:cubicBezTo>
                  <a:lnTo>
                    <a:pt x="18965" y="246411"/>
                  </a:lnTo>
                  <a:cubicBezTo>
                    <a:pt x="47973" y="268445"/>
                    <a:pt x="83414" y="280412"/>
                    <a:pt x="119882" y="280486"/>
                  </a:cubicBezTo>
                  <a:cubicBezTo>
                    <a:pt x="167484" y="280486"/>
                    <a:pt x="204899" y="261503"/>
                    <a:pt x="204899" y="224866"/>
                  </a:cubicBezTo>
                  <a:cubicBezTo>
                    <a:pt x="204899" y="195157"/>
                    <a:pt x="179099" y="180255"/>
                    <a:pt x="130640" y="174845"/>
                  </a:cubicBezTo>
                  <a:lnTo>
                    <a:pt x="99794" y="171333"/>
                  </a:lnTo>
                  <a:cubicBezTo>
                    <a:pt x="47431" y="165448"/>
                    <a:pt x="9254" y="141150"/>
                    <a:pt x="9254" y="90465"/>
                  </a:cubicBezTo>
                  <a:cubicBezTo>
                    <a:pt x="9254" y="32376"/>
                    <a:pt x="61236" y="-180"/>
                    <a:pt x="125404" y="-180"/>
                  </a:cubicBezTo>
                  <a:cubicBezTo>
                    <a:pt x="164782" y="-1022"/>
                    <a:pt x="203404" y="10682"/>
                    <a:pt x="235650" y="33231"/>
                  </a:cubicBezTo>
                  <a:lnTo>
                    <a:pt x="217657" y="61705"/>
                  </a:lnTo>
                  <a:cubicBezTo>
                    <a:pt x="190605" y="42971"/>
                    <a:pt x="158437" y="32966"/>
                    <a:pt x="125499" y="33041"/>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13" name="Freeform 12">
              <a:extLst>
                <a:ext uri="{FF2B5EF4-FFF2-40B4-BE49-F238E27FC236}">
                  <a16:creationId xmlns:a16="http://schemas.microsoft.com/office/drawing/2014/main" id="{BC6FB9F4-BC00-6D67-6676-CD10606BEE22}"/>
                </a:ext>
              </a:extLst>
            </p:cNvPr>
            <p:cNvSpPr/>
            <p:nvPr/>
          </p:nvSpPr>
          <p:spPr>
            <a:xfrm>
              <a:off x="1910358" y="1755458"/>
              <a:ext cx="178127" cy="276685"/>
            </a:xfrm>
            <a:custGeom>
              <a:avLst/>
              <a:gdLst>
                <a:gd name="connsiteX0" fmla="*/ 77897 w 178127"/>
                <a:gd name="connsiteY0" fmla="*/ 94978 h 276685"/>
                <a:gd name="connsiteX1" fmla="*/ 77897 w 178127"/>
                <a:gd name="connsiteY1" fmla="*/ 199386 h 276685"/>
                <a:gd name="connsiteX2" fmla="*/ 119120 w 178127"/>
                <a:gd name="connsiteY2" fmla="*/ 245894 h 276685"/>
                <a:gd name="connsiteX3" fmla="*/ 162724 w 178127"/>
                <a:gd name="connsiteY3" fmla="*/ 231277 h 276685"/>
                <a:gd name="connsiteX4" fmla="*/ 178052 w 178127"/>
                <a:gd name="connsiteY4" fmla="*/ 255955 h 276685"/>
                <a:gd name="connsiteX5" fmla="*/ 116454 w 178127"/>
                <a:gd name="connsiteY5" fmla="*/ 276457 h 276685"/>
                <a:gd name="connsiteX6" fmla="*/ 45241 w 178127"/>
                <a:gd name="connsiteY6" fmla="*/ 200525 h 276685"/>
                <a:gd name="connsiteX7" fmla="*/ 45241 w 178127"/>
                <a:gd name="connsiteY7" fmla="*/ 94978 h 276685"/>
                <a:gd name="connsiteX8" fmla="*/ -76 w 178127"/>
                <a:gd name="connsiteY8" fmla="*/ 94978 h 276685"/>
                <a:gd name="connsiteX9" fmla="*/ -76 w 178127"/>
                <a:gd name="connsiteY9" fmla="*/ 65460 h 276685"/>
                <a:gd name="connsiteX10" fmla="*/ 45241 w 178127"/>
                <a:gd name="connsiteY10" fmla="*/ 65460 h 276685"/>
                <a:gd name="connsiteX11" fmla="*/ 45241 w 178127"/>
                <a:gd name="connsiteY11" fmla="*/ -222 h 276685"/>
                <a:gd name="connsiteX12" fmla="*/ 77897 w 178127"/>
                <a:gd name="connsiteY12" fmla="*/ -222 h 276685"/>
                <a:gd name="connsiteX13" fmla="*/ 77897 w 178127"/>
                <a:gd name="connsiteY13" fmla="*/ 65460 h 276685"/>
                <a:gd name="connsiteX14" fmla="*/ 167484 w 178127"/>
                <a:gd name="connsiteY14" fmla="*/ 65460 h 276685"/>
                <a:gd name="connsiteX15" fmla="*/ 167484 w 178127"/>
                <a:gd name="connsiteY15" fmla="*/ 94978 h 2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8127" h="276685">
                  <a:moveTo>
                    <a:pt x="77897" y="94978"/>
                  </a:moveTo>
                  <a:lnTo>
                    <a:pt x="77897" y="199386"/>
                  </a:lnTo>
                  <a:cubicBezTo>
                    <a:pt x="77897" y="231657"/>
                    <a:pt x="95224" y="245894"/>
                    <a:pt x="119120" y="245894"/>
                  </a:cubicBezTo>
                  <a:cubicBezTo>
                    <a:pt x="134818" y="245619"/>
                    <a:pt x="150048" y="240514"/>
                    <a:pt x="162724" y="231277"/>
                  </a:cubicBezTo>
                  <a:lnTo>
                    <a:pt x="178052" y="255955"/>
                  </a:lnTo>
                  <a:cubicBezTo>
                    <a:pt x="160401" y="269472"/>
                    <a:pt x="138710" y="276692"/>
                    <a:pt x="116454" y="276457"/>
                  </a:cubicBezTo>
                  <a:cubicBezTo>
                    <a:pt x="71803" y="276457"/>
                    <a:pt x="45241" y="251969"/>
                    <a:pt x="45241" y="200525"/>
                  </a:cubicBezTo>
                  <a:lnTo>
                    <a:pt x="45241" y="94978"/>
                  </a:lnTo>
                  <a:lnTo>
                    <a:pt x="-76" y="94978"/>
                  </a:lnTo>
                  <a:lnTo>
                    <a:pt x="-76" y="65460"/>
                  </a:lnTo>
                  <a:lnTo>
                    <a:pt x="45241" y="65460"/>
                  </a:lnTo>
                  <a:lnTo>
                    <a:pt x="45241" y="-222"/>
                  </a:lnTo>
                  <a:lnTo>
                    <a:pt x="77897" y="-222"/>
                  </a:lnTo>
                  <a:lnTo>
                    <a:pt x="77897" y="65460"/>
                  </a:lnTo>
                  <a:lnTo>
                    <a:pt x="167484" y="65460"/>
                  </a:lnTo>
                  <a:lnTo>
                    <a:pt x="167484" y="94978"/>
                  </a:ln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14" name="Freeform 13">
              <a:extLst>
                <a:ext uri="{FF2B5EF4-FFF2-40B4-BE49-F238E27FC236}">
                  <a16:creationId xmlns:a16="http://schemas.microsoft.com/office/drawing/2014/main" id="{A519A4AB-DC14-E2AD-ED86-DDF6F34BADA2}"/>
                </a:ext>
              </a:extLst>
            </p:cNvPr>
            <p:cNvSpPr/>
            <p:nvPr/>
          </p:nvSpPr>
          <p:spPr>
            <a:xfrm>
              <a:off x="2135326" y="1816732"/>
              <a:ext cx="132048" cy="211039"/>
            </a:xfrm>
            <a:custGeom>
              <a:avLst/>
              <a:gdLst>
                <a:gd name="connsiteX0" fmla="*/ 131973 w 132048"/>
                <a:gd name="connsiteY0" fmla="*/ 7033 h 211039"/>
                <a:gd name="connsiteX1" fmla="*/ 124071 w 132048"/>
                <a:gd name="connsiteY1" fmla="*/ 39114 h 211039"/>
                <a:gd name="connsiteX2" fmla="*/ 88179 w 132048"/>
                <a:gd name="connsiteY2" fmla="*/ 30857 h 211039"/>
                <a:gd name="connsiteX3" fmla="*/ 32579 w 132048"/>
                <a:gd name="connsiteY3" fmla="*/ 95304 h 211039"/>
                <a:gd name="connsiteX4" fmla="*/ 32579 w 132048"/>
                <a:gd name="connsiteY4" fmla="*/ 210817 h 211039"/>
                <a:gd name="connsiteX5" fmla="*/ -76 w 132048"/>
                <a:gd name="connsiteY5" fmla="*/ 210817 h 211039"/>
                <a:gd name="connsiteX6" fmla="*/ -76 w 132048"/>
                <a:gd name="connsiteY6" fmla="*/ 3901 h 211039"/>
                <a:gd name="connsiteX7" fmla="*/ 32293 w 132048"/>
                <a:gd name="connsiteY7" fmla="*/ 3901 h 211039"/>
                <a:gd name="connsiteX8" fmla="*/ 32293 w 132048"/>
                <a:gd name="connsiteY8" fmla="*/ 32945 h 211039"/>
                <a:gd name="connsiteX9" fmla="*/ 93891 w 132048"/>
                <a:gd name="connsiteY9" fmla="*/ -181 h 211039"/>
                <a:gd name="connsiteX10" fmla="*/ 131973 w 132048"/>
                <a:gd name="connsiteY10" fmla="*/ 7033 h 211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2048" h="211039">
                  <a:moveTo>
                    <a:pt x="131973" y="7033"/>
                  </a:moveTo>
                  <a:lnTo>
                    <a:pt x="124071" y="39114"/>
                  </a:lnTo>
                  <a:cubicBezTo>
                    <a:pt x="112916" y="33612"/>
                    <a:pt x="100625" y="30784"/>
                    <a:pt x="88179" y="30857"/>
                  </a:cubicBezTo>
                  <a:cubicBezTo>
                    <a:pt x="55714" y="30857"/>
                    <a:pt x="32579" y="56199"/>
                    <a:pt x="32579" y="95304"/>
                  </a:cubicBezTo>
                  <a:lnTo>
                    <a:pt x="32579" y="210817"/>
                  </a:lnTo>
                  <a:lnTo>
                    <a:pt x="-76" y="210817"/>
                  </a:lnTo>
                  <a:lnTo>
                    <a:pt x="-76" y="3901"/>
                  </a:lnTo>
                  <a:lnTo>
                    <a:pt x="32293" y="3901"/>
                  </a:lnTo>
                  <a:lnTo>
                    <a:pt x="32293" y="32945"/>
                  </a:lnTo>
                  <a:cubicBezTo>
                    <a:pt x="45748" y="12079"/>
                    <a:pt x="69011" y="-432"/>
                    <a:pt x="93891" y="-181"/>
                  </a:cubicBezTo>
                  <a:cubicBezTo>
                    <a:pt x="106961" y="-579"/>
                    <a:pt x="119960" y="1883"/>
                    <a:pt x="131973" y="7033"/>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15" name="Freeform 14">
              <a:extLst>
                <a:ext uri="{FF2B5EF4-FFF2-40B4-BE49-F238E27FC236}">
                  <a16:creationId xmlns:a16="http://schemas.microsoft.com/office/drawing/2014/main" id="{7428A425-30DC-EC9A-91E4-9BA074759D7A}"/>
                </a:ext>
              </a:extLst>
            </p:cNvPr>
            <p:cNvSpPr/>
            <p:nvPr/>
          </p:nvSpPr>
          <p:spPr>
            <a:xfrm>
              <a:off x="2292224" y="1816698"/>
              <a:ext cx="212496" cy="215242"/>
            </a:xfrm>
            <a:custGeom>
              <a:avLst/>
              <a:gdLst>
                <a:gd name="connsiteX0" fmla="*/ 179765 w 212496"/>
                <a:gd name="connsiteY0" fmla="*/ 210851 h 215242"/>
                <a:gd name="connsiteX1" fmla="*/ 179765 w 212496"/>
                <a:gd name="connsiteY1" fmla="*/ 180004 h 215242"/>
                <a:gd name="connsiteX2" fmla="*/ 103602 w 212496"/>
                <a:gd name="connsiteY2" fmla="*/ 214933 h 215242"/>
                <a:gd name="connsiteX3" fmla="*/ -76 w 212496"/>
                <a:gd name="connsiteY3" fmla="*/ 107298 h 215242"/>
                <a:gd name="connsiteX4" fmla="*/ 103602 w 212496"/>
                <a:gd name="connsiteY4" fmla="*/ -146 h 215242"/>
                <a:gd name="connsiteX5" fmla="*/ 179765 w 212496"/>
                <a:gd name="connsiteY5" fmla="*/ 34782 h 215242"/>
                <a:gd name="connsiteX6" fmla="*/ 179765 w 212496"/>
                <a:gd name="connsiteY6" fmla="*/ 3935 h 215242"/>
                <a:gd name="connsiteX7" fmla="*/ 212420 w 212496"/>
                <a:gd name="connsiteY7" fmla="*/ 3935 h 215242"/>
                <a:gd name="connsiteX8" fmla="*/ 212420 w 212496"/>
                <a:gd name="connsiteY8" fmla="*/ 210851 h 215242"/>
                <a:gd name="connsiteX9" fmla="*/ 33626 w 212496"/>
                <a:gd name="connsiteY9" fmla="*/ 107298 h 215242"/>
                <a:gd name="connsiteX10" fmla="*/ 107886 w 212496"/>
                <a:gd name="connsiteY10" fmla="*/ 184370 h 215242"/>
                <a:gd name="connsiteX11" fmla="*/ 181670 w 212496"/>
                <a:gd name="connsiteY11" fmla="*/ 107298 h 215242"/>
                <a:gd name="connsiteX12" fmla="*/ 107886 w 212496"/>
                <a:gd name="connsiteY12" fmla="*/ 30416 h 215242"/>
                <a:gd name="connsiteX13" fmla="*/ 33626 w 212496"/>
                <a:gd name="connsiteY13" fmla="*/ 107583 h 215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2496" h="215242">
                  <a:moveTo>
                    <a:pt x="179765" y="210851"/>
                  </a:moveTo>
                  <a:lnTo>
                    <a:pt x="179765" y="180004"/>
                  </a:lnTo>
                  <a:cubicBezTo>
                    <a:pt x="161516" y="203215"/>
                    <a:pt x="133155" y="216222"/>
                    <a:pt x="103602" y="214933"/>
                  </a:cubicBezTo>
                  <a:cubicBezTo>
                    <a:pt x="45051" y="214933"/>
                    <a:pt x="-76" y="169563"/>
                    <a:pt x="-76" y="107298"/>
                  </a:cubicBezTo>
                  <a:cubicBezTo>
                    <a:pt x="-76" y="45034"/>
                    <a:pt x="45051" y="-146"/>
                    <a:pt x="103602" y="-146"/>
                  </a:cubicBezTo>
                  <a:cubicBezTo>
                    <a:pt x="133136" y="-1341"/>
                    <a:pt x="161456" y="11647"/>
                    <a:pt x="179765" y="34782"/>
                  </a:cubicBezTo>
                  <a:lnTo>
                    <a:pt x="179765" y="3935"/>
                  </a:lnTo>
                  <a:lnTo>
                    <a:pt x="212420" y="3935"/>
                  </a:lnTo>
                  <a:lnTo>
                    <a:pt x="212420" y="210851"/>
                  </a:lnTo>
                  <a:close/>
                  <a:moveTo>
                    <a:pt x="33626" y="107298"/>
                  </a:moveTo>
                  <a:cubicBezTo>
                    <a:pt x="33626" y="150105"/>
                    <a:pt x="63806" y="184370"/>
                    <a:pt x="107886" y="184370"/>
                  </a:cubicBezTo>
                  <a:cubicBezTo>
                    <a:pt x="151966" y="184370"/>
                    <a:pt x="181670" y="151149"/>
                    <a:pt x="181670" y="107298"/>
                  </a:cubicBezTo>
                  <a:cubicBezTo>
                    <a:pt x="181670" y="63447"/>
                    <a:pt x="151014" y="30416"/>
                    <a:pt x="107886" y="30416"/>
                  </a:cubicBezTo>
                  <a:cubicBezTo>
                    <a:pt x="64758" y="30416"/>
                    <a:pt x="33626" y="64966"/>
                    <a:pt x="33626" y="107583"/>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16" name="Freeform 15">
              <a:extLst>
                <a:ext uri="{FF2B5EF4-FFF2-40B4-BE49-F238E27FC236}">
                  <a16:creationId xmlns:a16="http://schemas.microsoft.com/office/drawing/2014/main" id="{1FF1D228-DA85-0550-8C38-9EC3E4732BDC}"/>
                </a:ext>
              </a:extLst>
            </p:cNvPr>
            <p:cNvSpPr/>
            <p:nvPr/>
          </p:nvSpPr>
          <p:spPr>
            <a:xfrm>
              <a:off x="2554607" y="1755458"/>
              <a:ext cx="178127" cy="276685"/>
            </a:xfrm>
            <a:custGeom>
              <a:avLst/>
              <a:gdLst>
                <a:gd name="connsiteX0" fmla="*/ 77992 w 178127"/>
                <a:gd name="connsiteY0" fmla="*/ 94978 h 276685"/>
                <a:gd name="connsiteX1" fmla="*/ 77992 w 178127"/>
                <a:gd name="connsiteY1" fmla="*/ 199386 h 276685"/>
                <a:gd name="connsiteX2" fmla="*/ 119120 w 178127"/>
                <a:gd name="connsiteY2" fmla="*/ 245894 h 276685"/>
                <a:gd name="connsiteX3" fmla="*/ 162724 w 178127"/>
                <a:gd name="connsiteY3" fmla="*/ 231277 h 276685"/>
                <a:gd name="connsiteX4" fmla="*/ 178052 w 178127"/>
                <a:gd name="connsiteY4" fmla="*/ 255955 h 276685"/>
                <a:gd name="connsiteX5" fmla="*/ 116550 w 178127"/>
                <a:gd name="connsiteY5" fmla="*/ 276457 h 276685"/>
                <a:gd name="connsiteX6" fmla="*/ 45336 w 178127"/>
                <a:gd name="connsiteY6" fmla="*/ 200525 h 276685"/>
                <a:gd name="connsiteX7" fmla="*/ 45336 w 178127"/>
                <a:gd name="connsiteY7" fmla="*/ 94978 h 276685"/>
                <a:gd name="connsiteX8" fmla="*/ -76 w 178127"/>
                <a:gd name="connsiteY8" fmla="*/ 94978 h 276685"/>
                <a:gd name="connsiteX9" fmla="*/ -76 w 178127"/>
                <a:gd name="connsiteY9" fmla="*/ 65460 h 276685"/>
                <a:gd name="connsiteX10" fmla="*/ 45336 w 178127"/>
                <a:gd name="connsiteY10" fmla="*/ 65460 h 276685"/>
                <a:gd name="connsiteX11" fmla="*/ 45336 w 178127"/>
                <a:gd name="connsiteY11" fmla="*/ -222 h 276685"/>
                <a:gd name="connsiteX12" fmla="*/ 77992 w 178127"/>
                <a:gd name="connsiteY12" fmla="*/ -222 h 276685"/>
                <a:gd name="connsiteX13" fmla="*/ 77992 w 178127"/>
                <a:gd name="connsiteY13" fmla="*/ 65460 h 276685"/>
                <a:gd name="connsiteX14" fmla="*/ 167579 w 178127"/>
                <a:gd name="connsiteY14" fmla="*/ 65460 h 276685"/>
                <a:gd name="connsiteX15" fmla="*/ 167579 w 178127"/>
                <a:gd name="connsiteY15" fmla="*/ 94978 h 2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8127" h="276685">
                  <a:moveTo>
                    <a:pt x="77992" y="94978"/>
                  </a:moveTo>
                  <a:lnTo>
                    <a:pt x="77992" y="199386"/>
                  </a:lnTo>
                  <a:cubicBezTo>
                    <a:pt x="77992" y="231657"/>
                    <a:pt x="95224" y="245894"/>
                    <a:pt x="119120" y="245894"/>
                  </a:cubicBezTo>
                  <a:cubicBezTo>
                    <a:pt x="134818" y="245619"/>
                    <a:pt x="150048" y="240514"/>
                    <a:pt x="162724" y="231277"/>
                  </a:cubicBezTo>
                  <a:lnTo>
                    <a:pt x="178052" y="255955"/>
                  </a:lnTo>
                  <a:cubicBezTo>
                    <a:pt x="160444" y="269485"/>
                    <a:pt x="138779" y="276708"/>
                    <a:pt x="116550" y="276457"/>
                  </a:cubicBezTo>
                  <a:cubicBezTo>
                    <a:pt x="71803" y="276457"/>
                    <a:pt x="45336" y="251969"/>
                    <a:pt x="45336" y="200525"/>
                  </a:cubicBezTo>
                  <a:lnTo>
                    <a:pt x="45336" y="94978"/>
                  </a:lnTo>
                  <a:lnTo>
                    <a:pt x="-76" y="94978"/>
                  </a:lnTo>
                  <a:lnTo>
                    <a:pt x="-76" y="65460"/>
                  </a:lnTo>
                  <a:lnTo>
                    <a:pt x="45336" y="65460"/>
                  </a:lnTo>
                  <a:lnTo>
                    <a:pt x="45336" y="-222"/>
                  </a:lnTo>
                  <a:lnTo>
                    <a:pt x="77992" y="-222"/>
                  </a:lnTo>
                  <a:lnTo>
                    <a:pt x="77992" y="65460"/>
                  </a:lnTo>
                  <a:lnTo>
                    <a:pt x="167579" y="65460"/>
                  </a:lnTo>
                  <a:lnTo>
                    <a:pt x="167579" y="94978"/>
                  </a:ln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27" name="Freeform 26">
              <a:extLst>
                <a:ext uri="{FF2B5EF4-FFF2-40B4-BE49-F238E27FC236}">
                  <a16:creationId xmlns:a16="http://schemas.microsoft.com/office/drawing/2014/main" id="{4B0B02FE-E5E6-9B81-90B2-DED298177869}"/>
                </a:ext>
              </a:extLst>
            </p:cNvPr>
            <p:cNvSpPr/>
            <p:nvPr/>
          </p:nvSpPr>
          <p:spPr>
            <a:xfrm>
              <a:off x="2763772" y="1817058"/>
              <a:ext cx="200311" cy="215195"/>
            </a:xfrm>
            <a:custGeom>
              <a:avLst/>
              <a:gdLst>
                <a:gd name="connsiteX0" fmla="*/ 200234 w 200311"/>
                <a:gd name="connsiteY0" fmla="*/ 106558 h 215195"/>
                <a:gd name="connsiteX1" fmla="*/ 199663 w 200311"/>
                <a:gd name="connsiteY1" fmla="*/ 118802 h 215195"/>
                <a:gd name="connsiteX2" fmla="*/ 33722 w 200311"/>
                <a:gd name="connsiteY2" fmla="*/ 118802 h 215195"/>
                <a:gd name="connsiteX3" fmla="*/ 107009 w 200311"/>
                <a:gd name="connsiteY3" fmla="*/ 186292 h 215195"/>
                <a:gd name="connsiteX4" fmla="*/ 107124 w 200311"/>
                <a:gd name="connsiteY4" fmla="*/ 186288 h 215195"/>
                <a:gd name="connsiteX5" fmla="*/ 172816 w 200311"/>
                <a:gd name="connsiteY5" fmla="*/ 160281 h 215195"/>
                <a:gd name="connsiteX6" fmla="*/ 190333 w 200311"/>
                <a:gd name="connsiteY6" fmla="*/ 182586 h 215195"/>
                <a:gd name="connsiteX7" fmla="*/ 104649 w 200311"/>
                <a:gd name="connsiteY7" fmla="*/ 214857 h 215195"/>
                <a:gd name="connsiteX8" fmla="*/ -76 w 200311"/>
                <a:gd name="connsiteY8" fmla="*/ 107413 h 215195"/>
                <a:gd name="connsiteX9" fmla="*/ 102840 w 200311"/>
                <a:gd name="connsiteY9" fmla="*/ -222 h 215195"/>
                <a:gd name="connsiteX10" fmla="*/ 200234 w 200311"/>
                <a:gd name="connsiteY10" fmla="*/ 106558 h 215195"/>
                <a:gd name="connsiteX11" fmla="*/ 33722 w 200311"/>
                <a:gd name="connsiteY11" fmla="*/ 92321 h 215195"/>
                <a:gd name="connsiteX12" fmla="*/ 167008 w 200311"/>
                <a:gd name="connsiteY12" fmla="*/ 92321 h 215195"/>
                <a:gd name="connsiteX13" fmla="*/ 102078 w 200311"/>
                <a:gd name="connsiteY13" fmla="*/ 28822 h 215195"/>
                <a:gd name="connsiteX14" fmla="*/ 33722 w 200311"/>
                <a:gd name="connsiteY14" fmla="*/ 92321 h 215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0311" h="215195">
                  <a:moveTo>
                    <a:pt x="200234" y="106558"/>
                  </a:moveTo>
                  <a:cubicBezTo>
                    <a:pt x="200254" y="110647"/>
                    <a:pt x="200064" y="114733"/>
                    <a:pt x="199663" y="118802"/>
                  </a:cubicBezTo>
                  <a:lnTo>
                    <a:pt x="33722" y="118802"/>
                  </a:lnTo>
                  <a:cubicBezTo>
                    <a:pt x="35266" y="157615"/>
                    <a:pt x="68077" y="187832"/>
                    <a:pt x="107009" y="186292"/>
                  </a:cubicBezTo>
                  <a:cubicBezTo>
                    <a:pt x="107047" y="186291"/>
                    <a:pt x="107086" y="186289"/>
                    <a:pt x="107124" y="186288"/>
                  </a:cubicBezTo>
                  <a:cubicBezTo>
                    <a:pt x="131558" y="186344"/>
                    <a:pt x="155077" y="177032"/>
                    <a:pt x="172816" y="160281"/>
                  </a:cubicBezTo>
                  <a:lnTo>
                    <a:pt x="190333" y="182586"/>
                  </a:lnTo>
                  <a:cubicBezTo>
                    <a:pt x="167424" y="204609"/>
                    <a:pt x="136442" y="216278"/>
                    <a:pt x="104649" y="214857"/>
                  </a:cubicBezTo>
                  <a:cubicBezTo>
                    <a:pt x="43337" y="214857"/>
                    <a:pt x="-76" y="171386"/>
                    <a:pt x="-76" y="107413"/>
                  </a:cubicBezTo>
                  <a:cubicBezTo>
                    <a:pt x="-76" y="43439"/>
                    <a:pt x="43908" y="-222"/>
                    <a:pt x="102840" y="-222"/>
                  </a:cubicBezTo>
                  <a:cubicBezTo>
                    <a:pt x="159106" y="-222"/>
                    <a:pt x="199663" y="43629"/>
                    <a:pt x="200234" y="106558"/>
                  </a:cubicBezTo>
                  <a:close/>
                  <a:moveTo>
                    <a:pt x="33722" y="92321"/>
                  </a:moveTo>
                  <a:lnTo>
                    <a:pt x="167008" y="92321"/>
                  </a:lnTo>
                  <a:cubicBezTo>
                    <a:pt x="162819" y="53690"/>
                    <a:pt x="137399" y="28822"/>
                    <a:pt x="102078" y="28822"/>
                  </a:cubicBezTo>
                  <a:cubicBezTo>
                    <a:pt x="63806" y="28822"/>
                    <a:pt x="39053" y="55019"/>
                    <a:pt x="33722" y="92321"/>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28" name="Freeform 27">
              <a:extLst>
                <a:ext uri="{FF2B5EF4-FFF2-40B4-BE49-F238E27FC236}">
                  <a16:creationId xmlns:a16="http://schemas.microsoft.com/office/drawing/2014/main" id="{B859F8D2-D5FA-BA24-7F74-1867C92DAE52}"/>
                </a:ext>
              </a:extLst>
            </p:cNvPr>
            <p:cNvSpPr/>
            <p:nvPr/>
          </p:nvSpPr>
          <p:spPr>
            <a:xfrm>
              <a:off x="3009209" y="1816967"/>
              <a:ext cx="209735" cy="301766"/>
            </a:xfrm>
            <a:custGeom>
              <a:avLst/>
              <a:gdLst>
                <a:gd name="connsiteX0" fmla="*/ 176814 w 209735"/>
                <a:gd name="connsiteY0" fmla="*/ 34988 h 301766"/>
                <a:gd name="connsiteX1" fmla="*/ 176814 w 209735"/>
                <a:gd name="connsiteY1" fmla="*/ 3950 h 301766"/>
                <a:gd name="connsiteX2" fmla="*/ 209660 w 209735"/>
                <a:gd name="connsiteY2" fmla="*/ 3950 h 301766"/>
                <a:gd name="connsiteX3" fmla="*/ 209660 w 209735"/>
                <a:gd name="connsiteY3" fmla="*/ 196629 h 301766"/>
                <a:gd name="connsiteX4" fmla="*/ 99889 w 209735"/>
                <a:gd name="connsiteY4" fmla="*/ 301511 h 301766"/>
                <a:gd name="connsiteX5" fmla="*/ 12491 w 209735"/>
                <a:gd name="connsiteY5" fmla="*/ 273701 h 301766"/>
                <a:gd name="connsiteX6" fmla="*/ 26962 w 209735"/>
                <a:gd name="connsiteY6" fmla="*/ 247504 h 301766"/>
                <a:gd name="connsiteX7" fmla="*/ 99889 w 209735"/>
                <a:gd name="connsiteY7" fmla="*/ 271803 h 301766"/>
                <a:gd name="connsiteX8" fmla="*/ 176814 w 209735"/>
                <a:gd name="connsiteY8" fmla="*/ 197958 h 301766"/>
                <a:gd name="connsiteX9" fmla="*/ 176814 w 209735"/>
                <a:gd name="connsiteY9" fmla="*/ 176792 h 301766"/>
                <a:gd name="connsiteX10" fmla="*/ 102745 w 209735"/>
                <a:gd name="connsiteY10" fmla="*/ 211911 h 301766"/>
                <a:gd name="connsiteX11" fmla="*/ -76 w 209735"/>
                <a:gd name="connsiteY11" fmla="*/ 105795 h 301766"/>
                <a:gd name="connsiteX12" fmla="*/ 102745 w 209735"/>
                <a:gd name="connsiteY12" fmla="*/ -131 h 301766"/>
                <a:gd name="connsiteX13" fmla="*/ 176814 w 209735"/>
                <a:gd name="connsiteY13" fmla="*/ 34988 h 301766"/>
                <a:gd name="connsiteX14" fmla="*/ 33246 w 209735"/>
                <a:gd name="connsiteY14" fmla="*/ 106174 h 301766"/>
                <a:gd name="connsiteX15" fmla="*/ 106458 w 209735"/>
                <a:gd name="connsiteY15" fmla="*/ 182107 h 301766"/>
                <a:gd name="connsiteX16" fmla="*/ 173644 w 209735"/>
                <a:gd name="connsiteY16" fmla="*/ 98173 h 301766"/>
                <a:gd name="connsiteX17" fmla="*/ 106458 w 209735"/>
                <a:gd name="connsiteY17" fmla="*/ 31191 h 301766"/>
                <a:gd name="connsiteX18" fmla="*/ 33246 w 209735"/>
                <a:gd name="connsiteY18" fmla="*/ 106174 h 301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9735" h="301766">
                  <a:moveTo>
                    <a:pt x="176814" y="34988"/>
                  </a:moveTo>
                  <a:lnTo>
                    <a:pt x="176814" y="3950"/>
                  </a:lnTo>
                  <a:lnTo>
                    <a:pt x="209660" y="3950"/>
                  </a:lnTo>
                  <a:lnTo>
                    <a:pt x="209660" y="196629"/>
                  </a:lnTo>
                  <a:cubicBezTo>
                    <a:pt x="209660" y="264114"/>
                    <a:pt x="164057" y="301511"/>
                    <a:pt x="99889" y="301511"/>
                  </a:cubicBezTo>
                  <a:cubicBezTo>
                    <a:pt x="68464" y="302191"/>
                    <a:pt x="37709" y="292405"/>
                    <a:pt x="12491" y="273701"/>
                  </a:cubicBezTo>
                  <a:lnTo>
                    <a:pt x="26962" y="247504"/>
                  </a:lnTo>
                  <a:cubicBezTo>
                    <a:pt x="47945" y="263349"/>
                    <a:pt x="73566" y="271886"/>
                    <a:pt x="99889" y="271803"/>
                  </a:cubicBezTo>
                  <a:cubicBezTo>
                    <a:pt x="144825" y="271803"/>
                    <a:pt x="176814" y="246175"/>
                    <a:pt x="176814" y="197958"/>
                  </a:cubicBezTo>
                  <a:lnTo>
                    <a:pt x="176814" y="176792"/>
                  </a:lnTo>
                  <a:cubicBezTo>
                    <a:pt x="159587" y="200133"/>
                    <a:pt x="131777" y="213318"/>
                    <a:pt x="102745" y="211911"/>
                  </a:cubicBezTo>
                  <a:cubicBezTo>
                    <a:pt x="44480" y="211911"/>
                    <a:pt x="-76" y="168439"/>
                    <a:pt x="-76" y="105795"/>
                  </a:cubicBezTo>
                  <a:cubicBezTo>
                    <a:pt x="-76" y="43150"/>
                    <a:pt x="44480" y="-131"/>
                    <a:pt x="102745" y="-131"/>
                  </a:cubicBezTo>
                  <a:cubicBezTo>
                    <a:pt x="131760" y="-1453"/>
                    <a:pt x="159531" y="11714"/>
                    <a:pt x="176814" y="34988"/>
                  </a:cubicBezTo>
                  <a:close/>
                  <a:moveTo>
                    <a:pt x="33246" y="106174"/>
                  </a:moveTo>
                  <a:cubicBezTo>
                    <a:pt x="33246" y="148032"/>
                    <a:pt x="62378" y="182107"/>
                    <a:pt x="106458" y="182107"/>
                  </a:cubicBezTo>
                  <a:cubicBezTo>
                    <a:pt x="148259" y="177426"/>
                    <a:pt x="178339" y="139847"/>
                    <a:pt x="173644" y="98173"/>
                  </a:cubicBezTo>
                  <a:cubicBezTo>
                    <a:pt x="169675" y="62948"/>
                    <a:pt x="141790" y="35148"/>
                    <a:pt x="106458" y="31191"/>
                  </a:cubicBezTo>
                  <a:cubicBezTo>
                    <a:pt x="62378" y="30242"/>
                    <a:pt x="33246" y="64032"/>
                    <a:pt x="33246" y="106174"/>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29" name="Freeform 28">
              <a:extLst>
                <a:ext uri="{FF2B5EF4-FFF2-40B4-BE49-F238E27FC236}">
                  <a16:creationId xmlns:a16="http://schemas.microsoft.com/office/drawing/2014/main" id="{A8B243E8-E124-C1AF-F991-38A2220628E2}"/>
                </a:ext>
              </a:extLst>
            </p:cNvPr>
            <p:cNvSpPr/>
            <p:nvPr/>
          </p:nvSpPr>
          <p:spPr>
            <a:xfrm>
              <a:off x="3261977" y="1821234"/>
              <a:ext cx="223064" cy="295093"/>
            </a:xfrm>
            <a:custGeom>
              <a:avLst/>
              <a:gdLst>
                <a:gd name="connsiteX0" fmla="*/ 17823 w 223064"/>
                <a:gd name="connsiteY0" fmla="*/ 294776 h 295093"/>
                <a:gd name="connsiteX1" fmla="*/ 95129 w 223064"/>
                <a:gd name="connsiteY1" fmla="*/ 161894 h 295093"/>
                <a:gd name="connsiteX2" fmla="*/ -76 w 223064"/>
                <a:gd name="connsiteY2" fmla="*/ -222 h 295093"/>
                <a:gd name="connsiteX3" fmla="*/ 36483 w 223064"/>
                <a:gd name="connsiteY3" fmla="*/ -222 h 295093"/>
                <a:gd name="connsiteX4" fmla="*/ 113884 w 223064"/>
                <a:gd name="connsiteY4" fmla="*/ 129528 h 295093"/>
                <a:gd name="connsiteX5" fmla="*/ 187001 w 223064"/>
                <a:gd name="connsiteY5" fmla="*/ -222 h 295093"/>
                <a:gd name="connsiteX6" fmla="*/ 222988 w 223064"/>
                <a:gd name="connsiteY6" fmla="*/ -222 h 295093"/>
                <a:gd name="connsiteX7" fmla="*/ 54000 w 223064"/>
                <a:gd name="connsiteY7" fmla="*/ 294871 h 29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3064" h="295093">
                  <a:moveTo>
                    <a:pt x="17823" y="294776"/>
                  </a:moveTo>
                  <a:lnTo>
                    <a:pt x="95129" y="161894"/>
                  </a:lnTo>
                  <a:lnTo>
                    <a:pt x="-76" y="-222"/>
                  </a:lnTo>
                  <a:lnTo>
                    <a:pt x="36483" y="-222"/>
                  </a:lnTo>
                  <a:lnTo>
                    <a:pt x="113884" y="129528"/>
                  </a:lnTo>
                  <a:lnTo>
                    <a:pt x="187001" y="-222"/>
                  </a:lnTo>
                  <a:lnTo>
                    <a:pt x="222988" y="-222"/>
                  </a:lnTo>
                  <a:lnTo>
                    <a:pt x="54000" y="294871"/>
                  </a:ln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30" name="Freeform 29">
              <a:extLst>
                <a:ext uri="{FF2B5EF4-FFF2-40B4-BE49-F238E27FC236}">
                  <a16:creationId xmlns:a16="http://schemas.microsoft.com/office/drawing/2014/main" id="{17E2BA11-47DF-0F41-EA48-5A186837A27D}"/>
                </a:ext>
              </a:extLst>
            </p:cNvPr>
            <p:cNvSpPr/>
            <p:nvPr/>
          </p:nvSpPr>
          <p:spPr>
            <a:xfrm>
              <a:off x="3633465" y="1816691"/>
              <a:ext cx="345116" cy="211080"/>
            </a:xfrm>
            <a:custGeom>
              <a:avLst/>
              <a:gdLst>
                <a:gd name="connsiteX0" fmla="*/ 345041 w 345116"/>
                <a:gd name="connsiteY0" fmla="*/ 82911 h 211080"/>
                <a:gd name="connsiteX1" fmla="*/ 345041 w 345116"/>
                <a:gd name="connsiteY1" fmla="*/ 210858 h 211080"/>
                <a:gd name="connsiteX2" fmla="*/ 312386 w 345116"/>
                <a:gd name="connsiteY2" fmla="*/ 210858 h 211080"/>
                <a:gd name="connsiteX3" fmla="*/ 312386 w 345116"/>
                <a:gd name="connsiteY3" fmla="*/ 93542 h 211080"/>
                <a:gd name="connsiteX4" fmla="*/ 252311 w 345116"/>
                <a:gd name="connsiteY4" fmla="*/ 31087 h 211080"/>
                <a:gd name="connsiteX5" fmla="*/ 188806 w 345116"/>
                <a:gd name="connsiteY5" fmla="*/ 89352 h 211080"/>
                <a:gd name="connsiteX6" fmla="*/ 188810 w 345116"/>
                <a:gd name="connsiteY6" fmla="*/ 94491 h 211080"/>
                <a:gd name="connsiteX7" fmla="*/ 188810 w 345116"/>
                <a:gd name="connsiteY7" fmla="*/ 210858 h 211080"/>
                <a:gd name="connsiteX8" fmla="*/ 156155 w 345116"/>
                <a:gd name="connsiteY8" fmla="*/ 210858 h 211080"/>
                <a:gd name="connsiteX9" fmla="*/ 156155 w 345116"/>
                <a:gd name="connsiteY9" fmla="*/ 93542 h 211080"/>
                <a:gd name="connsiteX10" fmla="*/ 96366 w 345116"/>
                <a:gd name="connsiteY10" fmla="*/ 31087 h 211080"/>
                <a:gd name="connsiteX11" fmla="*/ 32770 w 345116"/>
                <a:gd name="connsiteY11" fmla="*/ 89451 h 211080"/>
                <a:gd name="connsiteX12" fmla="*/ 32770 w 345116"/>
                <a:gd name="connsiteY12" fmla="*/ 94491 h 211080"/>
                <a:gd name="connsiteX13" fmla="*/ 32770 w 345116"/>
                <a:gd name="connsiteY13" fmla="*/ 210858 h 211080"/>
                <a:gd name="connsiteX14" fmla="*/ -76 w 345116"/>
                <a:gd name="connsiteY14" fmla="*/ 210858 h 211080"/>
                <a:gd name="connsiteX15" fmla="*/ -76 w 345116"/>
                <a:gd name="connsiteY15" fmla="*/ 3941 h 211080"/>
                <a:gd name="connsiteX16" fmla="*/ 32389 w 345116"/>
                <a:gd name="connsiteY16" fmla="*/ 3941 h 211080"/>
                <a:gd name="connsiteX17" fmla="*/ 32389 w 345116"/>
                <a:gd name="connsiteY17" fmla="*/ 33460 h 211080"/>
                <a:gd name="connsiteX18" fmla="*/ 102269 w 345116"/>
                <a:gd name="connsiteY18" fmla="*/ -140 h 211080"/>
                <a:gd name="connsiteX19" fmla="*/ 180051 w 345116"/>
                <a:gd name="connsiteY19" fmla="*/ 43236 h 211080"/>
                <a:gd name="connsiteX20" fmla="*/ 258214 w 345116"/>
                <a:gd name="connsiteY20" fmla="*/ -140 h 211080"/>
                <a:gd name="connsiteX21" fmla="*/ 345041 w 345116"/>
                <a:gd name="connsiteY21" fmla="*/ 82911 h 211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45116" h="211080">
                  <a:moveTo>
                    <a:pt x="345041" y="82911"/>
                  </a:moveTo>
                  <a:lnTo>
                    <a:pt x="345041" y="210858"/>
                  </a:lnTo>
                  <a:lnTo>
                    <a:pt x="312386" y="210858"/>
                  </a:lnTo>
                  <a:lnTo>
                    <a:pt x="312386" y="93542"/>
                  </a:lnTo>
                  <a:cubicBezTo>
                    <a:pt x="312386" y="54057"/>
                    <a:pt x="290679" y="31087"/>
                    <a:pt x="252311" y="31087"/>
                  </a:cubicBezTo>
                  <a:cubicBezTo>
                    <a:pt x="218637" y="29693"/>
                    <a:pt x="190204" y="55779"/>
                    <a:pt x="188806" y="89352"/>
                  </a:cubicBezTo>
                  <a:cubicBezTo>
                    <a:pt x="188735" y="91064"/>
                    <a:pt x="188736" y="92779"/>
                    <a:pt x="188810" y="94491"/>
                  </a:cubicBezTo>
                  <a:lnTo>
                    <a:pt x="188810" y="210858"/>
                  </a:lnTo>
                  <a:lnTo>
                    <a:pt x="156155" y="210858"/>
                  </a:lnTo>
                  <a:lnTo>
                    <a:pt x="156155" y="93542"/>
                  </a:lnTo>
                  <a:cubicBezTo>
                    <a:pt x="156155" y="54057"/>
                    <a:pt x="134639" y="31087"/>
                    <a:pt x="96366" y="31087"/>
                  </a:cubicBezTo>
                  <a:cubicBezTo>
                    <a:pt x="62639" y="29695"/>
                    <a:pt x="34165" y="55826"/>
                    <a:pt x="32770" y="89451"/>
                  </a:cubicBezTo>
                  <a:cubicBezTo>
                    <a:pt x="32700" y="91130"/>
                    <a:pt x="32700" y="92812"/>
                    <a:pt x="32770" y="94491"/>
                  </a:cubicBezTo>
                  <a:lnTo>
                    <a:pt x="32770" y="210858"/>
                  </a:lnTo>
                  <a:lnTo>
                    <a:pt x="-76" y="210858"/>
                  </a:lnTo>
                  <a:lnTo>
                    <a:pt x="-76" y="3941"/>
                  </a:lnTo>
                  <a:lnTo>
                    <a:pt x="32389" y="3941"/>
                  </a:lnTo>
                  <a:lnTo>
                    <a:pt x="32389" y="33460"/>
                  </a:lnTo>
                  <a:cubicBezTo>
                    <a:pt x="48532" y="11257"/>
                    <a:pt x="74790" y="-1369"/>
                    <a:pt x="102269" y="-140"/>
                  </a:cubicBezTo>
                  <a:cubicBezTo>
                    <a:pt x="138828" y="-140"/>
                    <a:pt x="166627" y="15996"/>
                    <a:pt x="180051" y="43236"/>
                  </a:cubicBezTo>
                  <a:cubicBezTo>
                    <a:pt x="196426" y="11155"/>
                    <a:pt x="229081" y="-140"/>
                    <a:pt x="258214" y="-140"/>
                  </a:cubicBezTo>
                  <a:cubicBezTo>
                    <a:pt x="309720" y="145"/>
                    <a:pt x="345041" y="32891"/>
                    <a:pt x="345041" y="82911"/>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31" name="Freeform 30">
              <a:extLst>
                <a:ext uri="{FF2B5EF4-FFF2-40B4-BE49-F238E27FC236}">
                  <a16:creationId xmlns:a16="http://schemas.microsoft.com/office/drawing/2014/main" id="{E99B5984-6F52-E98F-97DA-406B91DC5D35}"/>
                </a:ext>
              </a:extLst>
            </p:cNvPr>
            <p:cNvSpPr/>
            <p:nvPr/>
          </p:nvSpPr>
          <p:spPr>
            <a:xfrm>
              <a:off x="4036276" y="1816698"/>
              <a:ext cx="212496" cy="215242"/>
            </a:xfrm>
            <a:custGeom>
              <a:avLst/>
              <a:gdLst>
                <a:gd name="connsiteX0" fmla="*/ 179766 w 212496"/>
                <a:gd name="connsiteY0" fmla="*/ 210851 h 215242"/>
                <a:gd name="connsiteX1" fmla="*/ 179766 w 212496"/>
                <a:gd name="connsiteY1" fmla="*/ 180004 h 215242"/>
                <a:gd name="connsiteX2" fmla="*/ 103602 w 212496"/>
                <a:gd name="connsiteY2" fmla="*/ 214933 h 215242"/>
                <a:gd name="connsiteX3" fmla="*/ -76 w 212496"/>
                <a:gd name="connsiteY3" fmla="*/ 107298 h 215242"/>
                <a:gd name="connsiteX4" fmla="*/ 103602 w 212496"/>
                <a:gd name="connsiteY4" fmla="*/ -146 h 215242"/>
                <a:gd name="connsiteX5" fmla="*/ 179766 w 212496"/>
                <a:gd name="connsiteY5" fmla="*/ 34782 h 215242"/>
                <a:gd name="connsiteX6" fmla="*/ 179766 w 212496"/>
                <a:gd name="connsiteY6" fmla="*/ 3935 h 215242"/>
                <a:gd name="connsiteX7" fmla="*/ 212421 w 212496"/>
                <a:gd name="connsiteY7" fmla="*/ 3935 h 215242"/>
                <a:gd name="connsiteX8" fmla="*/ 212421 w 212496"/>
                <a:gd name="connsiteY8" fmla="*/ 210851 h 215242"/>
                <a:gd name="connsiteX9" fmla="*/ 33627 w 212496"/>
                <a:gd name="connsiteY9" fmla="*/ 107298 h 215242"/>
                <a:gd name="connsiteX10" fmla="*/ 107886 w 212496"/>
                <a:gd name="connsiteY10" fmla="*/ 184370 h 215242"/>
                <a:gd name="connsiteX11" fmla="*/ 181670 w 212496"/>
                <a:gd name="connsiteY11" fmla="*/ 107298 h 215242"/>
                <a:gd name="connsiteX12" fmla="*/ 108267 w 212496"/>
                <a:gd name="connsiteY12" fmla="*/ 30511 h 215242"/>
                <a:gd name="connsiteX13" fmla="*/ 34007 w 212496"/>
                <a:gd name="connsiteY13" fmla="*/ 107583 h 215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2496" h="215242">
                  <a:moveTo>
                    <a:pt x="179766" y="210851"/>
                  </a:moveTo>
                  <a:lnTo>
                    <a:pt x="179766" y="180004"/>
                  </a:lnTo>
                  <a:cubicBezTo>
                    <a:pt x="161517" y="203215"/>
                    <a:pt x="133155" y="216222"/>
                    <a:pt x="103602" y="214933"/>
                  </a:cubicBezTo>
                  <a:cubicBezTo>
                    <a:pt x="45051" y="214933"/>
                    <a:pt x="-76" y="169563"/>
                    <a:pt x="-76" y="107298"/>
                  </a:cubicBezTo>
                  <a:cubicBezTo>
                    <a:pt x="-76" y="45034"/>
                    <a:pt x="45051" y="-146"/>
                    <a:pt x="103602" y="-146"/>
                  </a:cubicBezTo>
                  <a:cubicBezTo>
                    <a:pt x="133137" y="-1341"/>
                    <a:pt x="161457" y="11647"/>
                    <a:pt x="179766" y="34782"/>
                  </a:cubicBezTo>
                  <a:lnTo>
                    <a:pt x="179766" y="3935"/>
                  </a:lnTo>
                  <a:lnTo>
                    <a:pt x="212421" y="3935"/>
                  </a:lnTo>
                  <a:lnTo>
                    <a:pt x="212421" y="210851"/>
                  </a:lnTo>
                  <a:close/>
                  <a:moveTo>
                    <a:pt x="33627" y="107298"/>
                  </a:moveTo>
                  <a:cubicBezTo>
                    <a:pt x="33627" y="150105"/>
                    <a:pt x="63806" y="184370"/>
                    <a:pt x="107886" y="184370"/>
                  </a:cubicBezTo>
                  <a:cubicBezTo>
                    <a:pt x="151966" y="184370"/>
                    <a:pt x="181670" y="151149"/>
                    <a:pt x="181670" y="107298"/>
                  </a:cubicBezTo>
                  <a:cubicBezTo>
                    <a:pt x="181670" y="63447"/>
                    <a:pt x="151204" y="30511"/>
                    <a:pt x="108267" y="30511"/>
                  </a:cubicBezTo>
                  <a:cubicBezTo>
                    <a:pt x="65330" y="30511"/>
                    <a:pt x="34007" y="64966"/>
                    <a:pt x="34007" y="107583"/>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32" name="Freeform 31">
              <a:extLst>
                <a:ext uri="{FF2B5EF4-FFF2-40B4-BE49-F238E27FC236}">
                  <a16:creationId xmlns:a16="http://schemas.microsoft.com/office/drawing/2014/main" id="{8C30FEFD-A901-AA2D-6518-CF81B8349079}"/>
                </a:ext>
              </a:extLst>
            </p:cNvPr>
            <p:cNvSpPr/>
            <p:nvPr/>
          </p:nvSpPr>
          <p:spPr>
            <a:xfrm>
              <a:off x="4309609" y="1713505"/>
              <a:ext cx="212496" cy="318434"/>
            </a:xfrm>
            <a:custGeom>
              <a:avLst/>
              <a:gdLst>
                <a:gd name="connsiteX0" fmla="*/ 179766 w 212496"/>
                <a:gd name="connsiteY0" fmla="*/ 138260 h 318434"/>
                <a:gd name="connsiteX1" fmla="*/ 179766 w 212496"/>
                <a:gd name="connsiteY1" fmla="*/ -222 h 318434"/>
                <a:gd name="connsiteX2" fmla="*/ 212421 w 212496"/>
                <a:gd name="connsiteY2" fmla="*/ -222 h 318434"/>
                <a:gd name="connsiteX3" fmla="*/ 212421 w 212496"/>
                <a:gd name="connsiteY3" fmla="*/ 314044 h 318434"/>
                <a:gd name="connsiteX4" fmla="*/ 179766 w 212496"/>
                <a:gd name="connsiteY4" fmla="*/ 314044 h 318434"/>
                <a:gd name="connsiteX5" fmla="*/ 179766 w 212496"/>
                <a:gd name="connsiteY5" fmla="*/ 283196 h 318434"/>
                <a:gd name="connsiteX6" fmla="*/ 103602 w 212496"/>
                <a:gd name="connsiteY6" fmla="*/ 318125 h 318434"/>
                <a:gd name="connsiteX7" fmla="*/ -76 w 212496"/>
                <a:gd name="connsiteY7" fmla="*/ 210491 h 318434"/>
                <a:gd name="connsiteX8" fmla="*/ 103602 w 212496"/>
                <a:gd name="connsiteY8" fmla="*/ 103046 h 318434"/>
                <a:gd name="connsiteX9" fmla="*/ 179766 w 212496"/>
                <a:gd name="connsiteY9" fmla="*/ 138260 h 318434"/>
                <a:gd name="connsiteX10" fmla="*/ 33626 w 212496"/>
                <a:gd name="connsiteY10" fmla="*/ 210775 h 318434"/>
                <a:gd name="connsiteX11" fmla="*/ 107886 w 212496"/>
                <a:gd name="connsiteY11" fmla="*/ 287847 h 318434"/>
                <a:gd name="connsiteX12" fmla="*/ 181765 w 212496"/>
                <a:gd name="connsiteY12" fmla="*/ 210775 h 318434"/>
                <a:gd name="connsiteX13" fmla="*/ 107886 w 212496"/>
                <a:gd name="connsiteY13" fmla="*/ 133894 h 318434"/>
                <a:gd name="connsiteX14" fmla="*/ 33626 w 212496"/>
                <a:gd name="connsiteY14" fmla="*/ 210775 h 318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2496" h="318434">
                  <a:moveTo>
                    <a:pt x="179766" y="138260"/>
                  </a:moveTo>
                  <a:lnTo>
                    <a:pt x="179766" y="-222"/>
                  </a:lnTo>
                  <a:lnTo>
                    <a:pt x="212421" y="-222"/>
                  </a:lnTo>
                  <a:lnTo>
                    <a:pt x="212421" y="314044"/>
                  </a:lnTo>
                  <a:lnTo>
                    <a:pt x="179766" y="314044"/>
                  </a:lnTo>
                  <a:lnTo>
                    <a:pt x="179766" y="283196"/>
                  </a:lnTo>
                  <a:cubicBezTo>
                    <a:pt x="161517" y="306408"/>
                    <a:pt x="133155" y="319414"/>
                    <a:pt x="103602" y="318125"/>
                  </a:cubicBezTo>
                  <a:cubicBezTo>
                    <a:pt x="45146" y="318125"/>
                    <a:pt x="-76" y="272755"/>
                    <a:pt x="-76" y="210491"/>
                  </a:cubicBezTo>
                  <a:cubicBezTo>
                    <a:pt x="-76" y="148226"/>
                    <a:pt x="45146" y="103046"/>
                    <a:pt x="103602" y="103046"/>
                  </a:cubicBezTo>
                  <a:cubicBezTo>
                    <a:pt x="133187" y="101919"/>
                    <a:pt x="161516" y="115018"/>
                    <a:pt x="179766" y="138260"/>
                  </a:cubicBezTo>
                  <a:close/>
                  <a:moveTo>
                    <a:pt x="33626" y="210775"/>
                  </a:moveTo>
                  <a:cubicBezTo>
                    <a:pt x="33626" y="253583"/>
                    <a:pt x="63901" y="287847"/>
                    <a:pt x="107886" y="287847"/>
                  </a:cubicBezTo>
                  <a:cubicBezTo>
                    <a:pt x="151871" y="287847"/>
                    <a:pt x="181765" y="254626"/>
                    <a:pt x="181765" y="210775"/>
                  </a:cubicBezTo>
                  <a:cubicBezTo>
                    <a:pt x="181765" y="166924"/>
                    <a:pt x="151109" y="133894"/>
                    <a:pt x="107886" y="133894"/>
                  </a:cubicBezTo>
                  <a:cubicBezTo>
                    <a:pt x="64663" y="133894"/>
                    <a:pt x="33626" y="168158"/>
                    <a:pt x="33626" y="210775"/>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33" name="Freeform 32">
              <a:extLst>
                <a:ext uri="{FF2B5EF4-FFF2-40B4-BE49-F238E27FC236}">
                  <a16:creationId xmlns:a16="http://schemas.microsoft.com/office/drawing/2014/main" id="{CE529454-BBD6-E729-0EDD-2F7AFB636A27}"/>
                </a:ext>
              </a:extLst>
            </p:cNvPr>
            <p:cNvSpPr/>
            <p:nvPr/>
          </p:nvSpPr>
          <p:spPr>
            <a:xfrm>
              <a:off x="4582750" y="1817058"/>
              <a:ext cx="200786" cy="215195"/>
            </a:xfrm>
            <a:custGeom>
              <a:avLst/>
              <a:gdLst>
                <a:gd name="connsiteX0" fmla="*/ 200710 w 200786"/>
                <a:gd name="connsiteY0" fmla="*/ 106558 h 215195"/>
                <a:gd name="connsiteX1" fmla="*/ 200044 w 200786"/>
                <a:gd name="connsiteY1" fmla="*/ 118802 h 215195"/>
                <a:gd name="connsiteX2" fmla="*/ 33722 w 200786"/>
                <a:gd name="connsiteY2" fmla="*/ 118802 h 215195"/>
                <a:gd name="connsiteX3" fmla="*/ 107009 w 200786"/>
                <a:gd name="connsiteY3" fmla="*/ 186292 h 215195"/>
                <a:gd name="connsiteX4" fmla="*/ 107124 w 200786"/>
                <a:gd name="connsiteY4" fmla="*/ 186288 h 215195"/>
                <a:gd name="connsiteX5" fmla="*/ 172816 w 200786"/>
                <a:gd name="connsiteY5" fmla="*/ 160281 h 215195"/>
                <a:gd name="connsiteX6" fmla="*/ 190333 w 200786"/>
                <a:gd name="connsiteY6" fmla="*/ 182586 h 215195"/>
                <a:gd name="connsiteX7" fmla="*/ 104649 w 200786"/>
                <a:gd name="connsiteY7" fmla="*/ 214857 h 215195"/>
                <a:gd name="connsiteX8" fmla="*/ -76 w 200786"/>
                <a:gd name="connsiteY8" fmla="*/ 107413 h 215195"/>
                <a:gd name="connsiteX9" fmla="*/ 102840 w 200786"/>
                <a:gd name="connsiteY9" fmla="*/ -222 h 215195"/>
                <a:gd name="connsiteX10" fmla="*/ 200710 w 200786"/>
                <a:gd name="connsiteY10" fmla="*/ 106558 h 215195"/>
                <a:gd name="connsiteX11" fmla="*/ 34197 w 200786"/>
                <a:gd name="connsiteY11" fmla="*/ 92321 h 215195"/>
                <a:gd name="connsiteX12" fmla="*/ 167484 w 200786"/>
                <a:gd name="connsiteY12" fmla="*/ 92321 h 215195"/>
                <a:gd name="connsiteX13" fmla="*/ 102650 w 200786"/>
                <a:gd name="connsiteY13" fmla="*/ 28822 h 215195"/>
                <a:gd name="connsiteX14" fmla="*/ 34197 w 200786"/>
                <a:gd name="connsiteY14" fmla="*/ 92321 h 215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0786" h="215195">
                  <a:moveTo>
                    <a:pt x="200710" y="106558"/>
                  </a:moveTo>
                  <a:cubicBezTo>
                    <a:pt x="200702" y="110648"/>
                    <a:pt x="200479" y="114735"/>
                    <a:pt x="200044" y="118802"/>
                  </a:cubicBezTo>
                  <a:lnTo>
                    <a:pt x="33722" y="118802"/>
                  </a:lnTo>
                  <a:cubicBezTo>
                    <a:pt x="35265" y="157615"/>
                    <a:pt x="68077" y="187832"/>
                    <a:pt x="107009" y="186292"/>
                  </a:cubicBezTo>
                  <a:cubicBezTo>
                    <a:pt x="107047" y="186291"/>
                    <a:pt x="107086" y="186289"/>
                    <a:pt x="107124" y="186288"/>
                  </a:cubicBezTo>
                  <a:cubicBezTo>
                    <a:pt x="131558" y="186344"/>
                    <a:pt x="155077" y="177032"/>
                    <a:pt x="172816" y="160281"/>
                  </a:cubicBezTo>
                  <a:lnTo>
                    <a:pt x="190333" y="182586"/>
                  </a:lnTo>
                  <a:cubicBezTo>
                    <a:pt x="167424" y="204609"/>
                    <a:pt x="136442" y="216278"/>
                    <a:pt x="104649" y="214857"/>
                  </a:cubicBezTo>
                  <a:cubicBezTo>
                    <a:pt x="43337" y="214857"/>
                    <a:pt x="-76" y="171386"/>
                    <a:pt x="-76" y="107413"/>
                  </a:cubicBezTo>
                  <a:cubicBezTo>
                    <a:pt x="-76" y="43439"/>
                    <a:pt x="43908" y="-222"/>
                    <a:pt x="102840" y="-222"/>
                  </a:cubicBezTo>
                  <a:cubicBezTo>
                    <a:pt x="159487" y="-222"/>
                    <a:pt x="200044" y="43629"/>
                    <a:pt x="200710" y="106558"/>
                  </a:cubicBezTo>
                  <a:close/>
                  <a:moveTo>
                    <a:pt x="34197" y="92321"/>
                  </a:moveTo>
                  <a:lnTo>
                    <a:pt x="167484" y="92321"/>
                  </a:lnTo>
                  <a:cubicBezTo>
                    <a:pt x="163295" y="53690"/>
                    <a:pt x="137875" y="28822"/>
                    <a:pt x="102650" y="28822"/>
                  </a:cubicBezTo>
                  <a:cubicBezTo>
                    <a:pt x="64187" y="28822"/>
                    <a:pt x="39434" y="55019"/>
                    <a:pt x="34197" y="92321"/>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34" name="Freeform 33">
              <a:extLst>
                <a:ext uri="{FF2B5EF4-FFF2-40B4-BE49-F238E27FC236}">
                  <a16:creationId xmlns:a16="http://schemas.microsoft.com/office/drawing/2014/main" id="{674B0AFB-FF79-9D10-3343-6D3D4277AAFA}"/>
                </a:ext>
              </a:extLst>
            </p:cNvPr>
            <p:cNvSpPr/>
            <p:nvPr/>
          </p:nvSpPr>
          <p:spPr>
            <a:xfrm>
              <a:off x="4961379" y="1816985"/>
              <a:ext cx="212115" cy="298393"/>
            </a:xfrm>
            <a:custGeom>
              <a:avLst/>
              <a:gdLst>
                <a:gd name="connsiteX0" fmla="*/ 212040 w 212115"/>
                <a:gd name="connsiteY0" fmla="*/ 107296 h 298393"/>
                <a:gd name="connsiteX1" fmla="*/ 108362 w 212115"/>
                <a:gd name="connsiteY1" fmla="*/ 214930 h 298393"/>
                <a:gd name="connsiteX2" fmla="*/ 32769 w 212115"/>
                <a:gd name="connsiteY2" fmla="*/ 180191 h 298393"/>
                <a:gd name="connsiteX3" fmla="*/ 32769 w 212115"/>
                <a:gd name="connsiteY3" fmla="*/ 298172 h 298393"/>
                <a:gd name="connsiteX4" fmla="*/ -76 w 212115"/>
                <a:gd name="connsiteY4" fmla="*/ 298172 h 298393"/>
                <a:gd name="connsiteX5" fmla="*/ -76 w 212115"/>
                <a:gd name="connsiteY5" fmla="*/ 3933 h 298393"/>
                <a:gd name="connsiteX6" fmla="*/ 32769 w 212115"/>
                <a:gd name="connsiteY6" fmla="*/ 3933 h 298393"/>
                <a:gd name="connsiteX7" fmla="*/ 32769 w 212115"/>
                <a:gd name="connsiteY7" fmla="*/ 34495 h 298393"/>
                <a:gd name="connsiteX8" fmla="*/ 108362 w 212115"/>
                <a:gd name="connsiteY8" fmla="*/ -149 h 298393"/>
                <a:gd name="connsiteX9" fmla="*/ 212040 w 212115"/>
                <a:gd name="connsiteY9" fmla="*/ 107296 h 298393"/>
                <a:gd name="connsiteX10" fmla="*/ 30580 w 212115"/>
                <a:gd name="connsiteY10" fmla="*/ 107296 h 298393"/>
                <a:gd name="connsiteX11" fmla="*/ 104458 w 212115"/>
                <a:gd name="connsiteY11" fmla="*/ 184367 h 298393"/>
                <a:gd name="connsiteX12" fmla="*/ 178527 w 212115"/>
                <a:gd name="connsiteY12" fmla="*/ 107296 h 298393"/>
                <a:gd name="connsiteX13" fmla="*/ 104458 w 212115"/>
                <a:gd name="connsiteY13" fmla="*/ 30414 h 298393"/>
                <a:gd name="connsiteX14" fmla="*/ 30580 w 212115"/>
                <a:gd name="connsiteY14" fmla="*/ 107296 h 298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2115" h="298393">
                  <a:moveTo>
                    <a:pt x="212040" y="107296"/>
                  </a:moveTo>
                  <a:cubicBezTo>
                    <a:pt x="212040" y="169560"/>
                    <a:pt x="166722" y="214930"/>
                    <a:pt x="108362" y="214930"/>
                  </a:cubicBezTo>
                  <a:cubicBezTo>
                    <a:pt x="79040" y="216078"/>
                    <a:pt x="50938" y="203164"/>
                    <a:pt x="32769" y="180191"/>
                  </a:cubicBezTo>
                  <a:lnTo>
                    <a:pt x="32769" y="298172"/>
                  </a:lnTo>
                  <a:lnTo>
                    <a:pt x="-76" y="298172"/>
                  </a:lnTo>
                  <a:lnTo>
                    <a:pt x="-76" y="3933"/>
                  </a:lnTo>
                  <a:lnTo>
                    <a:pt x="32769" y="3933"/>
                  </a:lnTo>
                  <a:lnTo>
                    <a:pt x="32769" y="34495"/>
                  </a:lnTo>
                  <a:cubicBezTo>
                    <a:pt x="50958" y="11558"/>
                    <a:pt x="79056" y="-1320"/>
                    <a:pt x="108362" y="-149"/>
                  </a:cubicBezTo>
                  <a:cubicBezTo>
                    <a:pt x="166722" y="-149"/>
                    <a:pt x="212040" y="45221"/>
                    <a:pt x="212040" y="107296"/>
                  </a:cubicBezTo>
                  <a:close/>
                  <a:moveTo>
                    <a:pt x="30580" y="107296"/>
                  </a:moveTo>
                  <a:cubicBezTo>
                    <a:pt x="30580" y="151147"/>
                    <a:pt x="61330" y="184367"/>
                    <a:pt x="104458" y="184367"/>
                  </a:cubicBezTo>
                  <a:cubicBezTo>
                    <a:pt x="147586" y="184367"/>
                    <a:pt x="178527" y="150103"/>
                    <a:pt x="178527" y="107296"/>
                  </a:cubicBezTo>
                  <a:cubicBezTo>
                    <a:pt x="178527" y="64489"/>
                    <a:pt x="148538" y="30414"/>
                    <a:pt x="104458" y="30414"/>
                  </a:cubicBezTo>
                  <a:cubicBezTo>
                    <a:pt x="60379" y="30414"/>
                    <a:pt x="30580" y="63540"/>
                    <a:pt x="30580" y="107296"/>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35" name="Freeform 34">
              <a:extLst>
                <a:ext uri="{FF2B5EF4-FFF2-40B4-BE49-F238E27FC236}">
                  <a16:creationId xmlns:a16="http://schemas.microsoft.com/office/drawing/2014/main" id="{2D3BBD1B-3815-7343-B606-3134424D3861}"/>
                </a:ext>
              </a:extLst>
            </p:cNvPr>
            <p:cNvSpPr/>
            <p:nvPr/>
          </p:nvSpPr>
          <p:spPr>
            <a:xfrm>
              <a:off x="5218812" y="1817058"/>
              <a:ext cx="200310" cy="215175"/>
            </a:xfrm>
            <a:custGeom>
              <a:avLst/>
              <a:gdLst>
                <a:gd name="connsiteX0" fmla="*/ 200234 w 200310"/>
                <a:gd name="connsiteY0" fmla="*/ 106558 h 215175"/>
                <a:gd name="connsiteX1" fmla="*/ 199568 w 200310"/>
                <a:gd name="connsiteY1" fmla="*/ 118802 h 215175"/>
                <a:gd name="connsiteX2" fmla="*/ 33246 w 200310"/>
                <a:gd name="connsiteY2" fmla="*/ 118802 h 215175"/>
                <a:gd name="connsiteX3" fmla="*/ 106533 w 200310"/>
                <a:gd name="connsiteY3" fmla="*/ 186292 h 215175"/>
                <a:gd name="connsiteX4" fmla="*/ 106649 w 200310"/>
                <a:gd name="connsiteY4" fmla="*/ 186288 h 215175"/>
                <a:gd name="connsiteX5" fmla="*/ 172340 w 200310"/>
                <a:gd name="connsiteY5" fmla="*/ 160281 h 215175"/>
                <a:gd name="connsiteX6" fmla="*/ 189857 w 200310"/>
                <a:gd name="connsiteY6" fmla="*/ 182586 h 215175"/>
                <a:gd name="connsiteX7" fmla="*/ 104649 w 200310"/>
                <a:gd name="connsiteY7" fmla="*/ 214857 h 215175"/>
                <a:gd name="connsiteX8" fmla="*/ -76 w 200310"/>
                <a:gd name="connsiteY8" fmla="*/ 107413 h 215175"/>
                <a:gd name="connsiteX9" fmla="*/ 102935 w 200310"/>
                <a:gd name="connsiteY9" fmla="*/ -222 h 215175"/>
                <a:gd name="connsiteX10" fmla="*/ 200234 w 200310"/>
                <a:gd name="connsiteY10" fmla="*/ 106558 h 215175"/>
                <a:gd name="connsiteX11" fmla="*/ 33722 w 200310"/>
                <a:gd name="connsiteY11" fmla="*/ 92321 h 215175"/>
                <a:gd name="connsiteX12" fmla="*/ 167008 w 200310"/>
                <a:gd name="connsiteY12" fmla="*/ 92321 h 215175"/>
                <a:gd name="connsiteX13" fmla="*/ 102174 w 200310"/>
                <a:gd name="connsiteY13" fmla="*/ 28822 h 215175"/>
                <a:gd name="connsiteX14" fmla="*/ 33722 w 200310"/>
                <a:gd name="connsiteY14" fmla="*/ 92321 h 215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0310" h="215175">
                  <a:moveTo>
                    <a:pt x="200234" y="106558"/>
                  </a:moveTo>
                  <a:cubicBezTo>
                    <a:pt x="200226" y="110648"/>
                    <a:pt x="200004" y="114735"/>
                    <a:pt x="199568" y="118802"/>
                  </a:cubicBezTo>
                  <a:lnTo>
                    <a:pt x="33246" y="118802"/>
                  </a:lnTo>
                  <a:cubicBezTo>
                    <a:pt x="34790" y="157615"/>
                    <a:pt x="67602" y="187832"/>
                    <a:pt x="106533" y="186292"/>
                  </a:cubicBezTo>
                  <a:cubicBezTo>
                    <a:pt x="106571" y="186291"/>
                    <a:pt x="106610" y="186289"/>
                    <a:pt x="106649" y="186288"/>
                  </a:cubicBezTo>
                  <a:cubicBezTo>
                    <a:pt x="131082" y="186344"/>
                    <a:pt x="154601" y="177032"/>
                    <a:pt x="172340" y="160281"/>
                  </a:cubicBezTo>
                  <a:lnTo>
                    <a:pt x="189857" y="182586"/>
                  </a:lnTo>
                  <a:cubicBezTo>
                    <a:pt x="167064" y="204487"/>
                    <a:pt x="136280" y="216147"/>
                    <a:pt x="104649" y="214857"/>
                  </a:cubicBezTo>
                  <a:cubicBezTo>
                    <a:pt x="43337" y="214857"/>
                    <a:pt x="-76" y="171386"/>
                    <a:pt x="-76" y="107413"/>
                  </a:cubicBezTo>
                  <a:cubicBezTo>
                    <a:pt x="-76" y="43439"/>
                    <a:pt x="43908" y="-222"/>
                    <a:pt x="102935" y="-222"/>
                  </a:cubicBezTo>
                  <a:cubicBezTo>
                    <a:pt x="158725" y="-222"/>
                    <a:pt x="199568" y="43629"/>
                    <a:pt x="200234" y="106558"/>
                  </a:cubicBezTo>
                  <a:close/>
                  <a:moveTo>
                    <a:pt x="33722" y="92321"/>
                  </a:moveTo>
                  <a:lnTo>
                    <a:pt x="167008" y="92321"/>
                  </a:lnTo>
                  <a:cubicBezTo>
                    <a:pt x="162819" y="53690"/>
                    <a:pt x="137399" y="28822"/>
                    <a:pt x="102174" y="28822"/>
                  </a:cubicBezTo>
                  <a:cubicBezTo>
                    <a:pt x="63521" y="28822"/>
                    <a:pt x="38958" y="55019"/>
                    <a:pt x="33722" y="92321"/>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36" name="Freeform 35">
              <a:extLst>
                <a:ext uri="{FF2B5EF4-FFF2-40B4-BE49-F238E27FC236}">
                  <a16:creationId xmlns:a16="http://schemas.microsoft.com/office/drawing/2014/main" id="{F66677F2-376F-FD13-CE2A-B355789B63E7}"/>
                </a:ext>
              </a:extLst>
            </p:cNvPr>
            <p:cNvSpPr/>
            <p:nvPr/>
          </p:nvSpPr>
          <p:spPr>
            <a:xfrm>
              <a:off x="5479672" y="1816723"/>
              <a:ext cx="132429" cy="211047"/>
            </a:xfrm>
            <a:custGeom>
              <a:avLst/>
              <a:gdLst>
                <a:gd name="connsiteX0" fmla="*/ 132354 w 132429"/>
                <a:gd name="connsiteY0" fmla="*/ 7041 h 211047"/>
                <a:gd name="connsiteX1" fmla="*/ 124452 w 132429"/>
                <a:gd name="connsiteY1" fmla="*/ 39123 h 211047"/>
                <a:gd name="connsiteX2" fmla="*/ 88274 w 132429"/>
                <a:gd name="connsiteY2" fmla="*/ 30485 h 211047"/>
                <a:gd name="connsiteX3" fmla="*/ 32580 w 132429"/>
                <a:gd name="connsiteY3" fmla="*/ 94933 h 211047"/>
                <a:gd name="connsiteX4" fmla="*/ 32580 w 132429"/>
                <a:gd name="connsiteY4" fmla="*/ 210825 h 211047"/>
                <a:gd name="connsiteX5" fmla="*/ -76 w 132429"/>
                <a:gd name="connsiteY5" fmla="*/ 210825 h 211047"/>
                <a:gd name="connsiteX6" fmla="*/ -76 w 132429"/>
                <a:gd name="connsiteY6" fmla="*/ 3909 h 211047"/>
                <a:gd name="connsiteX7" fmla="*/ 32389 w 132429"/>
                <a:gd name="connsiteY7" fmla="*/ 3909 h 211047"/>
                <a:gd name="connsiteX8" fmla="*/ 32389 w 132429"/>
                <a:gd name="connsiteY8" fmla="*/ 32953 h 211047"/>
                <a:gd name="connsiteX9" fmla="*/ 93986 w 132429"/>
                <a:gd name="connsiteY9" fmla="*/ -172 h 211047"/>
                <a:gd name="connsiteX10" fmla="*/ 132354 w 132429"/>
                <a:gd name="connsiteY10" fmla="*/ 7042 h 211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2429" h="211047">
                  <a:moveTo>
                    <a:pt x="132354" y="7041"/>
                  </a:moveTo>
                  <a:lnTo>
                    <a:pt x="124452" y="39123"/>
                  </a:lnTo>
                  <a:cubicBezTo>
                    <a:pt x="113243" y="33445"/>
                    <a:pt x="100847" y="30486"/>
                    <a:pt x="88274" y="30485"/>
                  </a:cubicBezTo>
                  <a:cubicBezTo>
                    <a:pt x="55810" y="30485"/>
                    <a:pt x="32580" y="55828"/>
                    <a:pt x="32580" y="94933"/>
                  </a:cubicBezTo>
                  <a:lnTo>
                    <a:pt x="32580" y="210825"/>
                  </a:lnTo>
                  <a:lnTo>
                    <a:pt x="-76" y="210825"/>
                  </a:lnTo>
                  <a:lnTo>
                    <a:pt x="-76" y="3909"/>
                  </a:lnTo>
                  <a:lnTo>
                    <a:pt x="32389" y="3909"/>
                  </a:lnTo>
                  <a:lnTo>
                    <a:pt x="32389" y="32953"/>
                  </a:lnTo>
                  <a:cubicBezTo>
                    <a:pt x="45830" y="12074"/>
                    <a:pt x="69102" y="-442"/>
                    <a:pt x="93986" y="-172"/>
                  </a:cubicBezTo>
                  <a:cubicBezTo>
                    <a:pt x="107152" y="-612"/>
                    <a:pt x="120253" y="1851"/>
                    <a:pt x="132354" y="7042"/>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37" name="Freeform 36">
              <a:extLst>
                <a:ext uri="{FF2B5EF4-FFF2-40B4-BE49-F238E27FC236}">
                  <a16:creationId xmlns:a16="http://schemas.microsoft.com/office/drawing/2014/main" id="{1DD86733-86F3-039A-6A90-92DB673A2498}"/>
                </a:ext>
              </a:extLst>
            </p:cNvPr>
            <p:cNvSpPr/>
            <p:nvPr/>
          </p:nvSpPr>
          <p:spPr>
            <a:xfrm>
              <a:off x="5639331" y="1817512"/>
              <a:ext cx="177937" cy="214453"/>
            </a:xfrm>
            <a:custGeom>
              <a:avLst/>
              <a:gdLst>
                <a:gd name="connsiteX0" fmla="*/ 90464 w 177937"/>
                <a:gd name="connsiteY0" fmla="*/ 27894 h 214453"/>
                <a:gd name="connsiteX1" fmla="*/ 41338 w 177937"/>
                <a:gd name="connsiteY1" fmla="*/ 60450 h 214453"/>
                <a:gd name="connsiteX2" fmla="*/ 83704 w 177937"/>
                <a:gd name="connsiteY2" fmla="*/ 89494 h 214453"/>
                <a:gd name="connsiteX3" fmla="*/ 108172 w 177937"/>
                <a:gd name="connsiteY3" fmla="*/ 92531 h 214453"/>
                <a:gd name="connsiteX4" fmla="*/ 177861 w 177937"/>
                <a:gd name="connsiteY4" fmla="*/ 150240 h 214453"/>
                <a:gd name="connsiteX5" fmla="*/ 86465 w 177937"/>
                <a:gd name="connsiteY5" fmla="*/ 214214 h 214453"/>
                <a:gd name="connsiteX6" fmla="*/ -76 w 177937"/>
                <a:gd name="connsiteY6" fmla="*/ 187732 h 214453"/>
                <a:gd name="connsiteX7" fmla="*/ 15062 w 177937"/>
                <a:gd name="connsiteY7" fmla="*/ 163339 h 214453"/>
                <a:gd name="connsiteX8" fmla="*/ 86941 w 177937"/>
                <a:gd name="connsiteY8" fmla="*/ 185834 h 214453"/>
                <a:gd name="connsiteX9" fmla="*/ 144064 w 177937"/>
                <a:gd name="connsiteY9" fmla="*/ 152423 h 214453"/>
                <a:gd name="connsiteX10" fmla="*/ 100651 w 177937"/>
                <a:gd name="connsiteY10" fmla="*/ 122240 h 214453"/>
                <a:gd name="connsiteX11" fmla="*/ 75897 w 177937"/>
                <a:gd name="connsiteY11" fmla="*/ 119393 h 214453"/>
                <a:gd name="connsiteX12" fmla="*/ 7350 w 177937"/>
                <a:gd name="connsiteY12" fmla="*/ 62443 h 214453"/>
                <a:gd name="connsiteX13" fmla="*/ 90178 w 177937"/>
                <a:gd name="connsiteY13" fmla="*/ -201 h 214453"/>
                <a:gd name="connsiteX14" fmla="*/ 172530 w 177937"/>
                <a:gd name="connsiteY14" fmla="*/ 22294 h 214453"/>
                <a:gd name="connsiteX15" fmla="*/ 158249 w 177937"/>
                <a:gd name="connsiteY15" fmla="*/ 47636 h 214453"/>
                <a:gd name="connsiteX16" fmla="*/ 90464 w 177937"/>
                <a:gd name="connsiteY16" fmla="*/ 27894 h 214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7937" h="214453">
                  <a:moveTo>
                    <a:pt x="90464" y="27894"/>
                  </a:moveTo>
                  <a:cubicBezTo>
                    <a:pt x="60855" y="27894"/>
                    <a:pt x="41338" y="40328"/>
                    <a:pt x="41338" y="60450"/>
                  </a:cubicBezTo>
                  <a:cubicBezTo>
                    <a:pt x="41338" y="77914"/>
                    <a:pt x="56285" y="86172"/>
                    <a:pt x="83704" y="89494"/>
                  </a:cubicBezTo>
                  <a:lnTo>
                    <a:pt x="108172" y="92531"/>
                  </a:lnTo>
                  <a:cubicBezTo>
                    <a:pt x="152251" y="98416"/>
                    <a:pt x="177861" y="116355"/>
                    <a:pt x="177861" y="150240"/>
                  </a:cubicBezTo>
                  <a:cubicBezTo>
                    <a:pt x="177861" y="189535"/>
                    <a:pt x="142350" y="214214"/>
                    <a:pt x="86465" y="214214"/>
                  </a:cubicBezTo>
                  <a:cubicBezTo>
                    <a:pt x="55541" y="214689"/>
                    <a:pt x="25256" y="205422"/>
                    <a:pt x="-76" y="187732"/>
                  </a:cubicBezTo>
                  <a:lnTo>
                    <a:pt x="15062" y="163339"/>
                  </a:lnTo>
                  <a:cubicBezTo>
                    <a:pt x="35594" y="179085"/>
                    <a:pt x="61066" y="187057"/>
                    <a:pt x="86941" y="185834"/>
                  </a:cubicBezTo>
                  <a:cubicBezTo>
                    <a:pt x="121976" y="185834"/>
                    <a:pt x="144064" y="174254"/>
                    <a:pt x="144064" y="152423"/>
                  </a:cubicBezTo>
                  <a:cubicBezTo>
                    <a:pt x="144064" y="135813"/>
                    <a:pt x="130259" y="125752"/>
                    <a:pt x="100651" y="122240"/>
                  </a:cubicBezTo>
                  <a:lnTo>
                    <a:pt x="75897" y="119393"/>
                  </a:lnTo>
                  <a:cubicBezTo>
                    <a:pt x="28295" y="113508"/>
                    <a:pt x="7350" y="93006"/>
                    <a:pt x="7350" y="62443"/>
                  </a:cubicBezTo>
                  <a:cubicBezTo>
                    <a:pt x="7350" y="23148"/>
                    <a:pt x="40195" y="-201"/>
                    <a:pt x="90178" y="-201"/>
                  </a:cubicBezTo>
                  <a:cubicBezTo>
                    <a:pt x="119218" y="-683"/>
                    <a:pt x="147792" y="7122"/>
                    <a:pt x="172530" y="22294"/>
                  </a:cubicBezTo>
                  <a:lnTo>
                    <a:pt x="158249" y="47636"/>
                  </a:lnTo>
                  <a:cubicBezTo>
                    <a:pt x="137944" y="34879"/>
                    <a:pt x="114464" y="28041"/>
                    <a:pt x="90464" y="27894"/>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38" name="Freeform 37">
              <a:extLst>
                <a:ext uri="{FF2B5EF4-FFF2-40B4-BE49-F238E27FC236}">
                  <a16:creationId xmlns:a16="http://schemas.microsoft.com/office/drawing/2014/main" id="{BCE163FF-5E67-F73E-E609-2837A0F45E7B}"/>
                </a:ext>
              </a:extLst>
            </p:cNvPr>
            <p:cNvSpPr/>
            <p:nvPr/>
          </p:nvSpPr>
          <p:spPr>
            <a:xfrm>
              <a:off x="5858692" y="1817011"/>
              <a:ext cx="218591" cy="217974"/>
            </a:xfrm>
            <a:custGeom>
              <a:avLst/>
              <a:gdLst>
                <a:gd name="connsiteX0" fmla="*/ 218503 w 218591"/>
                <a:gd name="connsiteY0" fmla="*/ 107270 h 217974"/>
                <a:gd name="connsiteX1" fmla="*/ 110742 w 218591"/>
                <a:gd name="connsiteY1" fmla="*/ 217741 h 217974"/>
                <a:gd name="connsiteX2" fmla="*/ -65 w 218591"/>
                <a:gd name="connsiteY2" fmla="*/ 110307 h 217974"/>
                <a:gd name="connsiteX3" fmla="*/ 107696 w 218591"/>
                <a:gd name="connsiteY3" fmla="*/ -164 h 217974"/>
                <a:gd name="connsiteX4" fmla="*/ 109113 w 218591"/>
                <a:gd name="connsiteY4" fmla="*/ -175 h 217974"/>
                <a:gd name="connsiteX5" fmla="*/ 218468 w 218591"/>
                <a:gd name="connsiteY5" fmla="*/ 102561 h 217974"/>
                <a:gd name="connsiteX6" fmla="*/ 218504 w 218591"/>
                <a:gd name="connsiteY6" fmla="*/ 107270 h 217974"/>
                <a:gd name="connsiteX7" fmla="*/ 33330 w 218591"/>
                <a:gd name="connsiteY7" fmla="*/ 107270 h 217974"/>
                <a:gd name="connsiteX8" fmla="*/ 110440 w 218591"/>
                <a:gd name="connsiteY8" fmla="*/ 182247 h 217974"/>
                <a:gd name="connsiteX9" fmla="*/ 185645 w 218591"/>
                <a:gd name="connsiteY9" fmla="*/ 105372 h 217974"/>
                <a:gd name="connsiteX10" fmla="*/ 109493 w 218591"/>
                <a:gd name="connsiteY10" fmla="*/ 30388 h 217974"/>
                <a:gd name="connsiteX11" fmla="*/ 32933 w 218591"/>
                <a:gd name="connsiteY11" fmla="*/ 103032 h 217974"/>
                <a:gd name="connsiteX12" fmla="*/ 32948 w 218591"/>
                <a:gd name="connsiteY12" fmla="*/ 107270 h 217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8591" h="217974">
                  <a:moveTo>
                    <a:pt x="218503" y="107270"/>
                  </a:moveTo>
                  <a:cubicBezTo>
                    <a:pt x="219345" y="167443"/>
                    <a:pt x="171099" y="216902"/>
                    <a:pt x="110742" y="217741"/>
                  </a:cubicBezTo>
                  <a:cubicBezTo>
                    <a:pt x="50386" y="218580"/>
                    <a:pt x="776" y="170480"/>
                    <a:pt x="-65" y="110307"/>
                  </a:cubicBezTo>
                  <a:cubicBezTo>
                    <a:pt x="-907" y="50134"/>
                    <a:pt x="47340" y="675"/>
                    <a:pt x="107696" y="-164"/>
                  </a:cubicBezTo>
                  <a:cubicBezTo>
                    <a:pt x="108168" y="-171"/>
                    <a:pt x="108641" y="-174"/>
                    <a:pt x="109113" y="-175"/>
                  </a:cubicBezTo>
                  <a:cubicBezTo>
                    <a:pt x="167767" y="-1911"/>
                    <a:pt x="216727" y="44085"/>
                    <a:pt x="218468" y="102561"/>
                  </a:cubicBezTo>
                  <a:cubicBezTo>
                    <a:pt x="218515" y="104130"/>
                    <a:pt x="218527" y="105700"/>
                    <a:pt x="218504" y="107270"/>
                  </a:cubicBezTo>
                  <a:close/>
                  <a:moveTo>
                    <a:pt x="33330" y="107270"/>
                  </a:moveTo>
                  <a:cubicBezTo>
                    <a:pt x="33856" y="149203"/>
                    <a:pt x="68379" y="182771"/>
                    <a:pt x="110440" y="182247"/>
                  </a:cubicBezTo>
                  <a:cubicBezTo>
                    <a:pt x="152500" y="181723"/>
                    <a:pt x="186171" y="147305"/>
                    <a:pt x="185645" y="105372"/>
                  </a:cubicBezTo>
                  <a:cubicBezTo>
                    <a:pt x="185124" y="63811"/>
                    <a:pt x="151184" y="30391"/>
                    <a:pt x="109493" y="30388"/>
                  </a:cubicBezTo>
                  <a:cubicBezTo>
                    <a:pt x="68231" y="29371"/>
                    <a:pt x="33953" y="61895"/>
                    <a:pt x="32933" y="103032"/>
                  </a:cubicBezTo>
                  <a:cubicBezTo>
                    <a:pt x="32898" y="104445"/>
                    <a:pt x="32903" y="105858"/>
                    <a:pt x="32948" y="107270"/>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39" name="Freeform 38">
              <a:extLst>
                <a:ext uri="{FF2B5EF4-FFF2-40B4-BE49-F238E27FC236}">
                  <a16:creationId xmlns:a16="http://schemas.microsoft.com/office/drawing/2014/main" id="{C0A32A6D-4540-4C9D-9AE1-46D19873A363}"/>
                </a:ext>
              </a:extLst>
            </p:cNvPr>
            <p:cNvSpPr/>
            <p:nvPr/>
          </p:nvSpPr>
          <p:spPr>
            <a:xfrm>
              <a:off x="6138203" y="1816698"/>
              <a:ext cx="188790" cy="211073"/>
            </a:xfrm>
            <a:custGeom>
              <a:avLst/>
              <a:gdLst>
                <a:gd name="connsiteX0" fmla="*/ 188714 w 188790"/>
                <a:gd name="connsiteY0" fmla="*/ 82905 h 211073"/>
                <a:gd name="connsiteX1" fmla="*/ 188714 w 188790"/>
                <a:gd name="connsiteY1" fmla="*/ 210851 h 211073"/>
                <a:gd name="connsiteX2" fmla="*/ 156059 w 188790"/>
                <a:gd name="connsiteY2" fmla="*/ 210851 h 211073"/>
                <a:gd name="connsiteX3" fmla="*/ 156059 w 188790"/>
                <a:gd name="connsiteY3" fmla="*/ 93536 h 211073"/>
                <a:gd name="connsiteX4" fmla="*/ 96271 w 188790"/>
                <a:gd name="connsiteY4" fmla="*/ 31081 h 211073"/>
                <a:gd name="connsiteX5" fmla="*/ 32766 w 188790"/>
                <a:gd name="connsiteY5" fmla="*/ 89345 h 211073"/>
                <a:gd name="connsiteX6" fmla="*/ 32770 w 188790"/>
                <a:gd name="connsiteY6" fmla="*/ 94484 h 211073"/>
                <a:gd name="connsiteX7" fmla="*/ 32770 w 188790"/>
                <a:gd name="connsiteY7" fmla="*/ 210851 h 211073"/>
                <a:gd name="connsiteX8" fmla="*/ -76 w 188790"/>
                <a:gd name="connsiteY8" fmla="*/ 210851 h 211073"/>
                <a:gd name="connsiteX9" fmla="*/ -76 w 188790"/>
                <a:gd name="connsiteY9" fmla="*/ 3935 h 211073"/>
                <a:gd name="connsiteX10" fmla="*/ 32293 w 188790"/>
                <a:gd name="connsiteY10" fmla="*/ 3935 h 211073"/>
                <a:gd name="connsiteX11" fmla="*/ 32293 w 188790"/>
                <a:gd name="connsiteY11" fmla="*/ 33454 h 211073"/>
                <a:gd name="connsiteX12" fmla="*/ 102174 w 188790"/>
                <a:gd name="connsiteY12" fmla="*/ -147 h 211073"/>
                <a:gd name="connsiteX13" fmla="*/ 188714 w 188790"/>
                <a:gd name="connsiteY13" fmla="*/ 82905 h 211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8790" h="211073">
                  <a:moveTo>
                    <a:pt x="188714" y="82905"/>
                  </a:moveTo>
                  <a:lnTo>
                    <a:pt x="188714" y="210851"/>
                  </a:lnTo>
                  <a:lnTo>
                    <a:pt x="156059" y="210851"/>
                  </a:lnTo>
                  <a:lnTo>
                    <a:pt x="156059" y="93536"/>
                  </a:lnTo>
                  <a:cubicBezTo>
                    <a:pt x="156059" y="54051"/>
                    <a:pt x="134638" y="31081"/>
                    <a:pt x="96271" y="31081"/>
                  </a:cubicBezTo>
                  <a:cubicBezTo>
                    <a:pt x="62596" y="29687"/>
                    <a:pt x="34164" y="55773"/>
                    <a:pt x="32766" y="89345"/>
                  </a:cubicBezTo>
                  <a:cubicBezTo>
                    <a:pt x="32694" y="91058"/>
                    <a:pt x="32695" y="92772"/>
                    <a:pt x="32770" y="94484"/>
                  </a:cubicBezTo>
                  <a:lnTo>
                    <a:pt x="32770" y="210851"/>
                  </a:lnTo>
                  <a:lnTo>
                    <a:pt x="-76" y="210851"/>
                  </a:lnTo>
                  <a:lnTo>
                    <a:pt x="-76" y="3935"/>
                  </a:lnTo>
                  <a:lnTo>
                    <a:pt x="32293" y="3935"/>
                  </a:lnTo>
                  <a:lnTo>
                    <a:pt x="32293" y="33454"/>
                  </a:lnTo>
                  <a:cubicBezTo>
                    <a:pt x="48471" y="11291"/>
                    <a:pt x="74705" y="-1323"/>
                    <a:pt x="102174" y="-147"/>
                  </a:cubicBezTo>
                  <a:cubicBezTo>
                    <a:pt x="153298" y="138"/>
                    <a:pt x="188714" y="32884"/>
                    <a:pt x="188714" y="82905"/>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40" name="Freeform 39">
              <a:extLst>
                <a:ext uri="{FF2B5EF4-FFF2-40B4-BE49-F238E27FC236}">
                  <a16:creationId xmlns:a16="http://schemas.microsoft.com/office/drawing/2014/main" id="{108FD9FB-0B1A-E35B-47F1-9A6394FFA202}"/>
                </a:ext>
              </a:extLst>
            </p:cNvPr>
            <p:cNvSpPr/>
            <p:nvPr/>
          </p:nvSpPr>
          <p:spPr>
            <a:xfrm>
              <a:off x="6385164" y="1816692"/>
              <a:ext cx="212401" cy="215254"/>
            </a:xfrm>
            <a:custGeom>
              <a:avLst/>
              <a:gdLst>
                <a:gd name="connsiteX0" fmla="*/ 179670 w 212401"/>
                <a:gd name="connsiteY0" fmla="*/ 210857 h 215254"/>
                <a:gd name="connsiteX1" fmla="*/ 179670 w 212401"/>
                <a:gd name="connsiteY1" fmla="*/ 180010 h 215254"/>
                <a:gd name="connsiteX2" fmla="*/ 103507 w 212401"/>
                <a:gd name="connsiteY2" fmla="*/ 214938 h 215254"/>
                <a:gd name="connsiteX3" fmla="*/ -76 w 212401"/>
                <a:gd name="connsiteY3" fmla="*/ 107304 h 215254"/>
                <a:gd name="connsiteX4" fmla="*/ 103507 w 212401"/>
                <a:gd name="connsiteY4" fmla="*/ -141 h 215254"/>
                <a:gd name="connsiteX5" fmla="*/ 179670 w 212401"/>
                <a:gd name="connsiteY5" fmla="*/ 34788 h 215254"/>
                <a:gd name="connsiteX6" fmla="*/ 179670 w 212401"/>
                <a:gd name="connsiteY6" fmla="*/ 3941 h 215254"/>
                <a:gd name="connsiteX7" fmla="*/ 212325 w 212401"/>
                <a:gd name="connsiteY7" fmla="*/ 3941 h 215254"/>
                <a:gd name="connsiteX8" fmla="*/ 212325 w 212401"/>
                <a:gd name="connsiteY8" fmla="*/ 210857 h 215254"/>
                <a:gd name="connsiteX9" fmla="*/ 33626 w 212401"/>
                <a:gd name="connsiteY9" fmla="*/ 107304 h 215254"/>
                <a:gd name="connsiteX10" fmla="*/ 107886 w 212401"/>
                <a:gd name="connsiteY10" fmla="*/ 184376 h 215254"/>
                <a:gd name="connsiteX11" fmla="*/ 181669 w 212401"/>
                <a:gd name="connsiteY11" fmla="*/ 107304 h 215254"/>
                <a:gd name="connsiteX12" fmla="*/ 107886 w 212401"/>
                <a:gd name="connsiteY12" fmla="*/ 30422 h 215254"/>
                <a:gd name="connsiteX13" fmla="*/ 33626 w 212401"/>
                <a:gd name="connsiteY13" fmla="*/ 107589 h 215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2401" h="215254">
                  <a:moveTo>
                    <a:pt x="179670" y="210857"/>
                  </a:moveTo>
                  <a:lnTo>
                    <a:pt x="179670" y="180010"/>
                  </a:lnTo>
                  <a:cubicBezTo>
                    <a:pt x="161452" y="203259"/>
                    <a:pt x="133069" y="216275"/>
                    <a:pt x="103507" y="214938"/>
                  </a:cubicBezTo>
                  <a:cubicBezTo>
                    <a:pt x="45051" y="214938"/>
                    <a:pt x="-76" y="169569"/>
                    <a:pt x="-76" y="107304"/>
                  </a:cubicBezTo>
                  <a:cubicBezTo>
                    <a:pt x="-76" y="45039"/>
                    <a:pt x="45051" y="-141"/>
                    <a:pt x="103507" y="-141"/>
                  </a:cubicBezTo>
                  <a:cubicBezTo>
                    <a:pt x="133051" y="-1382"/>
                    <a:pt x="161391" y="11615"/>
                    <a:pt x="179670" y="34788"/>
                  </a:cubicBezTo>
                  <a:lnTo>
                    <a:pt x="179670" y="3941"/>
                  </a:lnTo>
                  <a:lnTo>
                    <a:pt x="212325" y="3941"/>
                  </a:lnTo>
                  <a:lnTo>
                    <a:pt x="212325" y="210857"/>
                  </a:lnTo>
                  <a:close/>
                  <a:moveTo>
                    <a:pt x="33626" y="107304"/>
                  </a:moveTo>
                  <a:cubicBezTo>
                    <a:pt x="33626" y="150111"/>
                    <a:pt x="63806" y="184376"/>
                    <a:pt x="107886" y="184376"/>
                  </a:cubicBezTo>
                  <a:cubicBezTo>
                    <a:pt x="151965" y="184376"/>
                    <a:pt x="181669" y="151155"/>
                    <a:pt x="181669" y="107304"/>
                  </a:cubicBezTo>
                  <a:cubicBezTo>
                    <a:pt x="181669" y="63453"/>
                    <a:pt x="151014" y="30422"/>
                    <a:pt x="107886" y="30422"/>
                  </a:cubicBezTo>
                  <a:cubicBezTo>
                    <a:pt x="64758" y="30422"/>
                    <a:pt x="33626" y="64972"/>
                    <a:pt x="33626" y="107589"/>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41" name="Freeform 40">
              <a:extLst>
                <a:ext uri="{FF2B5EF4-FFF2-40B4-BE49-F238E27FC236}">
                  <a16:creationId xmlns:a16="http://schemas.microsoft.com/office/drawing/2014/main" id="{5C5471AE-9E4C-F59E-E7A7-981EE092B4C7}"/>
                </a:ext>
              </a:extLst>
            </p:cNvPr>
            <p:cNvSpPr/>
            <p:nvPr/>
          </p:nvSpPr>
          <p:spPr>
            <a:xfrm>
              <a:off x="6674300" y="1713505"/>
              <a:ext cx="32369" cy="314266"/>
            </a:xfrm>
            <a:custGeom>
              <a:avLst/>
              <a:gdLst>
                <a:gd name="connsiteX0" fmla="*/ -76 w 32369"/>
                <a:gd name="connsiteY0" fmla="*/ 314044 h 314266"/>
                <a:gd name="connsiteX1" fmla="*/ -76 w 32369"/>
                <a:gd name="connsiteY1" fmla="*/ -222 h 314266"/>
                <a:gd name="connsiteX2" fmla="*/ 32293 w 32369"/>
                <a:gd name="connsiteY2" fmla="*/ -222 h 314266"/>
                <a:gd name="connsiteX3" fmla="*/ 32293 w 32369"/>
                <a:gd name="connsiteY3" fmla="*/ 314044 h 314266"/>
              </a:gdLst>
              <a:ahLst/>
              <a:cxnLst>
                <a:cxn ang="0">
                  <a:pos x="connsiteX0" y="connsiteY0"/>
                </a:cxn>
                <a:cxn ang="0">
                  <a:pos x="connsiteX1" y="connsiteY1"/>
                </a:cxn>
                <a:cxn ang="0">
                  <a:pos x="connsiteX2" y="connsiteY2"/>
                </a:cxn>
                <a:cxn ang="0">
                  <a:pos x="connsiteX3" y="connsiteY3"/>
                </a:cxn>
              </a:cxnLst>
              <a:rect l="l" t="t" r="r" b="b"/>
              <a:pathLst>
                <a:path w="32369" h="314266">
                  <a:moveTo>
                    <a:pt x="-76" y="314044"/>
                  </a:moveTo>
                  <a:lnTo>
                    <a:pt x="-76" y="-222"/>
                  </a:lnTo>
                  <a:lnTo>
                    <a:pt x="32293" y="-222"/>
                  </a:lnTo>
                  <a:lnTo>
                    <a:pt x="32293" y="314044"/>
                  </a:ln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grpSp>
    </p:spTree>
    <p:extLst>
      <p:ext uri="{BB962C8B-B14F-4D97-AF65-F5344CB8AC3E}">
        <p14:creationId xmlns:p14="http://schemas.microsoft.com/office/powerpoint/2010/main" val="249636343"/>
      </p:ext>
    </p:extLst>
  </p:cSld>
  <p:clrMapOvr>
    <a:masterClrMapping/>
  </p:clrMapOvr>
  <p:extLst>
    <p:ext uri="{DCECCB84-F9BA-43D5-87BE-67443E8EF086}">
      <p15:sldGuideLst xmlns:p15="http://schemas.microsoft.com/office/powerpoint/2012/main">
        <p15:guide id="1" orient="horz" pos="60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cSld name="Cover 3">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ECE3E5CB-278E-FA63-98F0-CDD74941DFEC}"/>
              </a:ext>
            </a:extLst>
          </p:cNvPr>
          <p:cNvSpPr>
            <a:spLocks noGrp="1"/>
          </p:cNvSpPr>
          <p:nvPr>
            <p:ph type="pic" sz="quarter" idx="17" hasCustomPrompt="1"/>
          </p:nvPr>
        </p:nvSpPr>
        <p:spPr>
          <a:xfrm>
            <a:off x="0" y="2064970"/>
            <a:ext cx="12192000" cy="4793030"/>
          </a:xfrm>
          <a:custGeom>
            <a:avLst/>
            <a:gdLst>
              <a:gd name="connsiteX0" fmla="*/ 0 w 12192000"/>
              <a:gd name="connsiteY0" fmla="*/ 0 h 4775571"/>
              <a:gd name="connsiteX1" fmla="*/ 0 w 12192000"/>
              <a:gd name="connsiteY1" fmla="*/ 0 h 4775571"/>
              <a:gd name="connsiteX2" fmla="*/ 12192000 w 12192000"/>
              <a:gd name="connsiteY2" fmla="*/ 0 h 4775571"/>
              <a:gd name="connsiteX3" fmla="*/ 12192000 w 12192000"/>
              <a:gd name="connsiteY3" fmla="*/ 0 h 4775571"/>
              <a:gd name="connsiteX4" fmla="*/ 12192000 w 12192000"/>
              <a:gd name="connsiteY4" fmla="*/ 4775571 h 4775571"/>
              <a:gd name="connsiteX5" fmla="*/ 12192000 w 12192000"/>
              <a:gd name="connsiteY5" fmla="*/ 4775571 h 4775571"/>
              <a:gd name="connsiteX6" fmla="*/ 0 w 12192000"/>
              <a:gd name="connsiteY6" fmla="*/ 4775571 h 4775571"/>
              <a:gd name="connsiteX7" fmla="*/ 0 w 12192000"/>
              <a:gd name="connsiteY7" fmla="*/ 4775571 h 4775571"/>
              <a:gd name="connsiteX8" fmla="*/ 0 w 12192000"/>
              <a:gd name="connsiteY8" fmla="*/ 0 h 4775571"/>
              <a:gd name="connsiteX0" fmla="*/ 0 w 12192000"/>
              <a:gd name="connsiteY0" fmla="*/ 0 h 4775571"/>
              <a:gd name="connsiteX1" fmla="*/ 0 w 12192000"/>
              <a:gd name="connsiteY1" fmla="*/ 0 h 4775571"/>
              <a:gd name="connsiteX2" fmla="*/ 12192000 w 12192000"/>
              <a:gd name="connsiteY2" fmla="*/ 0 h 4775571"/>
              <a:gd name="connsiteX3" fmla="*/ 12192000 w 12192000"/>
              <a:gd name="connsiteY3" fmla="*/ 0 h 4775571"/>
              <a:gd name="connsiteX4" fmla="*/ 12192000 w 12192000"/>
              <a:gd name="connsiteY4" fmla="*/ 4775571 h 4775571"/>
              <a:gd name="connsiteX5" fmla="*/ 12192000 w 12192000"/>
              <a:gd name="connsiteY5" fmla="*/ 4775571 h 4775571"/>
              <a:gd name="connsiteX6" fmla="*/ 0 w 12192000"/>
              <a:gd name="connsiteY6" fmla="*/ 4775571 h 4775571"/>
              <a:gd name="connsiteX7" fmla="*/ 0 w 12192000"/>
              <a:gd name="connsiteY7" fmla="*/ 4775571 h 4775571"/>
              <a:gd name="connsiteX8" fmla="*/ 0 w 12192000"/>
              <a:gd name="connsiteY8" fmla="*/ 0 h 4775571"/>
              <a:gd name="connsiteX0" fmla="*/ 0 w 12192000"/>
              <a:gd name="connsiteY0" fmla="*/ 0 h 4775571"/>
              <a:gd name="connsiteX1" fmla="*/ 0 w 12192000"/>
              <a:gd name="connsiteY1" fmla="*/ 0 h 4775571"/>
              <a:gd name="connsiteX2" fmla="*/ 12192000 w 12192000"/>
              <a:gd name="connsiteY2" fmla="*/ 0 h 4775571"/>
              <a:gd name="connsiteX3" fmla="*/ 12192000 w 12192000"/>
              <a:gd name="connsiteY3" fmla="*/ 0 h 4775571"/>
              <a:gd name="connsiteX4" fmla="*/ 12192000 w 12192000"/>
              <a:gd name="connsiteY4" fmla="*/ 4775571 h 4775571"/>
              <a:gd name="connsiteX5" fmla="*/ 12192000 w 12192000"/>
              <a:gd name="connsiteY5" fmla="*/ 4775571 h 4775571"/>
              <a:gd name="connsiteX6" fmla="*/ 0 w 12192000"/>
              <a:gd name="connsiteY6" fmla="*/ 4775571 h 4775571"/>
              <a:gd name="connsiteX7" fmla="*/ 0 w 12192000"/>
              <a:gd name="connsiteY7" fmla="*/ 4775571 h 4775571"/>
              <a:gd name="connsiteX8" fmla="*/ 0 w 12192000"/>
              <a:gd name="connsiteY8" fmla="*/ 0 h 4775571"/>
              <a:gd name="connsiteX0" fmla="*/ 0 w 12192000"/>
              <a:gd name="connsiteY0" fmla="*/ 213582 h 4989153"/>
              <a:gd name="connsiteX1" fmla="*/ 0 w 12192000"/>
              <a:gd name="connsiteY1" fmla="*/ 213582 h 4989153"/>
              <a:gd name="connsiteX2" fmla="*/ 12192000 w 12192000"/>
              <a:gd name="connsiteY2" fmla="*/ 213582 h 4989153"/>
              <a:gd name="connsiteX3" fmla="*/ 12192000 w 12192000"/>
              <a:gd name="connsiteY3" fmla="*/ 213582 h 4989153"/>
              <a:gd name="connsiteX4" fmla="*/ 12192000 w 12192000"/>
              <a:gd name="connsiteY4" fmla="*/ 4989153 h 4989153"/>
              <a:gd name="connsiteX5" fmla="*/ 12192000 w 12192000"/>
              <a:gd name="connsiteY5" fmla="*/ 4989153 h 4989153"/>
              <a:gd name="connsiteX6" fmla="*/ 0 w 12192000"/>
              <a:gd name="connsiteY6" fmla="*/ 4989153 h 4989153"/>
              <a:gd name="connsiteX7" fmla="*/ 0 w 12192000"/>
              <a:gd name="connsiteY7" fmla="*/ 4989153 h 4989153"/>
              <a:gd name="connsiteX8" fmla="*/ 0 w 12192000"/>
              <a:gd name="connsiteY8" fmla="*/ 213582 h 4989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4989153">
                <a:moveTo>
                  <a:pt x="0" y="213582"/>
                </a:moveTo>
                <a:lnTo>
                  <a:pt x="0" y="213582"/>
                </a:lnTo>
                <a:cubicBezTo>
                  <a:pt x="4064000" y="213582"/>
                  <a:pt x="10837828" y="-266978"/>
                  <a:pt x="12192000" y="213582"/>
                </a:cubicBezTo>
                <a:lnTo>
                  <a:pt x="12192000" y="213582"/>
                </a:lnTo>
                <a:lnTo>
                  <a:pt x="12192000" y="4989153"/>
                </a:lnTo>
                <a:lnTo>
                  <a:pt x="12192000" y="4989153"/>
                </a:lnTo>
                <a:lnTo>
                  <a:pt x="0" y="4989153"/>
                </a:lnTo>
                <a:lnTo>
                  <a:pt x="0" y="4989153"/>
                </a:lnTo>
                <a:lnTo>
                  <a:pt x="0" y="213582"/>
                </a:lnTo>
                <a:close/>
              </a:path>
            </a:pathLst>
          </a:custGeom>
          <a:solidFill>
            <a:schemeClr val="bg2">
              <a:lumMod val="90000"/>
            </a:schemeClr>
          </a:solidFill>
          <a:ln w="28575">
            <a:noFill/>
          </a:ln>
        </p:spPr>
        <p:txBody>
          <a:bodyPr bIns="1005840" anchor="ctr"/>
          <a:lstStyle>
            <a:lvl1pPr marL="0" indent="0" algn="ctr">
              <a:buNone/>
              <a:defRPr sz="1400" b="0" i="0">
                <a:solidFill>
                  <a:schemeClr val="accent1">
                    <a:lumMod val="75000"/>
                    <a:lumOff val="25000"/>
                  </a:schemeClr>
                </a:solidFill>
                <a:latin typeface="Tenorite" pitchFamily="2" charset="0"/>
              </a:defRPr>
            </a:lvl1pPr>
          </a:lstStyle>
          <a:p>
            <a:r>
              <a:rPr lang="en-US"/>
              <a:t>    Place picture here</a:t>
            </a:r>
          </a:p>
        </p:txBody>
      </p:sp>
      <p:sp>
        <p:nvSpPr>
          <p:cNvPr id="7" name="Title 1">
            <a:extLst>
              <a:ext uri="{FF2B5EF4-FFF2-40B4-BE49-F238E27FC236}">
                <a16:creationId xmlns:a16="http://schemas.microsoft.com/office/drawing/2014/main" id="{17C43770-4180-2D49-921E-F110BBACEC0B}"/>
              </a:ext>
            </a:extLst>
          </p:cNvPr>
          <p:cNvSpPr>
            <a:spLocks noGrp="1"/>
          </p:cNvSpPr>
          <p:nvPr>
            <p:ph type="ctrTitle" hasCustomPrompt="1"/>
          </p:nvPr>
        </p:nvSpPr>
        <p:spPr>
          <a:xfrm>
            <a:off x="380999" y="985443"/>
            <a:ext cx="11383106" cy="982011"/>
          </a:xfrm>
          <a:prstGeom prst="rect">
            <a:avLst/>
          </a:prstGeom>
        </p:spPr>
        <p:txBody>
          <a:bodyPr lIns="0" tIns="0" rIns="45720" bIns="0" anchor="ctr" anchorCtr="0">
            <a:normAutofit/>
          </a:bodyPr>
          <a:lstStyle>
            <a:lvl1pPr algn="l">
              <a:lnSpc>
                <a:spcPct val="100000"/>
              </a:lnSpc>
              <a:defRPr sz="3600" b="1" i="0" spc="-20" baseline="0">
                <a:solidFill>
                  <a:schemeClr val="accent1"/>
                </a:solidFill>
                <a:latin typeface="Tenorite" pitchFamily="2" charset="0"/>
              </a:defRPr>
            </a:lvl1pPr>
          </a:lstStyle>
          <a:p>
            <a:r>
              <a:rPr lang="en-US"/>
              <a:t>Click to edit title (sentence case)</a:t>
            </a:r>
          </a:p>
        </p:txBody>
      </p:sp>
      <p:sp>
        <p:nvSpPr>
          <p:cNvPr id="77" name="Text Placeholder 3">
            <a:extLst>
              <a:ext uri="{FF2B5EF4-FFF2-40B4-BE49-F238E27FC236}">
                <a16:creationId xmlns:a16="http://schemas.microsoft.com/office/drawing/2014/main" id="{CF1A4219-CFF7-664D-B05B-900474F818BE}"/>
              </a:ext>
            </a:extLst>
          </p:cNvPr>
          <p:cNvSpPr>
            <a:spLocks noGrp="1"/>
          </p:cNvSpPr>
          <p:nvPr>
            <p:ph type="body" sz="quarter" idx="11" hasCustomPrompt="1"/>
          </p:nvPr>
        </p:nvSpPr>
        <p:spPr>
          <a:xfrm>
            <a:off x="6764139" y="5268121"/>
            <a:ext cx="5046862" cy="1208871"/>
          </a:xfrm>
          <a:prstGeom prst="rect">
            <a:avLst/>
          </a:prstGeom>
        </p:spPr>
        <p:txBody>
          <a:bodyPr rIns="0" bIns="0" anchor="b"/>
          <a:lstStyle>
            <a:lvl1pPr marL="0" indent="0" algn="r">
              <a:spcBef>
                <a:spcPts val="600"/>
              </a:spcBef>
              <a:buNone/>
              <a:defRPr sz="1200" b="0" i="0">
                <a:solidFill>
                  <a:schemeClr val="accent1"/>
                </a:solidFill>
                <a:latin typeface="Tenorite" pitchFamily="2" charset="0"/>
                <a:ea typeface="Verdana" panose="020B0604030504040204" pitchFamily="34" charset="0"/>
                <a:cs typeface="Tenorite" panose="00000500000000000000" pitchFamily="2" charset="0"/>
              </a:defRPr>
            </a:lvl1pPr>
          </a:lstStyle>
          <a:p>
            <a:pPr lvl="0"/>
            <a:r>
              <a:rPr lang="en-US"/>
              <a:t>Click to edit presenter name</a:t>
            </a:r>
          </a:p>
        </p:txBody>
      </p:sp>
      <p:sp>
        <p:nvSpPr>
          <p:cNvPr id="16" name="TextBox 15">
            <a:extLst>
              <a:ext uri="{FF2B5EF4-FFF2-40B4-BE49-F238E27FC236}">
                <a16:creationId xmlns:a16="http://schemas.microsoft.com/office/drawing/2014/main" id="{8EFDCFDF-3A94-A940-B19C-EFB256F5EB6C}"/>
              </a:ext>
            </a:extLst>
          </p:cNvPr>
          <p:cNvSpPr txBox="1"/>
          <p:nvPr/>
        </p:nvSpPr>
        <p:spPr>
          <a:xfrm>
            <a:off x="11018215" y="33187"/>
            <a:ext cx="1173785" cy="215444"/>
          </a:xfrm>
          <a:prstGeom prst="rect">
            <a:avLst/>
          </a:prstGeom>
          <a:noFill/>
        </p:spPr>
        <p:txBody>
          <a:bodyPr wrap="square" lIns="0" rtlCol="0">
            <a:spAutoFit/>
          </a:bodyPr>
          <a:lstStyle/>
          <a:p>
            <a:pPr algn="r"/>
            <a:r>
              <a:rPr lang="en-GB" sz="800" b="0" i="0">
                <a:solidFill>
                  <a:schemeClr val="accent1"/>
                </a:solidFill>
                <a:latin typeface="Tenorite" pitchFamily="2" charset="0"/>
              </a:rPr>
              <a:t>Copyright © </a:t>
            </a:r>
            <a:fld id="{39B1FB1D-C084-8742-AE06-A097346C9555}" type="datetimeyyyy">
              <a:rPr lang="en-US" sz="800" b="0" i="0" smtClean="0">
                <a:solidFill>
                  <a:schemeClr val="accent1"/>
                </a:solidFill>
                <a:latin typeface="Tenorite" pitchFamily="2" charset="0"/>
              </a:rPr>
              <a:t>2026</a:t>
            </a:fld>
            <a:r>
              <a:rPr lang="en-GB" sz="800" b="0" i="0">
                <a:solidFill>
                  <a:schemeClr val="accent1"/>
                </a:solidFill>
                <a:latin typeface="Tenorite" pitchFamily="2" charset="0"/>
              </a:rPr>
              <a:t> BTS</a:t>
            </a:r>
          </a:p>
        </p:txBody>
      </p:sp>
      <p:grpSp>
        <p:nvGrpSpPr>
          <p:cNvPr id="3" name="Group 2">
            <a:extLst>
              <a:ext uri="{FF2B5EF4-FFF2-40B4-BE49-F238E27FC236}">
                <a16:creationId xmlns:a16="http://schemas.microsoft.com/office/drawing/2014/main" id="{E3315438-BBDC-43A6-499D-9719ED35675D}"/>
              </a:ext>
            </a:extLst>
          </p:cNvPr>
          <p:cNvGrpSpPr/>
          <p:nvPr/>
        </p:nvGrpSpPr>
        <p:grpSpPr>
          <a:xfrm>
            <a:off x="380999" y="304800"/>
            <a:ext cx="1494599" cy="406032"/>
            <a:chOff x="55677" y="311884"/>
            <a:chExt cx="6650992" cy="1806849"/>
          </a:xfrm>
        </p:grpSpPr>
        <p:sp>
          <p:nvSpPr>
            <p:cNvPr id="4" name="Freeform 3">
              <a:extLst>
                <a:ext uri="{FF2B5EF4-FFF2-40B4-BE49-F238E27FC236}">
                  <a16:creationId xmlns:a16="http://schemas.microsoft.com/office/drawing/2014/main" id="{8CF9C3A6-F64C-8A3C-3E51-47E4B58063F2}"/>
                </a:ext>
              </a:extLst>
            </p:cNvPr>
            <p:cNvSpPr/>
            <p:nvPr/>
          </p:nvSpPr>
          <p:spPr>
            <a:xfrm>
              <a:off x="821884" y="972782"/>
              <a:ext cx="537334" cy="535704"/>
            </a:xfrm>
            <a:custGeom>
              <a:avLst/>
              <a:gdLst>
                <a:gd name="connsiteX0" fmla="*/ 195950 w 537334"/>
                <a:gd name="connsiteY0" fmla="*/ 267535 h 535704"/>
                <a:gd name="connsiteX1" fmla="*/ 268592 w 537334"/>
                <a:gd name="connsiteY1" fmla="*/ 195114 h 535704"/>
                <a:gd name="connsiteX2" fmla="*/ 341233 w 537334"/>
                <a:gd name="connsiteY2" fmla="*/ 267535 h 535704"/>
                <a:gd name="connsiteX3" fmla="*/ 268592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2" y="195114"/>
                  </a:cubicBezTo>
                  <a:cubicBezTo>
                    <a:pt x="308710" y="195114"/>
                    <a:pt x="341233" y="227538"/>
                    <a:pt x="341233" y="267535"/>
                  </a:cubicBezTo>
                  <a:cubicBezTo>
                    <a:pt x="341233" y="307532"/>
                    <a:pt x="308710" y="339956"/>
                    <a:pt x="268592" y="339956"/>
                  </a:cubicBezTo>
                  <a:cubicBezTo>
                    <a:pt x="228495" y="339904"/>
                    <a:pt x="196003" y="307510"/>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rgbClr val="CD1D6A"/>
            </a:solidFill>
            <a:ln w="9511" cap="flat">
              <a:noFill/>
              <a:prstDash val="solid"/>
              <a:miter/>
            </a:ln>
          </p:spPr>
          <p:txBody>
            <a:bodyPr rtlCol="0" anchor="ctr"/>
            <a:lstStyle/>
            <a:p>
              <a:endParaRPr lang="en-US" b="1" i="0">
                <a:latin typeface="Tenorite" pitchFamily="2" charset="0"/>
              </a:endParaRPr>
            </a:p>
          </p:txBody>
        </p:sp>
        <p:sp>
          <p:nvSpPr>
            <p:cNvPr id="5" name="Freeform 4">
              <a:extLst>
                <a:ext uri="{FF2B5EF4-FFF2-40B4-BE49-F238E27FC236}">
                  <a16:creationId xmlns:a16="http://schemas.microsoft.com/office/drawing/2014/main" id="{8E26DECF-CCD9-4742-89D7-C7B6AA6BCE4C}"/>
                </a:ext>
              </a:extLst>
            </p:cNvPr>
            <p:cNvSpPr/>
            <p:nvPr/>
          </p:nvSpPr>
          <p:spPr>
            <a:xfrm>
              <a:off x="55677" y="972782"/>
              <a:ext cx="537334" cy="535704"/>
            </a:xfrm>
            <a:custGeom>
              <a:avLst/>
              <a:gdLst>
                <a:gd name="connsiteX0" fmla="*/ 195950 w 537334"/>
                <a:gd name="connsiteY0" fmla="*/ 267535 h 535704"/>
                <a:gd name="connsiteX1" fmla="*/ 268591 w 537334"/>
                <a:gd name="connsiteY1" fmla="*/ 195114 h 535704"/>
                <a:gd name="connsiteX2" fmla="*/ 341232 w 537334"/>
                <a:gd name="connsiteY2" fmla="*/ 267535 h 535704"/>
                <a:gd name="connsiteX3" fmla="*/ 268591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1" y="195114"/>
                  </a:cubicBezTo>
                  <a:cubicBezTo>
                    <a:pt x="308710" y="195114"/>
                    <a:pt x="341232" y="227538"/>
                    <a:pt x="341232" y="267535"/>
                  </a:cubicBezTo>
                  <a:cubicBezTo>
                    <a:pt x="341232" y="307532"/>
                    <a:pt x="308710" y="339956"/>
                    <a:pt x="268591" y="339956"/>
                  </a:cubicBezTo>
                  <a:cubicBezTo>
                    <a:pt x="228473" y="339956"/>
                    <a:pt x="195950" y="307532"/>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rgbClr val="CD1D6A"/>
            </a:solidFill>
            <a:ln w="9511" cap="flat">
              <a:noFill/>
              <a:prstDash val="solid"/>
              <a:miter/>
            </a:ln>
          </p:spPr>
          <p:txBody>
            <a:bodyPr rtlCol="0" anchor="ctr"/>
            <a:lstStyle/>
            <a:p>
              <a:endParaRPr lang="en-US" b="1" i="0">
                <a:latin typeface="Tenorite" pitchFamily="2" charset="0"/>
              </a:endParaRPr>
            </a:p>
          </p:txBody>
        </p:sp>
        <p:sp>
          <p:nvSpPr>
            <p:cNvPr id="6" name="Freeform 5">
              <a:extLst>
                <a:ext uri="{FF2B5EF4-FFF2-40B4-BE49-F238E27FC236}">
                  <a16:creationId xmlns:a16="http://schemas.microsoft.com/office/drawing/2014/main" id="{BB7F7765-6963-D532-1463-7A609902EB63}"/>
                </a:ext>
              </a:extLst>
            </p:cNvPr>
            <p:cNvSpPr/>
            <p:nvPr/>
          </p:nvSpPr>
          <p:spPr>
            <a:xfrm>
              <a:off x="1633122" y="516712"/>
              <a:ext cx="655673" cy="969280"/>
            </a:xfrm>
            <a:custGeom>
              <a:avLst/>
              <a:gdLst>
                <a:gd name="connsiteX0" fmla="*/ 655598 w 655673"/>
                <a:gd name="connsiteY0" fmla="*/ 635619 h 969280"/>
                <a:gd name="connsiteX1" fmla="*/ 337710 w 655673"/>
                <a:gd name="connsiteY1" fmla="*/ 302180 h 969280"/>
                <a:gd name="connsiteX2" fmla="*/ 138637 w 655673"/>
                <a:gd name="connsiteY2" fmla="*/ 394153 h 969280"/>
                <a:gd name="connsiteX3" fmla="*/ 138637 w 655673"/>
                <a:gd name="connsiteY3" fmla="*/ -222 h 969280"/>
                <a:gd name="connsiteX4" fmla="*/ -76 w 655673"/>
                <a:gd name="connsiteY4" fmla="*/ -222 h 969280"/>
                <a:gd name="connsiteX5" fmla="*/ -76 w 655673"/>
                <a:gd name="connsiteY5" fmla="*/ 952542 h 969280"/>
                <a:gd name="connsiteX6" fmla="*/ 138637 w 655673"/>
                <a:gd name="connsiteY6" fmla="*/ 952542 h 969280"/>
                <a:gd name="connsiteX7" fmla="*/ 138637 w 655673"/>
                <a:gd name="connsiteY7" fmla="*/ 877085 h 969280"/>
                <a:gd name="connsiteX8" fmla="*/ 337710 w 655673"/>
                <a:gd name="connsiteY8" fmla="*/ 969058 h 969280"/>
                <a:gd name="connsiteX9" fmla="*/ 655598 w 655673"/>
                <a:gd name="connsiteY9" fmla="*/ 635619 h 969280"/>
                <a:gd name="connsiteX10" fmla="*/ 512791 w 655673"/>
                <a:gd name="connsiteY10" fmla="*/ 635619 h 969280"/>
                <a:gd name="connsiteX11" fmla="*/ 321049 w 655673"/>
                <a:gd name="connsiteY11" fmla="*/ 838738 h 969280"/>
                <a:gd name="connsiteX12" fmla="*/ 129212 w 655673"/>
                <a:gd name="connsiteY12" fmla="*/ 635619 h 969280"/>
                <a:gd name="connsiteX13" fmla="*/ 321049 w 655673"/>
                <a:gd name="connsiteY13" fmla="*/ 432499 h 969280"/>
                <a:gd name="connsiteX14" fmla="*/ 512791 w 655673"/>
                <a:gd name="connsiteY14" fmla="*/ 635619 h 96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5673" h="969280">
                  <a:moveTo>
                    <a:pt x="655598" y="635619"/>
                  </a:moveTo>
                  <a:cubicBezTo>
                    <a:pt x="655598" y="441801"/>
                    <a:pt x="515552" y="302180"/>
                    <a:pt x="337710" y="302180"/>
                  </a:cubicBezTo>
                  <a:cubicBezTo>
                    <a:pt x="246789" y="302180"/>
                    <a:pt x="183098" y="338532"/>
                    <a:pt x="138637" y="394153"/>
                  </a:cubicBezTo>
                  <a:lnTo>
                    <a:pt x="138637" y="-222"/>
                  </a:lnTo>
                  <a:lnTo>
                    <a:pt x="-76" y="-222"/>
                  </a:lnTo>
                  <a:lnTo>
                    <a:pt x="-76" y="952542"/>
                  </a:lnTo>
                  <a:lnTo>
                    <a:pt x="138637" y="952542"/>
                  </a:lnTo>
                  <a:lnTo>
                    <a:pt x="138637" y="877085"/>
                  </a:lnTo>
                  <a:cubicBezTo>
                    <a:pt x="183098" y="932705"/>
                    <a:pt x="246789" y="969058"/>
                    <a:pt x="337710" y="969058"/>
                  </a:cubicBezTo>
                  <a:cubicBezTo>
                    <a:pt x="515552" y="969058"/>
                    <a:pt x="655598" y="829437"/>
                    <a:pt x="655598" y="635619"/>
                  </a:cubicBezTo>
                  <a:moveTo>
                    <a:pt x="512791" y="635619"/>
                  </a:moveTo>
                  <a:cubicBezTo>
                    <a:pt x="512791" y="746765"/>
                    <a:pt x="440435" y="838738"/>
                    <a:pt x="321049" y="838738"/>
                  </a:cubicBezTo>
                  <a:cubicBezTo>
                    <a:pt x="206804" y="838738"/>
                    <a:pt x="129212" y="751416"/>
                    <a:pt x="129212" y="635619"/>
                  </a:cubicBezTo>
                  <a:cubicBezTo>
                    <a:pt x="129212" y="519821"/>
                    <a:pt x="206899" y="432499"/>
                    <a:pt x="321049" y="432499"/>
                  </a:cubicBezTo>
                  <a:cubicBezTo>
                    <a:pt x="440435" y="432499"/>
                    <a:pt x="512791" y="524472"/>
                    <a:pt x="512791" y="635619"/>
                  </a:cubicBezTo>
                </a:path>
              </a:pathLst>
            </a:custGeom>
            <a:solidFill>
              <a:srgbClr val="23272A"/>
            </a:solidFill>
            <a:ln w="9511" cap="flat">
              <a:noFill/>
              <a:prstDash val="solid"/>
              <a:miter/>
            </a:ln>
          </p:spPr>
          <p:txBody>
            <a:bodyPr rtlCol="0" anchor="ctr"/>
            <a:lstStyle/>
            <a:p>
              <a:endParaRPr lang="en-US" b="1" i="0">
                <a:latin typeface="Tenorite" pitchFamily="2" charset="0"/>
              </a:endParaRPr>
            </a:p>
          </p:txBody>
        </p:sp>
        <p:sp>
          <p:nvSpPr>
            <p:cNvPr id="8" name="Freeform 7">
              <a:extLst>
                <a:ext uri="{FF2B5EF4-FFF2-40B4-BE49-F238E27FC236}">
                  <a16:creationId xmlns:a16="http://schemas.microsoft.com/office/drawing/2014/main" id="{AE6AD470-8B07-E2E5-8015-49F9877EEF6C}"/>
                </a:ext>
              </a:extLst>
            </p:cNvPr>
            <p:cNvSpPr/>
            <p:nvPr/>
          </p:nvSpPr>
          <p:spPr>
            <a:xfrm>
              <a:off x="2403803" y="643804"/>
              <a:ext cx="423565" cy="842282"/>
            </a:xfrm>
            <a:custGeom>
              <a:avLst/>
              <a:gdLst>
                <a:gd name="connsiteX0" fmla="*/ 382837 w 423565"/>
                <a:gd name="connsiteY0" fmla="*/ 317366 h 842282"/>
                <a:gd name="connsiteX1" fmla="*/ 382837 w 423565"/>
                <a:gd name="connsiteY1" fmla="*/ 191603 h 842282"/>
                <a:gd name="connsiteX2" fmla="*/ 139303 w 423565"/>
                <a:gd name="connsiteY2" fmla="*/ 191603 h 842282"/>
                <a:gd name="connsiteX3" fmla="*/ 139303 w 423565"/>
                <a:gd name="connsiteY3" fmla="*/ -222 h 842282"/>
                <a:gd name="connsiteX4" fmla="*/ -76 w 423565"/>
                <a:gd name="connsiteY4" fmla="*/ -222 h 842282"/>
                <a:gd name="connsiteX5" fmla="*/ -76 w 423565"/>
                <a:gd name="connsiteY5" fmla="*/ 595944 h 842282"/>
                <a:gd name="connsiteX6" fmla="*/ 228415 w 423565"/>
                <a:gd name="connsiteY6" fmla="*/ 842060 h 842282"/>
                <a:gd name="connsiteX7" fmla="*/ 423489 w 423565"/>
                <a:gd name="connsiteY7" fmla="*/ 779226 h 842282"/>
                <a:gd name="connsiteX8" fmla="*/ 368461 w 423565"/>
                <a:gd name="connsiteY8" fmla="*/ 668744 h 842282"/>
                <a:gd name="connsiteX9" fmla="*/ 240316 w 423565"/>
                <a:gd name="connsiteY9" fmla="*/ 711741 h 842282"/>
                <a:gd name="connsiteX10" fmla="*/ 139494 w 423565"/>
                <a:gd name="connsiteY10" fmla="*/ 593286 h 842282"/>
                <a:gd name="connsiteX11" fmla="*/ 139494 w 423565"/>
                <a:gd name="connsiteY11" fmla="*/ 317366 h 8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3565" h="842282">
                  <a:moveTo>
                    <a:pt x="382837" y="317366"/>
                  </a:moveTo>
                  <a:lnTo>
                    <a:pt x="382837" y="191603"/>
                  </a:lnTo>
                  <a:lnTo>
                    <a:pt x="139303" y="191603"/>
                  </a:lnTo>
                  <a:lnTo>
                    <a:pt x="139303" y="-222"/>
                  </a:lnTo>
                  <a:lnTo>
                    <a:pt x="-76" y="-222"/>
                  </a:lnTo>
                  <a:lnTo>
                    <a:pt x="-76" y="595944"/>
                  </a:lnTo>
                  <a:cubicBezTo>
                    <a:pt x="-76" y="764704"/>
                    <a:pt x="84180" y="842060"/>
                    <a:pt x="228415" y="842060"/>
                  </a:cubicBezTo>
                  <a:cubicBezTo>
                    <a:pt x="298354" y="841491"/>
                    <a:pt x="366437" y="819561"/>
                    <a:pt x="423489" y="779226"/>
                  </a:cubicBezTo>
                  <a:lnTo>
                    <a:pt x="368461" y="668744"/>
                  </a:lnTo>
                  <a:cubicBezTo>
                    <a:pt x="330379" y="692568"/>
                    <a:pt x="283443" y="711741"/>
                    <a:pt x="240316" y="711741"/>
                  </a:cubicBezTo>
                  <a:cubicBezTo>
                    <a:pt x="184621" y="711741"/>
                    <a:pt x="139494" y="677951"/>
                    <a:pt x="139494" y="593286"/>
                  </a:cubicBezTo>
                  <a:lnTo>
                    <a:pt x="139494" y="317366"/>
                  </a:lnTo>
                  <a:close/>
                </a:path>
              </a:pathLst>
            </a:custGeom>
            <a:solidFill>
              <a:srgbClr val="23272A"/>
            </a:solidFill>
            <a:ln w="9511" cap="flat">
              <a:noFill/>
              <a:prstDash val="solid"/>
              <a:miter/>
            </a:ln>
          </p:spPr>
          <p:txBody>
            <a:bodyPr rtlCol="0" anchor="ctr"/>
            <a:lstStyle/>
            <a:p>
              <a:endParaRPr lang="en-US" b="1" i="0">
                <a:latin typeface="Tenorite" pitchFamily="2" charset="0"/>
              </a:endParaRPr>
            </a:p>
          </p:txBody>
        </p:sp>
        <p:sp>
          <p:nvSpPr>
            <p:cNvPr id="9" name="Freeform 8">
              <a:extLst>
                <a:ext uri="{FF2B5EF4-FFF2-40B4-BE49-F238E27FC236}">
                  <a16:creationId xmlns:a16="http://schemas.microsoft.com/office/drawing/2014/main" id="{F5BFF6A9-AB0F-E3E2-A42B-E96863B1D153}"/>
                </a:ext>
              </a:extLst>
            </p:cNvPr>
            <p:cNvSpPr/>
            <p:nvPr/>
          </p:nvSpPr>
          <p:spPr>
            <a:xfrm>
              <a:off x="2926571" y="819728"/>
              <a:ext cx="562087" cy="665599"/>
            </a:xfrm>
            <a:custGeom>
              <a:avLst/>
              <a:gdLst>
                <a:gd name="connsiteX0" fmla="*/ 509649 w 562087"/>
                <a:gd name="connsiteY0" fmla="*/ 46621 h 665599"/>
                <a:gd name="connsiteX1" fmla="*/ 288680 w 562087"/>
                <a:gd name="connsiteY1" fmla="*/ -172 h 665599"/>
                <a:gd name="connsiteX2" fmla="*/ 25915 w 562087"/>
                <a:gd name="connsiteY2" fmla="*/ 202947 h 665599"/>
                <a:gd name="connsiteX3" fmla="*/ 241553 w 562087"/>
                <a:gd name="connsiteY3" fmla="*/ 388887 h 665599"/>
                <a:gd name="connsiteX4" fmla="*/ 308196 w 562087"/>
                <a:gd name="connsiteY4" fmla="*/ 397430 h 665599"/>
                <a:gd name="connsiteX5" fmla="*/ 418348 w 562087"/>
                <a:gd name="connsiteY5" fmla="*/ 467573 h 665599"/>
                <a:gd name="connsiteX6" fmla="*/ 273732 w 562087"/>
                <a:gd name="connsiteY6" fmla="*/ 545024 h 665599"/>
                <a:gd name="connsiteX7" fmla="*/ 64282 w 562087"/>
                <a:gd name="connsiteY7" fmla="*/ 480196 h 665599"/>
                <a:gd name="connsiteX8" fmla="*/ -76 w 562087"/>
                <a:gd name="connsiteY8" fmla="*/ 584034 h 665599"/>
                <a:gd name="connsiteX9" fmla="*/ 272685 w 562087"/>
                <a:gd name="connsiteY9" fmla="*/ 665377 h 665599"/>
                <a:gd name="connsiteX10" fmla="*/ 562012 w 562087"/>
                <a:gd name="connsiteY10" fmla="*/ 458271 h 665599"/>
                <a:gd name="connsiteX11" fmla="*/ 341042 w 562087"/>
                <a:gd name="connsiteY11" fmla="*/ 271097 h 665599"/>
                <a:gd name="connsiteX12" fmla="*/ 275351 w 562087"/>
                <a:gd name="connsiteY12" fmla="*/ 261131 h 665599"/>
                <a:gd name="connsiteX13" fmla="*/ 170626 w 562087"/>
                <a:gd name="connsiteY13" fmla="*/ 195639 h 665599"/>
                <a:gd name="connsiteX14" fmla="*/ 290774 w 562087"/>
                <a:gd name="connsiteY14" fmla="*/ 120276 h 665599"/>
                <a:gd name="connsiteX15" fmla="*/ 461095 w 562087"/>
                <a:gd name="connsiteY15" fmla="*/ 160805 h 665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2087" h="665599">
                  <a:moveTo>
                    <a:pt x="509649" y="46621"/>
                  </a:moveTo>
                  <a:cubicBezTo>
                    <a:pt x="440427" y="14752"/>
                    <a:pt x="364919" y="-1238"/>
                    <a:pt x="288680" y="-172"/>
                  </a:cubicBezTo>
                  <a:cubicBezTo>
                    <a:pt x="126832" y="-172"/>
                    <a:pt x="25915" y="77943"/>
                    <a:pt x="25915" y="202947"/>
                  </a:cubicBezTo>
                  <a:cubicBezTo>
                    <a:pt x="25915" y="305456"/>
                    <a:pt x="100270" y="369620"/>
                    <a:pt x="241553" y="388887"/>
                  </a:cubicBezTo>
                  <a:lnTo>
                    <a:pt x="308196" y="397430"/>
                  </a:lnTo>
                  <a:cubicBezTo>
                    <a:pt x="384360" y="408060"/>
                    <a:pt x="418348" y="431220"/>
                    <a:pt x="418348" y="467573"/>
                  </a:cubicBezTo>
                  <a:cubicBezTo>
                    <a:pt x="418348" y="515031"/>
                    <a:pt x="369318" y="545024"/>
                    <a:pt x="273732" y="545024"/>
                  </a:cubicBezTo>
                  <a:cubicBezTo>
                    <a:pt x="170816" y="545024"/>
                    <a:pt x="109124" y="515220"/>
                    <a:pt x="64282" y="480196"/>
                  </a:cubicBezTo>
                  <a:lnTo>
                    <a:pt x="-76" y="584034"/>
                  </a:lnTo>
                  <a:cubicBezTo>
                    <a:pt x="92177" y="652848"/>
                    <a:pt x="207660" y="665377"/>
                    <a:pt x="272685" y="665377"/>
                  </a:cubicBezTo>
                  <a:cubicBezTo>
                    <a:pt x="455859" y="665377"/>
                    <a:pt x="562012" y="579953"/>
                    <a:pt x="562012" y="458271"/>
                  </a:cubicBezTo>
                  <a:cubicBezTo>
                    <a:pt x="562012" y="349782"/>
                    <a:pt x="479755" y="291599"/>
                    <a:pt x="341042" y="271097"/>
                  </a:cubicBezTo>
                  <a:lnTo>
                    <a:pt x="275351" y="261131"/>
                  </a:lnTo>
                  <a:cubicBezTo>
                    <a:pt x="216895" y="252588"/>
                    <a:pt x="170626" y="240629"/>
                    <a:pt x="170626" y="195639"/>
                  </a:cubicBezTo>
                  <a:cubicBezTo>
                    <a:pt x="170626" y="150649"/>
                    <a:pt x="214420" y="120276"/>
                    <a:pt x="290774" y="120276"/>
                  </a:cubicBezTo>
                  <a:cubicBezTo>
                    <a:pt x="349796" y="121531"/>
                    <a:pt x="407867" y="135350"/>
                    <a:pt x="461095" y="160805"/>
                  </a:cubicBezTo>
                  <a:close/>
                </a:path>
              </a:pathLst>
            </a:custGeom>
            <a:solidFill>
              <a:srgbClr val="23272A"/>
            </a:solidFill>
            <a:ln w="9511" cap="flat">
              <a:noFill/>
              <a:prstDash val="solid"/>
              <a:miter/>
            </a:ln>
          </p:spPr>
          <p:txBody>
            <a:bodyPr rtlCol="0" anchor="ctr"/>
            <a:lstStyle/>
            <a:p>
              <a:endParaRPr lang="en-US" b="1" i="0">
                <a:latin typeface="Tenorite" pitchFamily="2" charset="0"/>
              </a:endParaRPr>
            </a:p>
          </p:txBody>
        </p:sp>
        <p:sp>
          <p:nvSpPr>
            <p:cNvPr id="10" name="Freeform 9">
              <a:extLst>
                <a:ext uri="{FF2B5EF4-FFF2-40B4-BE49-F238E27FC236}">
                  <a16:creationId xmlns:a16="http://schemas.microsoft.com/office/drawing/2014/main" id="{4158BC56-495F-BE85-56B2-C65D15045CA6}"/>
                </a:ext>
              </a:extLst>
            </p:cNvPr>
            <p:cNvSpPr/>
            <p:nvPr/>
          </p:nvSpPr>
          <p:spPr>
            <a:xfrm>
              <a:off x="433544" y="311884"/>
              <a:ext cx="537334" cy="535704"/>
            </a:xfrm>
            <a:custGeom>
              <a:avLst/>
              <a:gdLst>
                <a:gd name="connsiteX0" fmla="*/ 268591 w 537334"/>
                <a:gd name="connsiteY0" fmla="*/ -222 h 535704"/>
                <a:gd name="connsiteX1" fmla="*/ -76 w 537334"/>
                <a:gd name="connsiteY1" fmla="*/ 267630 h 535704"/>
                <a:gd name="connsiteX2" fmla="*/ 268591 w 537334"/>
                <a:gd name="connsiteY2" fmla="*/ 535483 h 535704"/>
                <a:gd name="connsiteX3" fmla="*/ 537259 w 537334"/>
                <a:gd name="connsiteY3" fmla="*/ 267630 h 535704"/>
                <a:gd name="connsiteX4" fmla="*/ 537259 w 537334"/>
                <a:gd name="connsiteY4" fmla="*/ 267535 h 535704"/>
                <a:gd name="connsiteX5" fmla="*/ 268687 w 537334"/>
                <a:gd name="connsiteY5" fmla="*/ -222 h 535704"/>
                <a:gd name="connsiteX6" fmla="*/ 268591 w 537334"/>
                <a:gd name="connsiteY6" fmla="*/ -222 h 535704"/>
                <a:gd name="connsiteX7" fmla="*/ 268591 w 537334"/>
                <a:gd name="connsiteY7" fmla="*/ 339956 h 535704"/>
                <a:gd name="connsiteX8" fmla="*/ 195950 w 537334"/>
                <a:gd name="connsiteY8" fmla="*/ 267535 h 535704"/>
                <a:gd name="connsiteX9" fmla="*/ 268591 w 537334"/>
                <a:gd name="connsiteY9" fmla="*/ 195114 h 535704"/>
                <a:gd name="connsiteX10" fmla="*/ 341232 w 537334"/>
                <a:gd name="connsiteY10" fmla="*/ 267535 h 535704"/>
                <a:gd name="connsiteX11" fmla="*/ 268591 w 537334"/>
                <a:gd name="connsiteY11" fmla="*/ 339956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268591" y="-222"/>
                  </a:moveTo>
                  <a:cubicBezTo>
                    <a:pt x="120210" y="-222"/>
                    <a:pt x="-76" y="119699"/>
                    <a:pt x="-76" y="267630"/>
                  </a:cubicBezTo>
                  <a:cubicBezTo>
                    <a:pt x="-76" y="415561"/>
                    <a:pt x="120210" y="535483"/>
                    <a:pt x="268591" y="535483"/>
                  </a:cubicBezTo>
                  <a:cubicBezTo>
                    <a:pt x="416972" y="535483"/>
                    <a:pt x="537259" y="415561"/>
                    <a:pt x="537259" y="267630"/>
                  </a:cubicBezTo>
                  <a:cubicBezTo>
                    <a:pt x="537259" y="267599"/>
                    <a:pt x="537259" y="267567"/>
                    <a:pt x="537259" y="267535"/>
                  </a:cubicBezTo>
                  <a:cubicBezTo>
                    <a:pt x="537259" y="119657"/>
                    <a:pt x="417015" y="-222"/>
                    <a:pt x="268687" y="-222"/>
                  </a:cubicBezTo>
                  <a:cubicBezTo>
                    <a:pt x="268655" y="-222"/>
                    <a:pt x="268623" y="-222"/>
                    <a:pt x="268591" y="-222"/>
                  </a:cubicBezTo>
                  <a:close/>
                  <a:moveTo>
                    <a:pt x="268591" y="339956"/>
                  </a:moveTo>
                  <a:cubicBezTo>
                    <a:pt x="228473" y="339956"/>
                    <a:pt x="195950" y="307532"/>
                    <a:pt x="195950" y="267535"/>
                  </a:cubicBezTo>
                  <a:cubicBezTo>
                    <a:pt x="195950" y="227538"/>
                    <a:pt x="228473" y="195114"/>
                    <a:pt x="268591" y="195114"/>
                  </a:cubicBezTo>
                  <a:cubicBezTo>
                    <a:pt x="308710" y="195114"/>
                    <a:pt x="341232" y="227538"/>
                    <a:pt x="341232" y="267535"/>
                  </a:cubicBezTo>
                  <a:cubicBezTo>
                    <a:pt x="341232" y="307532"/>
                    <a:pt x="308710" y="339956"/>
                    <a:pt x="268591" y="339956"/>
                  </a:cubicBezTo>
                  <a:close/>
                </a:path>
              </a:pathLst>
            </a:custGeom>
            <a:solidFill>
              <a:srgbClr val="CD1D6A"/>
            </a:solidFill>
            <a:ln w="9511" cap="flat">
              <a:noFill/>
              <a:prstDash val="solid"/>
              <a:miter/>
            </a:ln>
          </p:spPr>
          <p:txBody>
            <a:bodyPr rtlCol="0" anchor="ctr"/>
            <a:lstStyle/>
            <a:p>
              <a:endParaRPr lang="en-US" b="1" i="0">
                <a:latin typeface="Tenorite" pitchFamily="2" charset="0"/>
              </a:endParaRPr>
            </a:p>
          </p:txBody>
        </p:sp>
        <p:sp>
          <p:nvSpPr>
            <p:cNvPr id="11" name="Freeform 10">
              <a:extLst>
                <a:ext uri="{FF2B5EF4-FFF2-40B4-BE49-F238E27FC236}">
                  <a16:creationId xmlns:a16="http://schemas.microsoft.com/office/drawing/2014/main" id="{C6D050E6-1564-EAB5-AEBE-EC282EF66F4A}"/>
                </a:ext>
              </a:extLst>
            </p:cNvPr>
            <p:cNvSpPr/>
            <p:nvPr/>
          </p:nvSpPr>
          <p:spPr>
            <a:xfrm>
              <a:off x="1633122" y="1718208"/>
              <a:ext cx="241914" cy="313928"/>
            </a:xfrm>
            <a:custGeom>
              <a:avLst/>
              <a:gdLst>
                <a:gd name="connsiteX0" fmla="*/ 125499 w 241914"/>
                <a:gd name="connsiteY0" fmla="*/ 33041 h 313928"/>
                <a:gd name="connsiteX1" fmla="*/ 46193 w 241914"/>
                <a:gd name="connsiteY1" fmla="*/ 88282 h 313928"/>
                <a:gd name="connsiteX2" fmla="*/ 116930 w 241914"/>
                <a:gd name="connsiteY2" fmla="*/ 137923 h 313928"/>
                <a:gd name="connsiteX3" fmla="*/ 146063 w 241914"/>
                <a:gd name="connsiteY3" fmla="*/ 141339 h 313928"/>
                <a:gd name="connsiteX4" fmla="*/ 241839 w 241914"/>
                <a:gd name="connsiteY4" fmla="*/ 221733 h 313928"/>
                <a:gd name="connsiteX5" fmla="*/ 120453 w 241914"/>
                <a:gd name="connsiteY5" fmla="*/ 313707 h 313928"/>
                <a:gd name="connsiteX6" fmla="*/ -76 w 241914"/>
                <a:gd name="connsiteY6" fmla="*/ 274412 h 313928"/>
                <a:gd name="connsiteX7" fmla="*/ 18965 w 241914"/>
                <a:gd name="connsiteY7" fmla="*/ 246411 h 313928"/>
                <a:gd name="connsiteX8" fmla="*/ 119882 w 241914"/>
                <a:gd name="connsiteY8" fmla="*/ 280486 h 313928"/>
                <a:gd name="connsiteX9" fmla="*/ 204899 w 241914"/>
                <a:gd name="connsiteY9" fmla="*/ 224866 h 313928"/>
                <a:gd name="connsiteX10" fmla="*/ 130640 w 241914"/>
                <a:gd name="connsiteY10" fmla="*/ 174845 h 313928"/>
                <a:gd name="connsiteX11" fmla="*/ 99794 w 241914"/>
                <a:gd name="connsiteY11" fmla="*/ 171333 h 313928"/>
                <a:gd name="connsiteX12" fmla="*/ 9254 w 241914"/>
                <a:gd name="connsiteY12" fmla="*/ 90465 h 313928"/>
                <a:gd name="connsiteX13" fmla="*/ 125404 w 241914"/>
                <a:gd name="connsiteY13" fmla="*/ -180 h 313928"/>
                <a:gd name="connsiteX14" fmla="*/ 235650 w 241914"/>
                <a:gd name="connsiteY14" fmla="*/ 33231 h 313928"/>
                <a:gd name="connsiteX15" fmla="*/ 217657 w 241914"/>
                <a:gd name="connsiteY15" fmla="*/ 61705 h 313928"/>
                <a:gd name="connsiteX16" fmla="*/ 125499 w 241914"/>
                <a:gd name="connsiteY16" fmla="*/ 33041 h 313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1914" h="313928">
                  <a:moveTo>
                    <a:pt x="125499" y="33041"/>
                  </a:moveTo>
                  <a:cubicBezTo>
                    <a:pt x="79229" y="33041"/>
                    <a:pt x="46193" y="54017"/>
                    <a:pt x="46193" y="88282"/>
                  </a:cubicBezTo>
                  <a:cubicBezTo>
                    <a:pt x="46193" y="116756"/>
                    <a:pt x="68947" y="132417"/>
                    <a:pt x="116930" y="137923"/>
                  </a:cubicBezTo>
                  <a:lnTo>
                    <a:pt x="146063" y="141339"/>
                  </a:lnTo>
                  <a:cubicBezTo>
                    <a:pt x="196712" y="147699"/>
                    <a:pt x="241839" y="168486"/>
                    <a:pt x="241839" y="221733"/>
                  </a:cubicBezTo>
                  <a:cubicBezTo>
                    <a:pt x="241839" y="282100"/>
                    <a:pt x="186620" y="313707"/>
                    <a:pt x="120453" y="313707"/>
                  </a:cubicBezTo>
                  <a:cubicBezTo>
                    <a:pt x="76183" y="313707"/>
                    <a:pt x="28390" y="298235"/>
                    <a:pt x="-76" y="274412"/>
                  </a:cubicBezTo>
                  <a:lnTo>
                    <a:pt x="18965" y="246411"/>
                  </a:lnTo>
                  <a:cubicBezTo>
                    <a:pt x="47973" y="268445"/>
                    <a:pt x="83414" y="280412"/>
                    <a:pt x="119882" y="280486"/>
                  </a:cubicBezTo>
                  <a:cubicBezTo>
                    <a:pt x="167484" y="280486"/>
                    <a:pt x="204899" y="261503"/>
                    <a:pt x="204899" y="224866"/>
                  </a:cubicBezTo>
                  <a:cubicBezTo>
                    <a:pt x="204899" y="195157"/>
                    <a:pt x="179099" y="180255"/>
                    <a:pt x="130640" y="174845"/>
                  </a:cubicBezTo>
                  <a:lnTo>
                    <a:pt x="99794" y="171333"/>
                  </a:lnTo>
                  <a:cubicBezTo>
                    <a:pt x="47431" y="165448"/>
                    <a:pt x="9254" y="141150"/>
                    <a:pt x="9254" y="90465"/>
                  </a:cubicBezTo>
                  <a:cubicBezTo>
                    <a:pt x="9254" y="32376"/>
                    <a:pt x="61236" y="-180"/>
                    <a:pt x="125404" y="-180"/>
                  </a:cubicBezTo>
                  <a:cubicBezTo>
                    <a:pt x="164782" y="-1022"/>
                    <a:pt x="203404" y="10682"/>
                    <a:pt x="235650" y="33231"/>
                  </a:cubicBezTo>
                  <a:lnTo>
                    <a:pt x="217657" y="61705"/>
                  </a:lnTo>
                  <a:cubicBezTo>
                    <a:pt x="190605" y="42971"/>
                    <a:pt x="158437" y="32966"/>
                    <a:pt x="125499" y="33041"/>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12" name="Freeform 11">
              <a:extLst>
                <a:ext uri="{FF2B5EF4-FFF2-40B4-BE49-F238E27FC236}">
                  <a16:creationId xmlns:a16="http://schemas.microsoft.com/office/drawing/2014/main" id="{180E785A-A064-23AE-EEAC-0670472969A4}"/>
                </a:ext>
              </a:extLst>
            </p:cNvPr>
            <p:cNvSpPr/>
            <p:nvPr/>
          </p:nvSpPr>
          <p:spPr>
            <a:xfrm>
              <a:off x="1910358" y="1755458"/>
              <a:ext cx="178127" cy="276685"/>
            </a:xfrm>
            <a:custGeom>
              <a:avLst/>
              <a:gdLst>
                <a:gd name="connsiteX0" fmla="*/ 77897 w 178127"/>
                <a:gd name="connsiteY0" fmla="*/ 94978 h 276685"/>
                <a:gd name="connsiteX1" fmla="*/ 77897 w 178127"/>
                <a:gd name="connsiteY1" fmla="*/ 199386 h 276685"/>
                <a:gd name="connsiteX2" fmla="*/ 119120 w 178127"/>
                <a:gd name="connsiteY2" fmla="*/ 245894 h 276685"/>
                <a:gd name="connsiteX3" fmla="*/ 162724 w 178127"/>
                <a:gd name="connsiteY3" fmla="*/ 231277 h 276685"/>
                <a:gd name="connsiteX4" fmla="*/ 178052 w 178127"/>
                <a:gd name="connsiteY4" fmla="*/ 255955 h 276685"/>
                <a:gd name="connsiteX5" fmla="*/ 116454 w 178127"/>
                <a:gd name="connsiteY5" fmla="*/ 276457 h 276685"/>
                <a:gd name="connsiteX6" fmla="*/ 45241 w 178127"/>
                <a:gd name="connsiteY6" fmla="*/ 200525 h 276685"/>
                <a:gd name="connsiteX7" fmla="*/ 45241 w 178127"/>
                <a:gd name="connsiteY7" fmla="*/ 94978 h 276685"/>
                <a:gd name="connsiteX8" fmla="*/ -76 w 178127"/>
                <a:gd name="connsiteY8" fmla="*/ 94978 h 276685"/>
                <a:gd name="connsiteX9" fmla="*/ -76 w 178127"/>
                <a:gd name="connsiteY9" fmla="*/ 65460 h 276685"/>
                <a:gd name="connsiteX10" fmla="*/ 45241 w 178127"/>
                <a:gd name="connsiteY10" fmla="*/ 65460 h 276685"/>
                <a:gd name="connsiteX11" fmla="*/ 45241 w 178127"/>
                <a:gd name="connsiteY11" fmla="*/ -222 h 276685"/>
                <a:gd name="connsiteX12" fmla="*/ 77897 w 178127"/>
                <a:gd name="connsiteY12" fmla="*/ -222 h 276685"/>
                <a:gd name="connsiteX13" fmla="*/ 77897 w 178127"/>
                <a:gd name="connsiteY13" fmla="*/ 65460 h 276685"/>
                <a:gd name="connsiteX14" fmla="*/ 167484 w 178127"/>
                <a:gd name="connsiteY14" fmla="*/ 65460 h 276685"/>
                <a:gd name="connsiteX15" fmla="*/ 167484 w 178127"/>
                <a:gd name="connsiteY15" fmla="*/ 94978 h 2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8127" h="276685">
                  <a:moveTo>
                    <a:pt x="77897" y="94978"/>
                  </a:moveTo>
                  <a:lnTo>
                    <a:pt x="77897" y="199386"/>
                  </a:lnTo>
                  <a:cubicBezTo>
                    <a:pt x="77897" y="231657"/>
                    <a:pt x="95224" y="245894"/>
                    <a:pt x="119120" y="245894"/>
                  </a:cubicBezTo>
                  <a:cubicBezTo>
                    <a:pt x="134818" y="245619"/>
                    <a:pt x="150048" y="240514"/>
                    <a:pt x="162724" y="231277"/>
                  </a:cubicBezTo>
                  <a:lnTo>
                    <a:pt x="178052" y="255955"/>
                  </a:lnTo>
                  <a:cubicBezTo>
                    <a:pt x="160401" y="269472"/>
                    <a:pt x="138710" y="276692"/>
                    <a:pt x="116454" y="276457"/>
                  </a:cubicBezTo>
                  <a:cubicBezTo>
                    <a:pt x="71803" y="276457"/>
                    <a:pt x="45241" y="251969"/>
                    <a:pt x="45241" y="200525"/>
                  </a:cubicBezTo>
                  <a:lnTo>
                    <a:pt x="45241" y="94978"/>
                  </a:lnTo>
                  <a:lnTo>
                    <a:pt x="-76" y="94978"/>
                  </a:lnTo>
                  <a:lnTo>
                    <a:pt x="-76" y="65460"/>
                  </a:lnTo>
                  <a:lnTo>
                    <a:pt x="45241" y="65460"/>
                  </a:lnTo>
                  <a:lnTo>
                    <a:pt x="45241" y="-222"/>
                  </a:lnTo>
                  <a:lnTo>
                    <a:pt x="77897" y="-222"/>
                  </a:lnTo>
                  <a:lnTo>
                    <a:pt x="77897" y="65460"/>
                  </a:lnTo>
                  <a:lnTo>
                    <a:pt x="167484" y="65460"/>
                  </a:lnTo>
                  <a:lnTo>
                    <a:pt x="167484" y="94978"/>
                  </a:ln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14" name="Freeform 13">
              <a:extLst>
                <a:ext uri="{FF2B5EF4-FFF2-40B4-BE49-F238E27FC236}">
                  <a16:creationId xmlns:a16="http://schemas.microsoft.com/office/drawing/2014/main" id="{CF1C2B8D-141F-0923-4411-02FF1C68DD46}"/>
                </a:ext>
              </a:extLst>
            </p:cNvPr>
            <p:cNvSpPr/>
            <p:nvPr/>
          </p:nvSpPr>
          <p:spPr>
            <a:xfrm>
              <a:off x="2135326" y="1816732"/>
              <a:ext cx="132048" cy="211039"/>
            </a:xfrm>
            <a:custGeom>
              <a:avLst/>
              <a:gdLst>
                <a:gd name="connsiteX0" fmla="*/ 131973 w 132048"/>
                <a:gd name="connsiteY0" fmla="*/ 7033 h 211039"/>
                <a:gd name="connsiteX1" fmla="*/ 124071 w 132048"/>
                <a:gd name="connsiteY1" fmla="*/ 39114 h 211039"/>
                <a:gd name="connsiteX2" fmla="*/ 88179 w 132048"/>
                <a:gd name="connsiteY2" fmla="*/ 30857 h 211039"/>
                <a:gd name="connsiteX3" fmla="*/ 32579 w 132048"/>
                <a:gd name="connsiteY3" fmla="*/ 95304 h 211039"/>
                <a:gd name="connsiteX4" fmla="*/ 32579 w 132048"/>
                <a:gd name="connsiteY4" fmla="*/ 210817 h 211039"/>
                <a:gd name="connsiteX5" fmla="*/ -76 w 132048"/>
                <a:gd name="connsiteY5" fmla="*/ 210817 h 211039"/>
                <a:gd name="connsiteX6" fmla="*/ -76 w 132048"/>
                <a:gd name="connsiteY6" fmla="*/ 3901 h 211039"/>
                <a:gd name="connsiteX7" fmla="*/ 32293 w 132048"/>
                <a:gd name="connsiteY7" fmla="*/ 3901 h 211039"/>
                <a:gd name="connsiteX8" fmla="*/ 32293 w 132048"/>
                <a:gd name="connsiteY8" fmla="*/ 32945 h 211039"/>
                <a:gd name="connsiteX9" fmla="*/ 93891 w 132048"/>
                <a:gd name="connsiteY9" fmla="*/ -181 h 211039"/>
                <a:gd name="connsiteX10" fmla="*/ 131973 w 132048"/>
                <a:gd name="connsiteY10" fmla="*/ 7033 h 211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2048" h="211039">
                  <a:moveTo>
                    <a:pt x="131973" y="7033"/>
                  </a:moveTo>
                  <a:lnTo>
                    <a:pt x="124071" y="39114"/>
                  </a:lnTo>
                  <a:cubicBezTo>
                    <a:pt x="112916" y="33612"/>
                    <a:pt x="100625" y="30784"/>
                    <a:pt x="88179" y="30857"/>
                  </a:cubicBezTo>
                  <a:cubicBezTo>
                    <a:pt x="55714" y="30857"/>
                    <a:pt x="32579" y="56199"/>
                    <a:pt x="32579" y="95304"/>
                  </a:cubicBezTo>
                  <a:lnTo>
                    <a:pt x="32579" y="210817"/>
                  </a:lnTo>
                  <a:lnTo>
                    <a:pt x="-76" y="210817"/>
                  </a:lnTo>
                  <a:lnTo>
                    <a:pt x="-76" y="3901"/>
                  </a:lnTo>
                  <a:lnTo>
                    <a:pt x="32293" y="3901"/>
                  </a:lnTo>
                  <a:lnTo>
                    <a:pt x="32293" y="32945"/>
                  </a:lnTo>
                  <a:cubicBezTo>
                    <a:pt x="45748" y="12079"/>
                    <a:pt x="69011" y="-432"/>
                    <a:pt x="93891" y="-181"/>
                  </a:cubicBezTo>
                  <a:cubicBezTo>
                    <a:pt x="106961" y="-579"/>
                    <a:pt x="119960" y="1883"/>
                    <a:pt x="131973" y="7033"/>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15" name="Freeform 14">
              <a:extLst>
                <a:ext uri="{FF2B5EF4-FFF2-40B4-BE49-F238E27FC236}">
                  <a16:creationId xmlns:a16="http://schemas.microsoft.com/office/drawing/2014/main" id="{194E2DC1-5F04-2E82-9B8F-6B20E7142130}"/>
                </a:ext>
              </a:extLst>
            </p:cNvPr>
            <p:cNvSpPr/>
            <p:nvPr/>
          </p:nvSpPr>
          <p:spPr>
            <a:xfrm>
              <a:off x="2292224" y="1816698"/>
              <a:ext cx="212496" cy="215242"/>
            </a:xfrm>
            <a:custGeom>
              <a:avLst/>
              <a:gdLst>
                <a:gd name="connsiteX0" fmla="*/ 179765 w 212496"/>
                <a:gd name="connsiteY0" fmla="*/ 210851 h 215242"/>
                <a:gd name="connsiteX1" fmla="*/ 179765 w 212496"/>
                <a:gd name="connsiteY1" fmla="*/ 180004 h 215242"/>
                <a:gd name="connsiteX2" fmla="*/ 103602 w 212496"/>
                <a:gd name="connsiteY2" fmla="*/ 214933 h 215242"/>
                <a:gd name="connsiteX3" fmla="*/ -76 w 212496"/>
                <a:gd name="connsiteY3" fmla="*/ 107298 h 215242"/>
                <a:gd name="connsiteX4" fmla="*/ 103602 w 212496"/>
                <a:gd name="connsiteY4" fmla="*/ -146 h 215242"/>
                <a:gd name="connsiteX5" fmla="*/ 179765 w 212496"/>
                <a:gd name="connsiteY5" fmla="*/ 34782 h 215242"/>
                <a:gd name="connsiteX6" fmla="*/ 179765 w 212496"/>
                <a:gd name="connsiteY6" fmla="*/ 3935 h 215242"/>
                <a:gd name="connsiteX7" fmla="*/ 212420 w 212496"/>
                <a:gd name="connsiteY7" fmla="*/ 3935 h 215242"/>
                <a:gd name="connsiteX8" fmla="*/ 212420 w 212496"/>
                <a:gd name="connsiteY8" fmla="*/ 210851 h 215242"/>
                <a:gd name="connsiteX9" fmla="*/ 33626 w 212496"/>
                <a:gd name="connsiteY9" fmla="*/ 107298 h 215242"/>
                <a:gd name="connsiteX10" fmla="*/ 107886 w 212496"/>
                <a:gd name="connsiteY10" fmla="*/ 184370 h 215242"/>
                <a:gd name="connsiteX11" fmla="*/ 181670 w 212496"/>
                <a:gd name="connsiteY11" fmla="*/ 107298 h 215242"/>
                <a:gd name="connsiteX12" fmla="*/ 107886 w 212496"/>
                <a:gd name="connsiteY12" fmla="*/ 30416 h 215242"/>
                <a:gd name="connsiteX13" fmla="*/ 33626 w 212496"/>
                <a:gd name="connsiteY13" fmla="*/ 107583 h 215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2496" h="215242">
                  <a:moveTo>
                    <a:pt x="179765" y="210851"/>
                  </a:moveTo>
                  <a:lnTo>
                    <a:pt x="179765" y="180004"/>
                  </a:lnTo>
                  <a:cubicBezTo>
                    <a:pt x="161516" y="203215"/>
                    <a:pt x="133155" y="216222"/>
                    <a:pt x="103602" y="214933"/>
                  </a:cubicBezTo>
                  <a:cubicBezTo>
                    <a:pt x="45051" y="214933"/>
                    <a:pt x="-76" y="169563"/>
                    <a:pt x="-76" y="107298"/>
                  </a:cubicBezTo>
                  <a:cubicBezTo>
                    <a:pt x="-76" y="45034"/>
                    <a:pt x="45051" y="-146"/>
                    <a:pt x="103602" y="-146"/>
                  </a:cubicBezTo>
                  <a:cubicBezTo>
                    <a:pt x="133136" y="-1341"/>
                    <a:pt x="161456" y="11647"/>
                    <a:pt x="179765" y="34782"/>
                  </a:cubicBezTo>
                  <a:lnTo>
                    <a:pt x="179765" y="3935"/>
                  </a:lnTo>
                  <a:lnTo>
                    <a:pt x="212420" y="3935"/>
                  </a:lnTo>
                  <a:lnTo>
                    <a:pt x="212420" y="210851"/>
                  </a:lnTo>
                  <a:close/>
                  <a:moveTo>
                    <a:pt x="33626" y="107298"/>
                  </a:moveTo>
                  <a:cubicBezTo>
                    <a:pt x="33626" y="150105"/>
                    <a:pt x="63806" y="184370"/>
                    <a:pt x="107886" y="184370"/>
                  </a:cubicBezTo>
                  <a:cubicBezTo>
                    <a:pt x="151966" y="184370"/>
                    <a:pt x="181670" y="151149"/>
                    <a:pt x="181670" y="107298"/>
                  </a:cubicBezTo>
                  <a:cubicBezTo>
                    <a:pt x="181670" y="63447"/>
                    <a:pt x="151014" y="30416"/>
                    <a:pt x="107886" y="30416"/>
                  </a:cubicBezTo>
                  <a:cubicBezTo>
                    <a:pt x="64758" y="30416"/>
                    <a:pt x="33626" y="64966"/>
                    <a:pt x="33626" y="107583"/>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17" name="Freeform 16">
              <a:extLst>
                <a:ext uri="{FF2B5EF4-FFF2-40B4-BE49-F238E27FC236}">
                  <a16:creationId xmlns:a16="http://schemas.microsoft.com/office/drawing/2014/main" id="{ADAB9D40-203F-4288-E1E2-745FA9B230C4}"/>
                </a:ext>
              </a:extLst>
            </p:cNvPr>
            <p:cNvSpPr/>
            <p:nvPr/>
          </p:nvSpPr>
          <p:spPr>
            <a:xfrm>
              <a:off x="2554607" y="1755458"/>
              <a:ext cx="178127" cy="276685"/>
            </a:xfrm>
            <a:custGeom>
              <a:avLst/>
              <a:gdLst>
                <a:gd name="connsiteX0" fmla="*/ 77992 w 178127"/>
                <a:gd name="connsiteY0" fmla="*/ 94978 h 276685"/>
                <a:gd name="connsiteX1" fmla="*/ 77992 w 178127"/>
                <a:gd name="connsiteY1" fmla="*/ 199386 h 276685"/>
                <a:gd name="connsiteX2" fmla="*/ 119120 w 178127"/>
                <a:gd name="connsiteY2" fmla="*/ 245894 h 276685"/>
                <a:gd name="connsiteX3" fmla="*/ 162724 w 178127"/>
                <a:gd name="connsiteY3" fmla="*/ 231277 h 276685"/>
                <a:gd name="connsiteX4" fmla="*/ 178052 w 178127"/>
                <a:gd name="connsiteY4" fmla="*/ 255955 h 276685"/>
                <a:gd name="connsiteX5" fmla="*/ 116550 w 178127"/>
                <a:gd name="connsiteY5" fmla="*/ 276457 h 276685"/>
                <a:gd name="connsiteX6" fmla="*/ 45336 w 178127"/>
                <a:gd name="connsiteY6" fmla="*/ 200525 h 276685"/>
                <a:gd name="connsiteX7" fmla="*/ 45336 w 178127"/>
                <a:gd name="connsiteY7" fmla="*/ 94978 h 276685"/>
                <a:gd name="connsiteX8" fmla="*/ -76 w 178127"/>
                <a:gd name="connsiteY8" fmla="*/ 94978 h 276685"/>
                <a:gd name="connsiteX9" fmla="*/ -76 w 178127"/>
                <a:gd name="connsiteY9" fmla="*/ 65460 h 276685"/>
                <a:gd name="connsiteX10" fmla="*/ 45336 w 178127"/>
                <a:gd name="connsiteY10" fmla="*/ 65460 h 276685"/>
                <a:gd name="connsiteX11" fmla="*/ 45336 w 178127"/>
                <a:gd name="connsiteY11" fmla="*/ -222 h 276685"/>
                <a:gd name="connsiteX12" fmla="*/ 77992 w 178127"/>
                <a:gd name="connsiteY12" fmla="*/ -222 h 276685"/>
                <a:gd name="connsiteX13" fmla="*/ 77992 w 178127"/>
                <a:gd name="connsiteY13" fmla="*/ 65460 h 276685"/>
                <a:gd name="connsiteX14" fmla="*/ 167579 w 178127"/>
                <a:gd name="connsiteY14" fmla="*/ 65460 h 276685"/>
                <a:gd name="connsiteX15" fmla="*/ 167579 w 178127"/>
                <a:gd name="connsiteY15" fmla="*/ 94978 h 2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8127" h="276685">
                  <a:moveTo>
                    <a:pt x="77992" y="94978"/>
                  </a:moveTo>
                  <a:lnTo>
                    <a:pt x="77992" y="199386"/>
                  </a:lnTo>
                  <a:cubicBezTo>
                    <a:pt x="77992" y="231657"/>
                    <a:pt x="95224" y="245894"/>
                    <a:pt x="119120" y="245894"/>
                  </a:cubicBezTo>
                  <a:cubicBezTo>
                    <a:pt x="134818" y="245619"/>
                    <a:pt x="150048" y="240514"/>
                    <a:pt x="162724" y="231277"/>
                  </a:cubicBezTo>
                  <a:lnTo>
                    <a:pt x="178052" y="255955"/>
                  </a:lnTo>
                  <a:cubicBezTo>
                    <a:pt x="160444" y="269485"/>
                    <a:pt x="138779" y="276708"/>
                    <a:pt x="116550" y="276457"/>
                  </a:cubicBezTo>
                  <a:cubicBezTo>
                    <a:pt x="71803" y="276457"/>
                    <a:pt x="45336" y="251969"/>
                    <a:pt x="45336" y="200525"/>
                  </a:cubicBezTo>
                  <a:lnTo>
                    <a:pt x="45336" y="94978"/>
                  </a:lnTo>
                  <a:lnTo>
                    <a:pt x="-76" y="94978"/>
                  </a:lnTo>
                  <a:lnTo>
                    <a:pt x="-76" y="65460"/>
                  </a:lnTo>
                  <a:lnTo>
                    <a:pt x="45336" y="65460"/>
                  </a:lnTo>
                  <a:lnTo>
                    <a:pt x="45336" y="-222"/>
                  </a:lnTo>
                  <a:lnTo>
                    <a:pt x="77992" y="-222"/>
                  </a:lnTo>
                  <a:lnTo>
                    <a:pt x="77992" y="65460"/>
                  </a:lnTo>
                  <a:lnTo>
                    <a:pt x="167579" y="65460"/>
                  </a:lnTo>
                  <a:lnTo>
                    <a:pt x="167579" y="94978"/>
                  </a:ln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18" name="Freeform 17">
              <a:extLst>
                <a:ext uri="{FF2B5EF4-FFF2-40B4-BE49-F238E27FC236}">
                  <a16:creationId xmlns:a16="http://schemas.microsoft.com/office/drawing/2014/main" id="{D5200F3F-C8A3-CDE2-90F0-70A9EB09DCBA}"/>
                </a:ext>
              </a:extLst>
            </p:cNvPr>
            <p:cNvSpPr/>
            <p:nvPr/>
          </p:nvSpPr>
          <p:spPr>
            <a:xfrm>
              <a:off x="2763772" y="1817058"/>
              <a:ext cx="200311" cy="215195"/>
            </a:xfrm>
            <a:custGeom>
              <a:avLst/>
              <a:gdLst>
                <a:gd name="connsiteX0" fmla="*/ 200234 w 200311"/>
                <a:gd name="connsiteY0" fmla="*/ 106558 h 215195"/>
                <a:gd name="connsiteX1" fmla="*/ 199663 w 200311"/>
                <a:gd name="connsiteY1" fmla="*/ 118802 h 215195"/>
                <a:gd name="connsiteX2" fmla="*/ 33722 w 200311"/>
                <a:gd name="connsiteY2" fmla="*/ 118802 h 215195"/>
                <a:gd name="connsiteX3" fmla="*/ 107009 w 200311"/>
                <a:gd name="connsiteY3" fmla="*/ 186292 h 215195"/>
                <a:gd name="connsiteX4" fmla="*/ 107124 w 200311"/>
                <a:gd name="connsiteY4" fmla="*/ 186288 h 215195"/>
                <a:gd name="connsiteX5" fmla="*/ 172816 w 200311"/>
                <a:gd name="connsiteY5" fmla="*/ 160281 h 215195"/>
                <a:gd name="connsiteX6" fmla="*/ 190333 w 200311"/>
                <a:gd name="connsiteY6" fmla="*/ 182586 h 215195"/>
                <a:gd name="connsiteX7" fmla="*/ 104649 w 200311"/>
                <a:gd name="connsiteY7" fmla="*/ 214857 h 215195"/>
                <a:gd name="connsiteX8" fmla="*/ -76 w 200311"/>
                <a:gd name="connsiteY8" fmla="*/ 107413 h 215195"/>
                <a:gd name="connsiteX9" fmla="*/ 102840 w 200311"/>
                <a:gd name="connsiteY9" fmla="*/ -222 h 215195"/>
                <a:gd name="connsiteX10" fmla="*/ 200234 w 200311"/>
                <a:gd name="connsiteY10" fmla="*/ 106558 h 215195"/>
                <a:gd name="connsiteX11" fmla="*/ 33722 w 200311"/>
                <a:gd name="connsiteY11" fmla="*/ 92321 h 215195"/>
                <a:gd name="connsiteX12" fmla="*/ 167008 w 200311"/>
                <a:gd name="connsiteY12" fmla="*/ 92321 h 215195"/>
                <a:gd name="connsiteX13" fmla="*/ 102078 w 200311"/>
                <a:gd name="connsiteY13" fmla="*/ 28822 h 215195"/>
                <a:gd name="connsiteX14" fmla="*/ 33722 w 200311"/>
                <a:gd name="connsiteY14" fmla="*/ 92321 h 215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0311" h="215195">
                  <a:moveTo>
                    <a:pt x="200234" y="106558"/>
                  </a:moveTo>
                  <a:cubicBezTo>
                    <a:pt x="200254" y="110647"/>
                    <a:pt x="200064" y="114733"/>
                    <a:pt x="199663" y="118802"/>
                  </a:cubicBezTo>
                  <a:lnTo>
                    <a:pt x="33722" y="118802"/>
                  </a:lnTo>
                  <a:cubicBezTo>
                    <a:pt x="35266" y="157615"/>
                    <a:pt x="68077" y="187832"/>
                    <a:pt x="107009" y="186292"/>
                  </a:cubicBezTo>
                  <a:cubicBezTo>
                    <a:pt x="107047" y="186291"/>
                    <a:pt x="107086" y="186289"/>
                    <a:pt x="107124" y="186288"/>
                  </a:cubicBezTo>
                  <a:cubicBezTo>
                    <a:pt x="131558" y="186344"/>
                    <a:pt x="155077" y="177032"/>
                    <a:pt x="172816" y="160281"/>
                  </a:cubicBezTo>
                  <a:lnTo>
                    <a:pt x="190333" y="182586"/>
                  </a:lnTo>
                  <a:cubicBezTo>
                    <a:pt x="167424" y="204609"/>
                    <a:pt x="136442" y="216278"/>
                    <a:pt x="104649" y="214857"/>
                  </a:cubicBezTo>
                  <a:cubicBezTo>
                    <a:pt x="43337" y="214857"/>
                    <a:pt x="-76" y="171386"/>
                    <a:pt x="-76" y="107413"/>
                  </a:cubicBezTo>
                  <a:cubicBezTo>
                    <a:pt x="-76" y="43439"/>
                    <a:pt x="43908" y="-222"/>
                    <a:pt x="102840" y="-222"/>
                  </a:cubicBezTo>
                  <a:cubicBezTo>
                    <a:pt x="159106" y="-222"/>
                    <a:pt x="199663" y="43629"/>
                    <a:pt x="200234" y="106558"/>
                  </a:cubicBezTo>
                  <a:close/>
                  <a:moveTo>
                    <a:pt x="33722" y="92321"/>
                  </a:moveTo>
                  <a:lnTo>
                    <a:pt x="167008" y="92321"/>
                  </a:lnTo>
                  <a:cubicBezTo>
                    <a:pt x="162819" y="53690"/>
                    <a:pt x="137399" y="28822"/>
                    <a:pt x="102078" y="28822"/>
                  </a:cubicBezTo>
                  <a:cubicBezTo>
                    <a:pt x="63806" y="28822"/>
                    <a:pt x="39053" y="55019"/>
                    <a:pt x="33722" y="92321"/>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19" name="Freeform 18">
              <a:extLst>
                <a:ext uri="{FF2B5EF4-FFF2-40B4-BE49-F238E27FC236}">
                  <a16:creationId xmlns:a16="http://schemas.microsoft.com/office/drawing/2014/main" id="{A733A094-53D4-6AAE-B339-2C7F06C60E9C}"/>
                </a:ext>
              </a:extLst>
            </p:cNvPr>
            <p:cNvSpPr/>
            <p:nvPr/>
          </p:nvSpPr>
          <p:spPr>
            <a:xfrm>
              <a:off x="3009209" y="1816967"/>
              <a:ext cx="209735" cy="301766"/>
            </a:xfrm>
            <a:custGeom>
              <a:avLst/>
              <a:gdLst>
                <a:gd name="connsiteX0" fmla="*/ 176814 w 209735"/>
                <a:gd name="connsiteY0" fmla="*/ 34988 h 301766"/>
                <a:gd name="connsiteX1" fmla="*/ 176814 w 209735"/>
                <a:gd name="connsiteY1" fmla="*/ 3950 h 301766"/>
                <a:gd name="connsiteX2" fmla="*/ 209660 w 209735"/>
                <a:gd name="connsiteY2" fmla="*/ 3950 h 301766"/>
                <a:gd name="connsiteX3" fmla="*/ 209660 w 209735"/>
                <a:gd name="connsiteY3" fmla="*/ 196629 h 301766"/>
                <a:gd name="connsiteX4" fmla="*/ 99889 w 209735"/>
                <a:gd name="connsiteY4" fmla="*/ 301511 h 301766"/>
                <a:gd name="connsiteX5" fmla="*/ 12491 w 209735"/>
                <a:gd name="connsiteY5" fmla="*/ 273701 h 301766"/>
                <a:gd name="connsiteX6" fmla="*/ 26962 w 209735"/>
                <a:gd name="connsiteY6" fmla="*/ 247504 h 301766"/>
                <a:gd name="connsiteX7" fmla="*/ 99889 w 209735"/>
                <a:gd name="connsiteY7" fmla="*/ 271803 h 301766"/>
                <a:gd name="connsiteX8" fmla="*/ 176814 w 209735"/>
                <a:gd name="connsiteY8" fmla="*/ 197958 h 301766"/>
                <a:gd name="connsiteX9" fmla="*/ 176814 w 209735"/>
                <a:gd name="connsiteY9" fmla="*/ 176792 h 301766"/>
                <a:gd name="connsiteX10" fmla="*/ 102745 w 209735"/>
                <a:gd name="connsiteY10" fmla="*/ 211911 h 301766"/>
                <a:gd name="connsiteX11" fmla="*/ -76 w 209735"/>
                <a:gd name="connsiteY11" fmla="*/ 105795 h 301766"/>
                <a:gd name="connsiteX12" fmla="*/ 102745 w 209735"/>
                <a:gd name="connsiteY12" fmla="*/ -131 h 301766"/>
                <a:gd name="connsiteX13" fmla="*/ 176814 w 209735"/>
                <a:gd name="connsiteY13" fmla="*/ 34988 h 301766"/>
                <a:gd name="connsiteX14" fmla="*/ 33246 w 209735"/>
                <a:gd name="connsiteY14" fmla="*/ 106174 h 301766"/>
                <a:gd name="connsiteX15" fmla="*/ 106458 w 209735"/>
                <a:gd name="connsiteY15" fmla="*/ 182107 h 301766"/>
                <a:gd name="connsiteX16" fmla="*/ 173644 w 209735"/>
                <a:gd name="connsiteY16" fmla="*/ 98173 h 301766"/>
                <a:gd name="connsiteX17" fmla="*/ 106458 w 209735"/>
                <a:gd name="connsiteY17" fmla="*/ 31191 h 301766"/>
                <a:gd name="connsiteX18" fmla="*/ 33246 w 209735"/>
                <a:gd name="connsiteY18" fmla="*/ 106174 h 301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9735" h="301766">
                  <a:moveTo>
                    <a:pt x="176814" y="34988"/>
                  </a:moveTo>
                  <a:lnTo>
                    <a:pt x="176814" y="3950"/>
                  </a:lnTo>
                  <a:lnTo>
                    <a:pt x="209660" y="3950"/>
                  </a:lnTo>
                  <a:lnTo>
                    <a:pt x="209660" y="196629"/>
                  </a:lnTo>
                  <a:cubicBezTo>
                    <a:pt x="209660" y="264114"/>
                    <a:pt x="164057" y="301511"/>
                    <a:pt x="99889" y="301511"/>
                  </a:cubicBezTo>
                  <a:cubicBezTo>
                    <a:pt x="68464" y="302191"/>
                    <a:pt x="37709" y="292405"/>
                    <a:pt x="12491" y="273701"/>
                  </a:cubicBezTo>
                  <a:lnTo>
                    <a:pt x="26962" y="247504"/>
                  </a:lnTo>
                  <a:cubicBezTo>
                    <a:pt x="47945" y="263349"/>
                    <a:pt x="73566" y="271886"/>
                    <a:pt x="99889" y="271803"/>
                  </a:cubicBezTo>
                  <a:cubicBezTo>
                    <a:pt x="144825" y="271803"/>
                    <a:pt x="176814" y="246175"/>
                    <a:pt x="176814" y="197958"/>
                  </a:cubicBezTo>
                  <a:lnTo>
                    <a:pt x="176814" y="176792"/>
                  </a:lnTo>
                  <a:cubicBezTo>
                    <a:pt x="159587" y="200133"/>
                    <a:pt x="131777" y="213318"/>
                    <a:pt x="102745" y="211911"/>
                  </a:cubicBezTo>
                  <a:cubicBezTo>
                    <a:pt x="44480" y="211911"/>
                    <a:pt x="-76" y="168439"/>
                    <a:pt x="-76" y="105795"/>
                  </a:cubicBezTo>
                  <a:cubicBezTo>
                    <a:pt x="-76" y="43150"/>
                    <a:pt x="44480" y="-131"/>
                    <a:pt x="102745" y="-131"/>
                  </a:cubicBezTo>
                  <a:cubicBezTo>
                    <a:pt x="131760" y="-1453"/>
                    <a:pt x="159531" y="11714"/>
                    <a:pt x="176814" y="34988"/>
                  </a:cubicBezTo>
                  <a:close/>
                  <a:moveTo>
                    <a:pt x="33246" y="106174"/>
                  </a:moveTo>
                  <a:cubicBezTo>
                    <a:pt x="33246" y="148032"/>
                    <a:pt x="62378" y="182107"/>
                    <a:pt x="106458" y="182107"/>
                  </a:cubicBezTo>
                  <a:cubicBezTo>
                    <a:pt x="148259" y="177426"/>
                    <a:pt x="178339" y="139847"/>
                    <a:pt x="173644" y="98173"/>
                  </a:cubicBezTo>
                  <a:cubicBezTo>
                    <a:pt x="169675" y="62948"/>
                    <a:pt x="141790" y="35148"/>
                    <a:pt x="106458" y="31191"/>
                  </a:cubicBezTo>
                  <a:cubicBezTo>
                    <a:pt x="62378" y="30242"/>
                    <a:pt x="33246" y="64032"/>
                    <a:pt x="33246" y="106174"/>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20" name="Freeform 19">
              <a:extLst>
                <a:ext uri="{FF2B5EF4-FFF2-40B4-BE49-F238E27FC236}">
                  <a16:creationId xmlns:a16="http://schemas.microsoft.com/office/drawing/2014/main" id="{B020F54F-9580-FF6B-B626-2BE513943935}"/>
                </a:ext>
              </a:extLst>
            </p:cNvPr>
            <p:cNvSpPr/>
            <p:nvPr/>
          </p:nvSpPr>
          <p:spPr>
            <a:xfrm>
              <a:off x="3261977" y="1821234"/>
              <a:ext cx="223064" cy="295093"/>
            </a:xfrm>
            <a:custGeom>
              <a:avLst/>
              <a:gdLst>
                <a:gd name="connsiteX0" fmla="*/ 17823 w 223064"/>
                <a:gd name="connsiteY0" fmla="*/ 294776 h 295093"/>
                <a:gd name="connsiteX1" fmla="*/ 95129 w 223064"/>
                <a:gd name="connsiteY1" fmla="*/ 161894 h 295093"/>
                <a:gd name="connsiteX2" fmla="*/ -76 w 223064"/>
                <a:gd name="connsiteY2" fmla="*/ -222 h 295093"/>
                <a:gd name="connsiteX3" fmla="*/ 36483 w 223064"/>
                <a:gd name="connsiteY3" fmla="*/ -222 h 295093"/>
                <a:gd name="connsiteX4" fmla="*/ 113884 w 223064"/>
                <a:gd name="connsiteY4" fmla="*/ 129528 h 295093"/>
                <a:gd name="connsiteX5" fmla="*/ 187001 w 223064"/>
                <a:gd name="connsiteY5" fmla="*/ -222 h 295093"/>
                <a:gd name="connsiteX6" fmla="*/ 222988 w 223064"/>
                <a:gd name="connsiteY6" fmla="*/ -222 h 295093"/>
                <a:gd name="connsiteX7" fmla="*/ 54000 w 223064"/>
                <a:gd name="connsiteY7" fmla="*/ 294871 h 29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3064" h="295093">
                  <a:moveTo>
                    <a:pt x="17823" y="294776"/>
                  </a:moveTo>
                  <a:lnTo>
                    <a:pt x="95129" y="161894"/>
                  </a:lnTo>
                  <a:lnTo>
                    <a:pt x="-76" y="-222"/>
                  </a:lnTo>
                  <a:lnTo>
                    <a:pt x="36483" y="-222"/>
                  </a:lnTo>
                  <a:lnTo>
                    <a:pt x="113884" y="129528"/>
                  </a:lnTo>
                  <a:lnTo>
                    <a:pt x="187001" y="-222"/>
                  </a:lnTo>
                  <a:lnTo>
                    <a:pt x="222988" y="-222"/>
                  </a:lnTo>
                  <a:lnTo>
                    <a:pt x="54000" y="294871"/>
                  </a:ln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21" name="Freeform 20">
              <a:extLst>
                <a:ext uri="{FF2B5EF4-FFF2-40B4-BE49-F238E27FC236}">
                  <a16:creationId xmlns:a16="http://schemas.microsoft.com/office/drawing/2014/main" id="{7923DB4F-C0A5-0DFC-D2DC-E7C0991BEB79}"/>
                </a:ext>
              </a:extLst>
            </p:cNvPr>
            <p:cNvSpPr/>
            <p:nvPr/>
          </p:nvSpPr>
          <p:spPr>
            <a:xfrm>
              <a:off x="3633465" y="1816691"/>
              <a:ext cx="345116" cy="211080"/>
            </a:xfrm>
            <a:custGeom>
              <a:avLst/>
              <a:gdLst>
                <a:gd name="connsiteX0" fmla="*/ 345041 w 345116"/>
                <a:gd name="connsiteY0" fmla="*/ 82911 h 211080"/>
                <a:gd name="connsiteX1" fmla="*/ 345041 w 345116"/>
                <a:gd name="connsiteY1" fmla="*/ 210858 h 211080"/>
                <a:gd name="connsiteX2" fmla="*/ 312386 w 345116"/>
                <a:gd name="connsiteY2" fmla="*/ 210858 h 211080"/>
                <a:gd name="connsiteX3" fmla="*/ 312386 w 345116"/>
                <a:gd name="connsiteY3" fmla="*/ 93542 h 211080"/>
                <a:gd name="connsiteX4" fmla="*/ 252311 w 345116"/>
                <a:gd name="connsiteY4" fmla="*/ 31087 h 211080"/>
                <a:gd name="connsiteX5" fmla="*/ 188806 w 345116"/>
                <a:gd name="connsiteY5" fmla="*/ 89352 h 211080"/>
                <a:gd name="connsiteX6" fmla="*/ 188810 w 345116"/>
                <a:gd name="connsiteY6" fmla="*/ 94491 h 211080"/>
                <a:gd name="connsiteX7" fmla="*/ 188810 w 345116"/>
                <a:gd name="connsiteY7" fmla="*/ 210858 h 211080"/>
                <a:gd name="connsiteX8" fmla="*/ 156155 w 345116"/>
                <a:gd name="connsiteY8" fmla="*/ 210858 h 211080"/>
                <a:gd name="connsiteX9" fmla="*/ 156155 w 345116"/>
                <a:gd name="connsiteY9" fmla="*/ 93542 h 211080"/>
                <a:gd name="connsiteX10" fmla="*/ 96366 w 345116"/>
                <a:gd name="connsiteY10" fmla="*/ 31087 h 211080"/>
                <a:gd name="connsiteX11" fmla="*/ 32770 w 345116"/>
                <a:gd name="connsiteY11" fmla="*/ 89451 h 211080"/>
                <a:gd name="connsiteX12" fmla="*/ 32770 w 345116"/>
                <a:gd name="connsiteY12" fmla="*/ 94491 h 211080"/>
                <a:gd name="connsiteX13" fmla="*/ 32770 w 345116"/>
                <a:gd name="connsiteY13" fmla="*/ 210858 h 211080"/>
                <a:gd name="connsiteX14" fmla="*/ -76 w 345116"/>
                <a:gd name="connsiteY14" fmla="*/ 210858 h 211080"/>
                <a:gd name="connsiteX15" fmla="*/ -76 w 345116"/>
                <a:gd name="connsiteY15" fmla="*/ 3941 h 211080"/>
                <a:gd name="connsiteX16" fmla="*/ 32389 w 345116"/>
                <a:gd name="connsiteY16" fmla="*/ 3941 h 211080"/>
                <a:gd name="connsiteX17" fmla="*/ 32389 w 345116"/>
                <a:gd name="connsiteY17" fmla="*/ 33460 h 211080"/>
                <a:gd name="connsiteX18" fmla="*/ 102269 w 345116"/>
                <a:gd name="connsiteY18" fmla="*/ -140 h 211080"/>
                <a:gd name="connsiteX19" fmla="*/ 180051 w 345116"/>
                <a:gd name="connsiteY19" fmla="*/ 43236 h 211080"/>
                <a:gd name="connsiteX20" fmla="*/ 258214 w 345116"/>
                <a:gd name="connsiteY20" fmla="*/ -140 h 211080"/>
                <a:gd name="connsiteX21" fmla="*/ 345041 w 345116"/>
                <a:gd name="connsiteY21" fmla="*/ 82911 h 211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45116" h="211080">
                  <a:moveTo>
                    <a:pt x="345041" y="82911"/>
                  </a:moveTo>
                  <a:lnTo>
                    <a:pt x="345041" y="210858"/>
                  </a:lnTo>
                  <a:lnTo>
                    <a:pt x="312386" y="210858"/>
                  </a:lnTo>
                  <a:lnTo>
                    <a:pt x="312386" y="93542"/>
                  </a:lnTo>
                  <a:cubicBezTo>
                    <a:pt x="312386" y="54057"/>
                    <a:pt x="290679" y="31087"/>
                    <a:pt x="252311" y="31087"/>
                  </a:cubicBezTo>
                  <a:cubicBezTo>
                    <a:pt x="218637" y="29693"/>
                    <a:pt x="190204" y="55779"/>
                    <a:pt x="188806" y="89352"/>
                  </a:cubicBezTo>
                  <a:cubicBezTo>
                    <a:pt x="188735" y="91064"/>
                    <a:pt x="188736" y="92779"/>
                    <a:pt x="188810" y="94491"/>
                  </a:cubicBezTo>
                  <a:lnTo>
                    <a:pt x="188810" y="210858"/>
                  </a:lnTo>
                  <a:lnTo>
                    <a:pt x="156155" y="210858"/>
                  </a:lnTo>
                  <a:lnTo>
                    <a:pt x="156155" y="93542"/>
                  </a:lnTo>
                  <a:cubicBezTo>
                    <a:pt x="156155" y="54057"/>
                    <a:pt x="134639" y="31087"/>
                    <a:pt x="96366" y="31087"/>
                  </a:cubicBezTo>
                  <a:cubicBezTo>
                    <a:pt x="62639" y="29695"/>
                    <a:pt x="34165" y="55826"/>
                    <a:pt x="32770" y="89451"/>
                  </a:cubicBezTo>
                  <a:cubicBezTo>
                    <a:pt x="32700" y="91130"/>
                    <a:pt x="32700" y="92812"/>
                    <a:pt x="32770" y="94491"/>
                  </a:cubicBezTo>
                  <a:lnTo>
                    <a:pt x="32770" y="210858"/>
                  </a:lnTo>
                  <a:lnTo>
                    <a:pt x="-76" y="210858"/>
                  </a:lnTo>
                  <a:lnTo>
                    <a:pt x="-76" y="3941"/>
                  </a:lnTo>
                  <a:lnTo>
                    <a:pt x="32389" y="3941"/>
                  </a:lnTo>
                  <a:lnTo>
                    <a:pt x="32389" y="33460"/>
                  </a:lnTo>
                  <a:cubicBezTo>
                    <a:pt x="48532" y="11257"/>
                    <a:pt x="74790" y="-1369"/>
                    <a:pt x="102269" y="-140"/>
                  </a:cubicBezTo>
                  <a:cubicBezTo>
                    <a:pt x="138828" y="-140"/>
                    <a:pt x="166627" y="15996"/>
                    <a:pt x="180051" y="43236"/>
                  </a:cubicBezTo>
                  <a:cubicBezTo>
                    <a:pt x="196426" y="11155"/>
                    <a:pt x="229081" y="-140"/>
                    <a:pt x="258214" y="-140"/>
                  </a:cubicBezTo>
                  <a:cubicBezTo>
                    <a:pt x="309720" y="145"/>
                    <a:pt x="345041" y="32891"/>
                    <a:pt x="345041" y="82911"/>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22" name="Freeform 21">
              <a:extLst>
                <a:ext uri="{FF2B5EF4-FFF2-40B4-BE49-F238E27FC236}">
                  <a16:creationId xmlns:a16="http://schemas.microsoft.com/office/drawing/2014/main" id="{3AC70226-0FFA-8A30-8E7C-8FA9E8848AF9}"/>
                </a:ext>
              </a:extLst>
            </p:cNvPr>
            <p:cNvSpPr/>
            <p:nvPr/>
          </p:nvSpPr>
          <p:spPr>
            <a:xfrm>
              <a:off x="4036276" y="1816698"/>
              <a:ext cx="212496" cy="215242"/>
            </a:xfrm>
            <a:custGeom>
              <a:avLst/>
              <a:gdLst>
                <a:gd name="connsiteX0" fmla="*/ 179766 w 212496"/>
                <a:gd name="connsiteY0" fmla="*/ 210851 h 215242"/>
                <a:gd name="connsiteX1" fmla="*/ 179766 w 212496"/>
                <a:gd name="connsiteY1" fmla="*/ 180004 h 215242"/>
                <a:gd name="connsiteX2" fmla="*/ 103602 w 212496"/>
                <a:gd name="connsiteY2" fmla="*/ 214933 h 215242"/>
                <a:gd name="connsiteX3" fmla="*/ -76 w 212496"/>
                <a:gd name="connsiteY3" fmla="*/ 107298 h 215242"/>
                <a:gd name="connsiteX4" fmla="*/ 103602 w 212496"/>
                <a:gd name="connsiteY4" fmla="*/ -146 h 215242"/>
                <a:gd name="connsiteX5" fmla="*/ 179766 w 212496"/>
                <a:gd name="connsiteY5" fmla="*/ 34782 h 215242"/>
                <a:gd name="connsiteX6" fmla="*/ 179766 w 212496"/>
                <a:gd name="connsiteY6" fmla="*/ 3935 h 215242"/>
                <a:gd name="connsiteX7" fmla="*/ 212421 w 212496"/>
                <a:gd name="connsiteY7" fmla="*/ 3935 h 215242"/>
                <a:gd name="connsiteX8" fmla="*/ 212421 w 212496"/>
                <a:gd name="connsiteY8" fmla="*/ 210851 h 215242"/>
                <a:gd name="connsiteX9" fmla="*/ 33627 w 212496"/>
                <a:gd name="connsiteY9" fmla="*/ 107298 h 215242"/>
                <a:gd name="connsiteX10" fmla="*/ 107886 w 212496"/>
                <a:gd name="connsiteY10" fmla="*/ 184370 h 215242"/>
                <a:gd name="connsiteX11" fmla="*/ 181670 w 212496"/>
                <a:gd name="connsiteY11" fmla="*/ 107298 h 215242"/>
                <a:gd name="connsiteX12" fmla="*/ 108267 w 212496"/>
                <a:gd name="connsiteY12" fmla="*/ 30511 h 215242"/>
                <a:gd name="connsiteX13" fmla="*/ 34007 w 212496"/>
                <a:gd name="connsiteY13" fmla="*/ 107583 h 215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2496" h="215242">
                  <a:moveTo>
                    <a:pt x="179766" y="210851"/>
                  </a:moveTo>
                  <a:lnTo>
                    <a:pt x="179766" y="180004"/>
                  </a:lnTo>
                  <a:cubicBezTo>
                    <a:pt x="161517" y="203215"/>
                    <a:pt x="133155" y="216222"/>
                    <a:pt x="103602" y="214933"/>
                  </a:cubicBezTo>
                  <a:cubicBezTo>
                    <a:pt x="45051" y="214933"/>
                    <a:pt x="-76" y="169563"/>
                    <a:pt x="-76" y="107298"/>
                  </a:cubicBezTo>
                  <a:cubicBezTo>
                    <a:pt x="-76" y="45034"/>
                    <a:pt x="45051" y="-146"/>
                    <a:pt x="103602" y="-146"/>
                  </a:cubicBezTo>
                  <a:cubicBezTo>
                    <a:pt x="133137" y="-1341"/>
                    <a:pt x="161457" y="11647"/>
                    <a:pt x="179766" y="34782"/>
                  </a:cubicBezTo>
                  <a:lnTo>
                    <a:pt x="179766" y="3935"/>
                  </a:lnTo>
                  <a:lnTo>
                    <a:pt x="212421" y="3935"/>
                  </a:lnTo>
                  <a:lnTo>
                    <a:pt x="212421" y="210851"/>
                  </a:lnTo>
                  <a:close/>
                  <a:moveTo>
                    <a:pt x="33627" y="107298"/>
                  </a:moveTo>
                  <a:cubicBezTo>
                    <a:pt x="33627" y="150105"/>
                    <a:pt x="63806" y="184370"/>
                    <a:pt x="107886" y="184370"/>
                  </a:cubicBezTo>
                  <a:cubicBezTo>
                    <a:pt x="151966" y="184370"/>
                    <a:pt x="181670" y="151149"/>
                    <a:pt x="181670" y="107298"/>
                  </a:cubicBezTo>
                  <a:cubicBezTo>
                    <a:pt x="181670" y="63447"/>
                    <a:pt x="151204" y="30511"/>
                    <a:pt x="108267" y="30511"/>
                  </a:cubicBezTo>
                  <a:cubicBezTo>
                    <a:pt x="65330" y="30511"/>
                    <a:pt x="34007" y="64966"/>
                    <a:pt x="34007" y="107583"/>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23" name="Freeform 22">
              <a:extLst>
                <a:ext uri="{FF2B5EF4-FFF2-40B4-BE49-F238E27FC236}">
                  <a16:creationId xmlns:a16="http://schemas.microsoft.com/office/drawing/2014/main" id="{6F21465C-4314-68DA-E3B5-10A18C6E1FE6}"/>
                </a:ext>
              </a:extLst>
            </p:cNvPr>
            <p:cNvSpPr/>
            <p:nvPr/>
          </p:nvSpPr>
          <p:spPr>
            <a:xfrm>
              <a:off x="4309609" y="1713505"/>
              <a:ext cx="212496" cy="318434"/>
            </a:xfrm>
            <a:custGeom>
              <a:avLst/>
              <a:gdLst>
                <a:gd name="connsiteX0" fmla="*/ 179766 w 212496"/>
                <a:gd name="connsiteY0" fmla="*/ 138260 h 318434"/>
                <a:gd name="connsiteX1" fmla="*/ 179766 w 212496"/>
                <a:gd name="connsiteY1" fmla="*/ -222 h 318434"/>
                <a:gd name="connsiteX2" fmla="*/ 212421 w 212496"/>
                <a:gd name="connsiteY2" fmla="*/ -222 h 318434"/>
                <a:gd name="connsiteX3" fmla="*/ 212421 w 212496"/>
                <a:gd name="connsiteY3" fmla="*/ 314044 h 318434"/>
                <a:gd name="connsiteX4" fmla="*/ 179766 w 212496"/>
                <a:gd name="connsiteY4" fmla="*/ 314044 h 318434"/>
                <a:gd name="connsiteX5" fmla="*/ 179766 w 212496"/>
                <a:gd name="connsiteY5" fmla="*/ 283196 h 318434"/>
                <a:gd name="connsiteX6" fmla="*/ 103602 w 212496"/>
                <a:gd name="connsiteY6" fmla="*/ 318125 h 318434"/>
                <a:gd name="connsiteX7" fmla="*/ -76 w 212496"/>
                <a:gd name="connsiteY7" fmla="*/ 210491 h 318434"/>
                <a:gd name="connsiteX8" fmla="*/ 103602 w 212496"/>
                <a:gd name="connsiteY8" fmla="*/ 103046 h 318434"/>
                <a:gd name="connsiteX9" fmla="*/ 179766 w 212496"/>
                <a:gd name="connsiteY9" fmla="*/ 138260 h 318434"/>
                <a:gd name="connsiteX10" fmla="*/ 33626 w 212496"/>
                <a:gd name="connsiteY10" fmla="*/ 210775 h 318434"/>
                <a:gd name="connsiteX11" fmla="*/ 107886 w 212496"/>
                <a:gd name="connsiteY11" fmla="*/ 287847 h 318434"/>
                <a:gd name="connsiteX12" fmla="*/ 181765 w 212496"/>
                <a:gd name="connsiteY12" fmla="*/ 210775 h 318434"/>
                <a:gd name="connsiteX13" fmla="*/ 107886 w 212496"/>
                <a:gd name="connsiteY13" fmla="*/ 133894 h 318434"/>
                <a:gd name="connsiteX14" fmla="*/ 33626 w 212496"/>
                <a:gd name="connsiteY14" fmla="*/ 210775 h 318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2496" h="318434">
                  <a:moveTo>
                    <a:pt x="179766" y="138260"/>
                  </a:moveTo>
                  <a:lnTo>
                    <a:pt x="179766" y="-222"/>
                  </a:lnTo>
                  <a:lnTo>
                    <a:pt x="212421" y="-222"/>
                  </a:lnTo>
                  <a:lnTo>
                    <a:pt x="212421" y="314044"/>
                  </a:lnTo>
                  <a:lnTo>
                    <a:pt x="179766" y="314044"/>
                  </a:lnTo>
                  <a:lnTo>
                    <a:pt x="179766" y="283196"/>
                  </a:lnTo>
                  <a:cubicBezTo>
                    <a:pt x="161517" y="306408"/>
                    <a:pt x="133155" y="319414"/>
                    <a:pt x="103602" y="318125"/>
                  </a:cubicBezTo>
                  <a:cubicBezTo>
                    <a:pt x="45146" y="318125"/>
                    <a:pt x="-76" y="272755"/>
                    <a:pt x="-76" y="210491"/>
                  </a:cubicBezTo>
                  <a:cubicBezTo>
                    <a:pt x="-76" y="148226"/>
                    <a:pt x="45146" y="103046"/>
                    <a:pt x="103602" y="103046"/>
                  </a:cubicBezTo>
                  <a:cubicBezTo>
                    <a:pt x="133187" y="101919"/>
                    <a:pt x="161516" y="115018"/>
                    <a:pt x="179766" y="138260"/>
                  </a:cubicBezTo>
                  <a:close/>
                  <a:moveTo>
                    <a:pt x="33626" y="210775"/>
                  </a:moveTo>
                  <a:cubicBezTo>
                    <a:pt x="33626" y="253583"/>
                    <a:pt x="63901" y="287847"/>
                    <a:pt x="107886" y="287847"/>
                  </a:cubicBezTo>
                  <a:cubicBezTo>
                    <a:pt x="151871" y="287847"/>
                    <a:pt x="181765" y="254626"/>
                    <a:pt x="181765" y="210775"/>
                  </a:cubicBezTo>
                  <a:cubicBezTo>
                    <a:pt x="181765" y="166924"/>
                    <a:pt x="151109" y="133894"/>
                    <a:pt x="107886" y="133894"/>
                  </a:cubicBezTo>
                  <a:cubicBezTo>
                    <a:pt x="64663" y="133894"/>
                    <a:pt x="33626" y="168158"/>
                    <a:pt x="33626" y="210775"/>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24" name="Freeform 23">
              <a:extLst>
                <a:ext uri="{FF2B5EF4-FFF2-40B4-BE49-F238E27FC236}">
                  <a16:creationId xmlns:a16="http://schemas.microsoft.com/office/drawing/2014/main" id="{C3D50A99-208E-E7E6-1C08-6588C4265DD1}"/>
                </a:ext>
              </a:extLst>
            </p:cNvPr>
            <p:cNvSpPr/>
            <p:nvPr/>
          </p:nvSpPr>
          <p:spPr>
            <a:xfrm>
              <a:off x="4582750" y="1817058"/>
              <a:ext cx="200786" cy="215195"/>
            </a:xfrm>
            <a:custGeom>
              <a:avLst/>
              <a:gdLst>
                <a:gd name="connsiteX0" fmla="*/ 200710 w 200786"/>
                <a:gd name="connsiteY0" fmla="*/ 106558 h 215195"/>
                <a:gd name="connsiteX1" fmla="*/ 200044 w 200786"/>
                <a:gd name="connsiteY1" fmla="*/ 118802 h 215195"/>
                <a:gd name="connsiteX2" fmla="*/ 33722 w 200786"/>
                <a:gd name="connsiteY2" fmla="*/ 118802 h 215195"/>
                <a:gd name="connsiteX3" fmla="*/ 107009 w 200786"/>
                <a:gd name="connsiteY3" fmla="*/ 186292 h 215195"/>
                <a:gd name="connsiteX4" fmla="*/ 107124 w 200786"/>
                <a:gd name="connsiteY4" fmla="*/ 186288 h 215195"/>
                <a:gd name="connsiteX5" fmla="*/ 172816 w 200786"/>
                <a:gd name="connsiteY5" fmla="*/ 160281 h 215195"/>
                <a:gd name="connsiteX6" fmla="*/ 190333 w 200786"/>
                <a:gd name="connsiteY6" fmla="*/ 182586 h 215195"/>
                <a:gd name="connsiteX7" fmla="*/ 104649 w 200786"/>
                <a:gd name="connsiteY7" fmla="*/ 214857 h 215195"/>
                <a:gd name="connsiteX8" fmla="*/ -76 w 200786"/>
                <a:gd name="connsiteY8" fmla="*/ 107413 h 215195"/>
                <a:gd name="connsiteX9" fmla="*/ 102840 w 200786"/>
                <a:gd name="connsiteY9" fmla="*/ -222 h 215195"/>
                <a:gd name="connsiteX10" fmla="*/ 200710 w 200786"/>
                <a:gd name="connsiteY10" fmla="*/ 106558 h 215195"/>
                <a:gd name="connsiteX11" fmla="*/ 34197 w 200786"/>
                <a:gd name="connsiteY11" fmla="*/ 92321 h 215195"/>
                <a:gd name="connsiteX12" fmla="*/ 167484 w 200786"/>
                <a:gd name="connsiteY12" fmla="*/ 92321 h 215195"/>
                <a:gd name="connsiteX13" fmla="*/ 102650 w 200786"/>
                <a:gd name="connsiteY13" fmla="*/ 28822 h 215195"/>
                <a:gd name="connsiteX14" fmla="*/ 34197 w 200786"/>
                <a:gd name="connsiteY14" fmla="*/ 92321 h 215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0786" h="215195">
                  <a:moveTo>
                    <a:pt x="200710" y="106558"/>
                  </a:moveTo>
                  <a:cubicBezTo>
                    <a:pt x="200702" y="110648"/>
                    <a:pt x="200479" y="114735"/>
                    <a:pt x="200044" y="118802"/>
                  </a:cubicBezTo>
                  <a:lnTo>
                    <a:pt x="33722" y="118802"/>
                  </a:lnTo>
                  <a:cubicBezTo>
                    <a:pt x="35265" y="157615"/>
                    <a:pt x="68077" y="187832"/>
                    <a:pt x="107009" y="186292"/>
                  </a:cubicBezTo>
                  <a:cubicBezTo>
                    <a:pt x="107047" y="186291"/>
                    <a:pt x="107086" y="186289"/>
                    <a:pt x="107124" y="186288"/>
                  </a:cubicBezTo>
                  <a:cubicBezTo>
                    <a:pt x="131558" y="186344"/>
                    <a:pt x="155077" y="177032"/>
                    <a:pt x="172816" y="160281"/>
                  </a:cubicBezTo>
                  <a:lnTo>
                    <a:pt x="190333" y="182586"/>
                  </a:lnTo>
                  <a:cubicBezTo>
                    <a:pt x="167424" y="204609"/>
                    <a:pt x="136442" y="216278"/>
                    <a:pt x="104649" y="214857"/>
                  </a:cubicBezTo>
                  <a:cubicBezTo>
                    <a:pt x="43337" y="214857"/>
                    <a:pt x="-76" y="171386"/>
                    <a:pt x="-76" y="107413"/>
                  </a:cubicBezTo>
                  <a:cubicBezTo>
                    <a:pt x="-76" y="43439"/>
                    <a:pt x="43908" y="-222"/>
                    <a:pt x="102840" y="-222"/>
                  </a:cubicBezTo>
                  <a:cubicBezTo>
                    <a:pt x="159487" y="-222"/>
                    <a:pt x="200044" y="43629"/>
                    <a:pt x="200710" y="106558"/>
                  </a:cubicBezTo>
                  <a:close/>
                  <a:moveTo>
                    <a:pt x="34197" y="92321"/>
                  </a:moveTo>
                  <a:lnTo>
                    <a:pt x="167484" y="92321"/>
                  </a:lnTo>
                  <a:cubicBezTo>
                    <a:pt x="163295" y="53690"/>
                    <a:pt x="137875" y="28822"/>
                    <a:pt x="102650" y="28822"/>
                  </a:cubicBezTo>
                  <a:cubicBezTo>
                    <a:pt x="64187" y="28822"/>
                    <a:pt x="39434" y="55019"/>
                    <a:pt x="34197" y="92321"/>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25" name="Freeform 24">
              <a:extLst>
                <a:ext uri="{FF2B5EF4-FFF2-40B4-BE49-F238E27FC236}">
                  <a16:creationId xmlns:a16="http://schemas.microsoft.com/office/drawing/2014/main" id="{74DC026B-95FD-3547-2F73-6CFDCD39A669}"/>
                </a:ext>
              </a:extLst>
            </p:cNvPr>
            <p:cNvSpPr/>
            <p:nvPr/>
          </p:nvSpPr>
          <p:spPr>
            <a:xfrm>
              <a:off x="4961379" y="1816985"/>
              <a:ext cx="212115" cy="298393"/>
            </a:xfrm>
            <a:custGeom>
              <a:avLst/>
              <a:gdLst>
                <a:gd name="connsiteX0" fmla="*/ 212040 w 212115"/>
                <a:gd name="connsiteY0" fmla="*/ 107296 h 298393"/>
                <a:gd name="connsiteX1" fmla="*/ 108362 w 212115"/>
                <a:gd name="connsiteY1" fmla="*/ 214930 h 298393"/>
                <a:gd name="connsiteX2" fmla="*/ 32769 w 212115"/>
                <a:gd name="connsiteY2" fmla="*/ 180191 h 298393"/>
                <a:gd name="connsiteX3" fmla="*/ 32769 w 212115"/>
                <a:gd name="connsiteY3" fmla="*/ 298172 h 298393"/>
                <a:gd name="connsiteX4" fmla="*/ -76 w 212115"/>
                <a:gd name="connsiteY4" fmla="*/ 298172 h 298393"/>
                <a:gd name="connsiteX5" fmla="*/ -76 w 212115"/>
                <a:gd name="connsiteY5" fmla="*/ 3933 h 298393"/>
                <a:gd name="connsiteX6" fmla="*/ 32769 w 212115"/>
                <a:gd name="connsiteY6" fmla="*/ 3933 h 298393"/>
                <a:gd name="connsiteX7" fmla="*/ 32769 w 212115"/>
                <a:gd name="connsiteY7" fmla="*/ 34495 h 298393"/>
                <a:gd name="connsiteX8" fmla="*/ 108362 w 212115"/>
                <a:gd name="connsiteY8" fmla="*/ -149 h 298393"/>
                <a:gd name="connsiteX9" fmla="*/ 212040 w 212115"/>
                <a:gd name="connsiteY9" fmla="*/ 107296 h 298393"/>
                <a:gd name="connsiteX10" fmla="*/ 30580 w 212115"/>
                <a:gd name="connsiteY10" fmla="*/ 107296 h 298393"/>
                <a:gd name="connsiteX11" fmla="*/ 104458 w 212115"/>
                <a:gd name="connsiteY11" fmla="*/ 184367 h 298393"/>
                <a:gd name="connsiteX12" fmla="*/ 178527 w 212115"/>
                <a:gd name="connsiteY12" fmla="*/ 107296 h 298393"/>
                <a:gd name="connsiteX13" fmla="*/ 104458 w 212115"/>
                <a:gd name="connsiteY13" fmla="*/ 30414 h 298393"/>
                <a:gd name="connsiteX14" fmla="*/ 30580 w 212115"/>
                <a:gd name="connsiteY14" fmla="*/ 107296 h 298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2115" h="298393">
                  <a:moveTo>
                    <a:pt x="212040" y="107296"/>
                  </a:moveTo>
                  <a:cubicBezTo>
                    <a:pt x="212040" y="169560"/>
                    <a:pt x="166722" y="214930"/>
                    <a:pt x="108362" y="214930"/>
                  </a:cubicBezTo>
                  <a:cubicBezTo>
                    <a:pt x="79040" y="216078"/>
                    <a:pt x="50938" y="203164"/>
                    <a:pt x="32769" y="180191"/>
                  </a:cubicBezTo>
                  <a:lnTo>
                    <a:pt x="32769" y="298172"/>
                  </a:lnTo>
                  <a:lnTo>
                    <a:pt x="-76" y="298172"/>
                  </a:lnTo>
                  <a:lnTo>
                    <a:pt x="-76" y="3933"/>
                  </a:lnTo>
                  <a:lnTo>
                    <a:pt x="32769" y="3933"/>
                  </a:lnTo>
                  <a:lnTo>
                    <a:pt x="32769" y="34495"/>
                  </a:lnTo>
                  <a:cubicBezTo>
                    <a:pt x="50958" y="11558"/>
                    <a:pt x="79056" y="-1320"/>
                    <a:pt x="108362" y="-149"/>
                  </a:cubicBezTo>
                  <a:cubicBezTo>
                    <a:pt x="166722" y="-149"/>
                    <a:pt x="212040" y="45221"/>
                    <a:pt x="212040" y="107296"/>
                  </a:cubicBezTo>
                  <a:close/>
                  <a:moveTo>
                    <a:pt x="30580" y="107296"/>
                  </a:moveTo>
                  <a:cubicBezTo>
                    <a:pt x="30580" y="151147"/>
                    <a:pt x="61330" y="184367"/>
                    <a:pt x="104458" y="184367"/>
                  </a:cubicBezTo>
                  <a:cubicBezTo>
                    <a:pt x="147586" y="184367"/>
                    <a:pt x="178527" y="150103"/>
                    <a:pt x="178527" y="107296"/>
                  </a:cubicBezTo>
                  <a:cubicBezTo>
                    <a:pt x="178527" y="64489"/>
                    <a:pt x="148538" y="30414"/>
                    <a:pt x="104458" y="30414"/>
                  </a:cubicBezTo>
                  <a:cubicBezTo>
                    <a:pt x="60379" y="30414"/>
                    <a:pt x="30580" y="63540"/>
                    <a:pt x="30580" y="107296"/>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26" name="Freeform 25">
              <a:extLst>
                <a:ext uri="{FF2B5EF4-FFF2-40B4-BE49-F238E27FC236}">
                  <a16:creationId xmlns:a16="http://schemas.microsoft.com/office/drawing/2014/main" id="{6695D28E-F947-8267-0657-604EF933C2C1}"/>
                </a:ext>
              </a:extLst>
            </p:cNvPr>
            <p:cNvSpPr/>
            <p:nvPr/>
          </p:nvSpPr>
          <p:spPr>
            <a:xfrm>
              <a:off x="5218812" y="1817058"/>
              <a:ext cx="200310" cy="215175"/>
            </a:xfrm>
            <a:custGeom>
              <a:avLst/>
              <a:gdLst>
                <a:gd name="connsiteX0" fmla="*/ 200234 w 200310"/>
                <a:gd name="connsiteY0" fmla="*/ 106558 h 215175"/>
                <a:gd name="connsiteX1" fmla="*/ 199568 w 200310"/>
                <a:gd name="connsiteY1" fmla="*/ 118802 h 215175"/>
                <a:gd name="connsiteX2" fmla="*/ 33246 w 200310"/>
                <a:gd name="connsiteY2" fmla="*/ 118802 h 215175"/>
                <a:gd name="connsiteX3" fmla="*/ 106533 w 200310"/>
                <a:gd name="connsiteY3" fmla="*/ 186292 h 215175"/>
                <a:gd name="connsiteX4" fmla="*/ 106649 w 200310"/>
                <a:gd name="connsiteY4" fmla="*/ 186288 h 215175"/>
                <a:gd name="connsiteX5" fmla="*/ 172340 w 200310"/>
                <a:gd name="connsiteY5" fmla="*/ 160281 h 215175"/>
                <a:gd name="connsiteX6" fmla="*/ 189857 w 200310"/>
                <a:gd name="connsiteY6" fmla="*/ 182586 h 215175"/>
                <a:gd name="connsiteX7" fmla="*/ 104649 w 200310"/>
                <a:gd name="connsiteY7" fmla="*/ 214857 h 215175"/>
                <a:gd name="connsiteX8" fmla="*/ -76 w 200310"/>
                <a:gd name="connsiteY8" fmla="*/ 107413 h 215175"/>
                <a:gd name="connsiteX9" fmla="*/ 102935 w 200310"/>
                <a:gd name="connsiteY9" fmla="*/ -222 h 215175"/>
                <a:gd name="connsiteX10" fmla="*/ 200234 w 200310"/>
                <a:gd name="connsiteY10" fmla="*/ 106558 h 215175"/>
                <a:gd name="connsiteX11" fmla="*/ 33722 w 200310"/>
                <a:gd name="connsiteY11" fmla="*/ 92321 h 215175"/>
                <a:gd name="connsiteX12" fmla="*/ 167008 w 200310"/>
                <a:gd name="connsiteY12" fmla="*/ 92321 h 215175"/>
                <a:gd name="connsiteX13" fmla="*/ 102174 w 200310"/>
                <a:gd name="connsiteY13" fmla="*/ 28822 h 215175"/>
                <a:gd name="connsiteX14" fmla="*/ 33722 w 200310"/>
                <a:gd name="connsiteY14" fmla="*/ 92321 h 215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0310" h="215175">
                  <a:moveTo>
                    <a:pt x="200234" y="106558"/>
                  </a:moveTo>
                  <a:cubicBezTo>
                    <a:pt x="200226" y="110648"/>
                    <a:pt x="200004" y="114735"/>
                    <a:pt x="199568" y="118802"/>
                  </a:cubicBezTo>
                  <a:lnTo>
                    <a:pt x="33246" y="118802"/>
                  </a:lnTo>
                  <a:cubicBezTo>
                    <a:pt x="34790" y="157615"/>
                    <a:pt x="67602" y="187832"/>
                    <a:pt x="106533" y="186292"/>
                  </a:cubicBezTo>
                  <a:cubicBezTo>
                    <a:pt x="106571" y="186291"/>
                    <a:pt x="106610" y="186289"/>
                    <a:pt x="106649" y="186288"/>
                  </a:cubicBezTo>
                  <a:cubicBezTo>
                    <a:pt x="131082" y="186344"/>
                    <a:pt x="154601" y="177032"/>
                    <a:pt x="172340" y="160281"/>
                  </a:cubicBezTo>
                  <a:lnTo>
                    <a:pt x="189857" y="182586"/>
                  </a:lnTo>
                  <a:cubicBezTo>
                    <a:pt x="167064" y="204487"/>
                    <a:pt x="136280" y="216147"/>
                    <a:pt x="104649" y="214857"/>
                  </a:cubicBezTo>
                  <a:cubicBezTo>
                    <a:pt x="43337" y="214857"/>
                    <a:pt x="-76" y="171386"/>
                    <a:pt x="-76" y="107413"/>
                  </a:cubicBezTo>
                  <a:cubicBezTo>
                    <a:pt x="-76" y="43439"/>
                    <a:pt x="43908" y="-222"/>
                    <a:pt x="102935" y="-222"/>
                  </a:cubicBezTo>
                  <a:cubicBezTo>
                    <a:pt x="158725" y="-222"/>
                    <a:pt x="199568" y="43629"/>
                    <a:pt x="200234" y="106558"/>
                  </a:cubicBezTo>
                  <a:close/>
                  <a:moveTo>
                    <a:pt x="33722" y="92321"/>
                  </a:moveTo>
                  <a:lnTo>
                    <a:pt x="167008" y="92321"/>
                  </a:lnTo>
                  <a:cubicBezTo>
                    <a:pt x="162819" y="53690"/>
                    <a:pt x="137399" y="28822"/>
                    <a:pt x="102174" y="28822"/>
                  </a:cubicBezTo>
                  <a:cubicBezTo>
                    <a:pt x="63521" y="28822"/>
                    <a:pt x="38958" y="55019"/>
                    <a:pt x="33722" y="92321"/>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27" name="Freeform 26">
              <a:extLst>
                <a:ext uri="{FF2B5EF4-FFF2-40B4-BE49-F238E27FC236}">
                  <a16:creationId xmlns:a16="http://schemas.microsoft.com/office/drawing/2014/main" id="{88113F28-12F4-D903-FD8F-2D841F2DB41D}"/>
                </a:ext>
              </a:extLst>
            </p:cNvPr>
            <p:cNvSpPr/>
            <p:nvPr/>
          </p:nvSpPr>
          <p:spPr>
            <a:xfrm>
              <a:off x="5479672" y="1816723"/>
              <a:ext cx="132429" cy="211047"/>
            </a:xfrm>
            <a:custGeom>
              <a:avLst/>
              <a:gdLst>
                <a:gd name="connsiteX0" fmla="*/ 132354 w 132429"/>
                <a:gd name="connsiteY0" fmla="*/ 7041 h 211047"/>
                <a:gd name="connsiteX1" fmla="*/ 124452 w 132429"/>
                <a:gd name="connsiteY1" fmla="*/ 39123 h 211047"/>
                <a:gd name="connsiteX2" fmla="*/ 88274 w 132429"/>
                <a:gd name="connsiteY2" fmla="*/ 30485 h 211047"/>
                <a:gd name="connsiteX3" fmla="*/ 32580 w 132429"/>
                <a:gd name="connsiteY3" fmla="*/ 94933 h 211047"/>
                <a:gd name="connsiteX4" fmla="*/ 32580 w 132429"/>
                <a:gd name="connsiteY4" fmla="*/ 210825 h 211047"/>
                <a:gd name="connsiteX5" fmla="*/ -76 w 132429"/>
                <a:gd name="connsiteY5" fmla="*/ 210825 h 211047"/>
                <a:gd name="connsiteX6" fmla="*/ -76 w 132429"/>
                <a:gd name="connsiteY6" fmla="*/ 3909 h 211047"/>
                <a:gd name="connsiteX7" fmla="*/ 32389 w 132429"/>
                <a:gd name="connsiteY7" fmla="*/ 3909 h 211047"/>
                <a:gd name="connsiteX8" fmla="*/ 32389 w 132429"/>
                <a:gd name="connsiteY8" fmla="*/ 32953 h 211047"/>
                <a:gd name="connsiteX9" fmla="*/ 93986 w 132429"/>
                <a:gd name="connsiteY9" fmla="*/ -172 h 211047"/>
                <a:gd name="connsiteX10" fmla="*/ 132354 w 132429"/>
                <a:gd name="connsiteY10" fmla="*/ 7042 h 211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2429" h="211047">
                  <a:moveTo>
                    <a:pt x="132354" y="7041"/>
                  </a:moveTo>
                  <a:lnTo>
                    <a:pt x="124452" y="39123"/>
                  </a:lnTo>
                  <a:cubicBezTo>
                    <a:pt x="113243" y="33445"/>
                    <a:pt x="100847" y="30486"/>
                    <a:pt x="88274" y="30485"/>
                  </a:cubicBezTo>
                  <a:cubicBezTo>
                    <a:pt x="55810" y="30485"/>
                    <a:pt x="32580" y="55828"/>
                    <a:pt x="32580" y="94933"/>
                  </a:cubicBezTo>
                  <a:lnTo>
                    <a:pt x="32580" y="210825"/>
                  </a:lnTo>
                  <a:lnTo>
                    <a:pt x="-76" y="210825"/>
                  </a:lnTo>
                  <a:lnTo>
                    <a:pt x="-76" y="3909"/>
                  </a:lnTo>
                  <a:lnTo>
                    <a:pt x="32389" y="3909"/>
                  </a:lnTo>
                  <a:lnTo>
                    <a:pt x="32389" y="32953"/>
                  </a:lnTo>
                  <a:cubicBezTo>
                    <a:pt x="45830" y="12074"/>
                    <a:pt x="69102" y="-442"/>
                    <a:pt x="93986" y="-172"/>
                  </a:cubicBezTo>
                  <a:cubicBezTo>
                    <a:pt x="107152" y="-612"/>
                    <a:pt x="120253" y="1851"/>
                    <a:pt x="132354" y="7042"/>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28" name="Freeform 27">
              <a:extLst>
                <a:ext uri="{FF2B5EF4-FFF2-40B4-BE49-F238E27FC236}">
                  <a16:creationId xmlns:a16="http://schemas.microsoft.com/office/drawing/2014/main" id="{CC7FF696-E05F-AC01-967D-33FF9B6A80A8}"/>
                </a:ext>
              </a:extLst>
            </p:cNvPr>
            <p:cNvSpPr/>
            <p:nvPr/>
          </p:nvSpPr>
          <p:spPr>
            <a:xfrm>
              <a:off x="5639331" y="1817512"/>
              <a:ext cx="177937" cy="214453"/>
            </a:xfrm>
            <a:custGeom>
              <a:avLst/>
              <a:gdLst>
                <a:gd name="connsiteX0" fmla="*/ 90464 w 177937"/>
                <a:gd name="connsiteY0" fmla="*/ 27894 h 214453"/>
                <a:gd name="connsiteX1" fmla="*/ 41338 w 177937"/>
                <a:gd name="connsiteY1" fmla="*/ 60450 h 214453"/>
                <a:gd name="connsiteX2" fmla="*/ 83704 w 177937"/>
                <a:gd name="connsiteY2" fmla="*/ 89494 h 214453"/>
                <a:gd name="connsiteX3" fmla="*/ 108172 w 177937"/>
                <a:gd name="connsiteY3" fmla="*/ 92531 h 214453"/>
                <a:gd name="connsiteX4" fmla="*/ 177861 w 177937"/>
                <a:gd name="connsiteY4" fmla="*/ 150240 h 214453"/>
                <a:gd name="connsiteX5" fmla="*/ 86465 w 177937"/>
                <a:gd name="connsiteY5" fmla="*/ 214214 h 214453"/>
                <a:gd name="connsiteX6" fmla="*/ -76 w 177937"/>
                <a:gd name="connsiteY6" fmla="*/ 187732 h 214453"/>
                <a:gd name="connsiteX7" fmla="*/ 15062 w 177937"/>
                <a:gd name="connsiteY7" fmla="*/ 163339 h 214453"/>
                <a:gd name="connsiteX8" fmla="*/ 86941 w 177937"/>
                <a:gd name="connsiteY8" fmla="*/ 185834 h 214453"/>
                <a:gd name="connsiteX9" fmla="*/ 144064 w 177937"/>
                <a:gd name="connsiteY9" fmla="*/ 152423 h 214453"/>
                <a:gd name="connsiteX10" fmla="*/ 100651 w 177937"/>
                <a:gd name="connsiteY10" fmla="*/ 122240 h 214453"/>
                <a:gd name="connsiteX11" fmla="*/ 75897 w 177937"/>
                <a:gd name="connsiteY11" fmla="*/ 119393 h 214453"/>
                <a:gd name="connsiteX12" fmla="*/ 7350 w 177937"/>
                <a:gd name="connsiteY12" fmla="*/ 62443 h 214453"/>
                <a:gd name="connsiteX13" fmla="*/ 90178 w 177937"/>
                <a:gd name="connsiteY13" fmla="*/ -201 h 214453"/>
                <a:gd name="connsiteX14" fmla="*/ 172530 w 177937"/>
                <a:gd name="connsiteY14" fmla="*/ 22294 h 214453"/>
                <a:gd name="connsiteX15" fmla="*/ 158249 w 177937"/>
                <a:gd name="connsiteY15" fmla="*/ 47636 h 214453"/>
                <a:gd name="connsiteX16" fmla="*/ 90464 w 177937"/>
                <a:gd name="connsiteY16" fmla="*/ 27894 h 214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7937" h="214453">
                  <a:moveTo>
                    <a:pt x="90464" y="27894"/>
                  </a:moveTo>
                  <a:cubicBezTo>
                    <a:pt x="60855" y="27894"/>
                    <a:pt x="41338" y="40328"/>
                    <a:pt x="41338" y="60450"/>
                  </a:cubicBezTo>
                  <a:cubicBezTo>
                    <a:pt x="41338" y="77914"/>
                    <a:pt x="56285" y="86172"/>
                    <a:pt x="83704" y="89494"/>
                  </a:cubicBezTo>
                  <a:lnTo>
                    <a:pt x="108172" y="92531"/>
                  </a:lnTo>
                  <a:cubicBezTo>
                    <a:pt x="152251" y="98416"/>
                    <a:pt x="177861" y="116355"/>
                    <a:pt x="177861" y="150240"/>
                  </a:cubicBezTo>
                  <a:cubicBezTo>
                    <a:pt x="177861" y="189535"/>
                    <a:pt x="142350" y="214214"/>
                    <a:pt x="86465" y="214214"/>
                  </a:cubicBezTo>
                  <a:cubicBezTo>
                    <a:pt x="55541" y="214689"/>
                    <a:pt x="25256" y="205422"/>
                    <a:pt x="-76" y="187732"/>
                  </a:cubicBezTo>
                  <a:lnTo>
                    <a:pt x="15062" y="163339"/>
                  </a:lnTo>
                  <a:cubicBezTo>
                    <a:pt x="35594" y="179085"/>
                    <a:pt x="61066" y="187057"/>
                    <a:pt x="86941" y="185834"/>
                  </a:cubicBezTo>
                  <a:cubicBezTo>
                    <a:pt x="121976" y="185834"/>
                    <a:pt x="144064" y="174254"/>
                    <a:pt x="144064" y="152423"/>
                  </a:cubicBezTo>
                  <a:cubicBezTo>
                    <a:pt x="144064" y="135813"/>
                    <a:pt x="130259" y="125752"/>
                    <a:pt x="100651" y="122240"/>
                  </a:cubicBezTo>
                  <a:lnTo>
                    <a:pt x="75897" y="119393"/>
                  </a:lnTo>
                  <a:cubicBezTo>
                    <a:pt x="28295" y="113508"/>
                    <a:pt x="7350" y="93006"/>
                    <a:pt x="7350" y="62443"/>
                  </a:cubicBezTo>
                  <a:cubicBezTo>
                    <a:pt x="7350" y="23148"/>
                    <a:pt x="40195" y="-201"/>
                    <a:pt x="90178" y="-201"/>
                  </a:cubicBezTo>
                  <a:cubicBezTo>
                    <a:pt x="119218" y="-683"/>
                    <a:pt x="147792" y="7122"/>
                    <a:pt x="172530" y="22294"/>
                  </a:cubicBezTo>
                  <a:lnTo>
                    <a:pt x="158249" y="47636"/>
                  </a:lnTo>
                  <a:cubicBezTo>
                    <a:pt x="137944" y="34879"/>
                    <a:pt x="114464" y="28041"/>
                    <a:pt x="90464" y="27894"/>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29" name="Freeform 28">
              <a:extLst>
                <a:ext uri="{FF2B5EF4-FFF2-40B4-BE49-F238E27FC236}">
                  <a16:creationId xmlns:a16="http://schemas.microsoft.com/office/drawing/2014/main" id="{50E645A6-6752-574D-B4F4-016C75F36A01}"/>
                </a:ext>
              </a:extLst>
            </p:cNvPr>
            <p:cNvSpPr/>
            <p:nvPr/>
          </p:nvSpPr>
          <p:spPr>
            <a:xfrm>
              <a:off x="5858692" y="1817011"/>
              <a:ext cx="218591" cy="217974"/>
            </a:xfrm>
            <a:custGeom>
              <a:avLst/>
              <a:gdLst>
                <a:gd name="connsiteX0" fmla="*/ 218503 w 218591"/>
                <a:gd name="connsiteY0" fmla="*/ 107270 h 217974"/>
                <a:gd name="connsiteX1" fmla="*/ 110742 w 218591"/>
                <a:gd name="connsiteY1" fmla="*/ 217741 h 217974"/>
                <a:gd name="connsiteX2" fmla="*/ -65 w 218591"/>
                <a:gd name="connsiteY2" fmla="*/ 110307 h 217974"/>
                <a:gd name="connsiteX3" fmla="*/ 107696 w 218591"/>
                <a:gd name="connsiteY3" fmla="*/ -164 h 217974"/>
                <a:gd name="connsiteX4" fmla="*/ 109113 w 218591"/>
                <a:gd name="connsiteY4" fmla="*/ -175 h 217974"/>
                <a:gd name="connsiteX5" fmla="*/ 218468 w 218591"/>
                <a:gd name="connsiteY5" fmla="*/ 102561 h 217974"/>
                <a:gd name="connsiteX6" fmla="*/ 218504 w 218591"/>
                <a:gd name="connsiteY6" fmla="*/ 107270 h 217974"/>
                <a:gd name="connsiteX7" fmla="*/ 33330 w 218591"/>
                <a:gd name="connsiteY7" fmla="*/ 107270 h 217974"/>
                <a:gd name="connsiteX8" fmla="*/ 110440 w 218591"/>
                <a:gd name="connsiteY8" fmla="*/ 182247 h 217974"/>
                <a:gd name="connsiteX9" fmla="*/ 185645 w 218591"/>
                <a:gd name="connsiteY9" fmla="*/ 105372 h 217974"/>
                <a:gd name="connsiteX10" fmla="*/ 109493 w 218591"/>
                <a:gd name="connsiteY10" fmla="*/ 30388 h 217974"/>
                <a:gd name="connsiteX11" fmla="*/ 32933 w 218591"/>
                <a:gd name="connsiteY11" fmla="*/ 103032 h 217974"/>
                <a:gd name="connsiteX12" fmla="*/ 32948 w 218591"/>
                <a:gd name="connsiteY12" fmla="*/ 107270 h 217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8591" h="217974">
                  <a:moveTo>
                    <a:pt x="218503" y="107270"/>
                  </a:moveTo>
                  <a:cubicBezTo>
                    <a:pt x="219345" y="167443"/>
                    <a:pt x="171099" y="216902"/>
                    <a:pt x="110742" y="217741"/>
                  </a:cubicBezTo>
                  <a:cubicBezTo>
                    <a:pt x="50386" y="218580"/>
                    <a:pt x="776" y="170480"/>
                    <a:pt x="-65" y="110307"/>
                  </a:cubicBezTo>
                  <a:cubicBezTo>
                    <a:pt x="-907" y="50134"/>
                    <a:pt x="47340" y="675"/>
                    <a:pt x="107696" y="-164"/>
                  </a:cubicBezTo>
                  <a:cubicBezTo>
                    <a:pt x="108168" y="-171"/>
                    <a:pt x="108641" y="-174"/>
                    <a:pt x="109113" y="-175"/>
                  </a:cubicBezTo>
                  <a:cubicBezTo>
                    <a:pt x="167767" y="-1911"/>
                    <a:pt x="216727" y="44085"/>
                    <a:pt x="218468" y="102561"/>
                  </a:cubicBezTo>
                  <a:cubicBezTo>
                    <a:pt x="218515" y="104130"/>
                    <a:pt x="218527" y="105700"/>
                    <a:pt x="218504" y="107270"/>
                  </a:cubicBezTo>
                  <a:close/>
                  <a:moveTo>
                    <a:pt x="33330" y="107270"/>
                  </a:moveTo>
                  <a:cubicBezTo>
                    <a:pt x="33856" y="149203"/>
                    <a:pt x="68379" y="182771"/>
                    <a:pt x="110440" y="182247"/>
                  </a:cubicBezTo>
                  <a:cubicBezTo>
                    <a:pt x="152500" y="181723"/>
                    <a:pt x="186171" y="147305"/>
                    <a:pt x="185645" y="105372"/>
                  </a:cubicBezTo>
                  <a:cubicBezTo>
                    <a:pt x="185124" y="63811"/>
                    <a:pt x="151184" y="30391"/>
                    <a:pt x="109493" y="30388"/>
                  </a:cubicBezTo>
                  <a:cubicBezTo>
                    <a:pt x="68231" y="29371"/>
                    <a:pt x="33953" y="61895"/>
                    <a:pt x="32933" y="103032"/>
                  </a:cubicBezTo>
                  <a:cubicBezTo>
                    <a:pt x="32898" y="104445"/>
                    <a:pt x="32903" y="105858"/>
                    <a:pt x="32948" y="107270"/>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30" name="Freeform 29">
              <a:extLst>
                <a:ext uri="{FF2B5EF4-FFF2-40B4-BE49-F238E27FC236}">
                  <a16:creationId xmlns:a16="http://schemas.microsoft.com/office/drawing/2014/main" id="{950DFB82-8240-E841-2C90-920F620D9EF7}"/>
                </a:ext>
              </a:extLst>
            </p:cNvPr>
            <p:cNvSpPr/>
            <p:nvPr/>
          </p:nvSpPr>
          <p:spPr>
            <a:xfrm>
              <a:off x="6138203" y="1816698"/>
              <a:ext cx="188790" cy="211073"/>
            </a:xfrm>
            <a:custGeom>
              <a:avLst/>
              <a:gdLst>
                <a:gd name="connsiteX0" fmla="*/ 188714 w 188790"/>
                <a:gd name="connsiteY0" fmla="*/ 82905 h 211073"/>
                <a:gd name="connsiteX1" fmla="*/ 188714 w 188790"/>
                <a:gd name="connsiteY1" fmla="*/ 210851 h 211073"/>
                <a:gd name="connsiteX2" fmla="*/ 156059 w 188790"/>
                <a:gd name="connsiteY2" fmla="*/ 210851 h 211073"/>
                <a:gd name="connsiteX3" fmla="*/ 156059 w 188790"/>
                <a:gd name="connsiteY3" fmla="*/ 93536 h 211073"/>
                <a:gd name="connsiteX4" fmla="*/ 96271 w 188790"/>
                <a:gd name="connsiteY4" fmla="*/ 31081 h 211073"/>
                <a:gd name="connsiteX5" fmla="*/ 32766 w 188790"/>
                <a:gd name="connsiteY5" fmla="*/ 89345 h 211073"/>
                <a:gd name="connsiteX6" fmla="*/ 32770 w 188790"/>
                <a:gd name="connsiteY6" fmla="*/ 94484 h 211073"/>
                <a:gd name="connsiteX7" fmla="*/ 32770 w 188790"/>
                <a:gd name="connsiteY7" fmla="*/ 210851 h 211073"/>
                <a:gd name="connsiteX8" fmla="*/ -76 w 188790"/>
                <a:gd name="connsiteY8" fmla="*/ 210851 h 211073"/>
                <a:gd name="connsiteX9" fmla="*/ -76 w 188790"/>
                <a:gd name="connsiteY9" fmla="*/ 3935 h 211073"/>
                <a:gd name="connsiteX10" fmla="*/ 32293 w 188790"/>
                <a:gd name="connsiteY10" fmla="*/ 3935 h 211073"/>
                <a:gd name="connsiteX11" fmla="*/ 32293 w 188790"/>
                <a:gd name="connsiteY11" fmla="*/ 33454 h 211073"/>
                <a:gd name="connsiteX12" fmla="*/ 102174 w 188790"/>
                <a:gd name="connsiteY12" fmla="*/ -147 h 211073"/>
                <a:gd name="connsiteX13" fmla="*/ 188714 w 188790"/>
                <a:gd name="connsiteY13" fmla="*/ 82905 h 211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8790" h="211073">
                  <a:moveTo>
                    <a:pt x="188714" y="82905"/>
                  </a:moveTo>
                  <a:lnTo>
                    <a:pt x="188714" y="210851"/>
                  </a:lnTo>
                  <a:lnTo>
                    <a:pt x="156059" y="210851"/>
                  </a:lnTo>
                  <a:lnTo>
                    <a:pt x="156059" y="93536"/>
                  </a:lnTo>
                  <a:cubicBezTo>
                    <a:pt x="156059" y="54051"/>
                    <a:pt x="134638" y="31081"/>
                    <a:pt x="96271" y="31081"/>
                  </a:cubicBezTo>
                  <a:cubicBezTo>
                    <a:pt x="62596" y="29687"/>
                    <a:pt x="34164" y="55773"/>
                    <a:pt x="32766" y="89345"/>
                  </a:cubicBezTo>
                  <a:cubicBezTo>
                    <a:pt x="32694" y="91058"/>
                    <a:pt x="32695" y="92772"/>
                    <a:pt x="32770" y="94484"/>
                  </a:cubicBezTo>
                  <a:lnTo>
                    <a:pt x="32770" y="210851"/>
                  </a:lnTo>
                  <a:lnTo>
                    <a:pt x="-76" y="210851"/>
                  </a:lnTo>
                  <a:lnTo>
                    <a:pt x="-76" y="3935"/>
                  </a:lnTo>
                  <a:lnTo>
                    <a:pt x="32293" y="3935"/>
                  </a:lnTo>
                  <a:lnTo>
                    <a:pt x="32293" y="33454"/>
                  </a:lnTo>
                  <a:cubicBezTo>
                    <a:pt x="48471" y="11291"/>
                    <a:pt x="74705" y="-1323"/>
                    <a:pt x="102174" y="-147"/>
                  </a:cubicBezTo>
                  <a:cubicBezTo>
                    <a:pt x="153298" y="138"/>
                    <a:pt x="188714" y="32884"/>
                    <a:pt x="188714" y="82905"/>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31" name="Freeform 30">
              <a:extLst>
                <a:ext uri="{FF2B5EF4-FFF2-40B4-BE49-F238E27FC236}">
                  <a16:creationId xmlns:a16="http://schemas.microsoft.com/office/drawing/2014/main" id="{BEA4D93E-12EE-6BE1-1712-C21804A7F9B5}"/>
                </a:ext>
              </a:extLst>
            </p:cNvPr>
            <p:cNvSpPr/>
            <p:nvPr/>
          </p:nvSpPr>
          <p:spPr>
            <a:xfrm>
              <a:off x="6385164" y="1816692"/>
              <a:ext cx="212401" cy="215254"/>
            </a:xfrm>
            <a:custGeom>
              <a:avLst/>
              <a:gdLst>
                <a:gd name="connsiteX0" fmla="*/ 179670 w 212401"/>
                <a:gd name="connsiteY0" fmla="*/ 210857 h 215254"/>
                <a:gd name="connsiteX1" fmla="*/ 179670 w 212401"/>
                <a:gd name="connsiteY1" fmla="*/ 180010 h 215254"/>
                <a:gd name="connsiteX2" fmla="*/ 103507 w 212401"/>
                <a:gd name="connsiteY2" fmla="*/ 214938 h 215254"/>
                <a:gd name="connsiteX3" fmla="*/ -76 w 212401"/>
                <a:gd name="connsiteY3" fmla="*/ 107304 h 215254"/>
                <a:gd name="connsiteX4" fmla="*/ 103507 w 212401"/>
                <a:gd name="connsiteY4" fmla="*/ -141 h 215254"/>
                <a:gd name="connsiteX5" fmla="*/ 179670 w 212401"/>
                <a:gd name="connsiteY5" fmla="*/ 34788 h 215254"/>
                <a:gd name="connsiteX6" fmla="*/ 179670 w 212401"/>
                <a:gd name="connsiteY6" fmla="*/ 3941 h 215254"/>
                <a:gd name="connsiteX7" fmla="*/ 212325 w 212401"/>
                <a:gd name="connsiteY7" fmla="*/ 3941 h 215254"/>
                <a:gd name="connsiteX8" fmla="*/ 212325 w 212401"/>
                <a:gd name="connsiteY8" fmla="*/ 210857 h 215254"/>
                <a:gd name="connsiteX9" fmla="*/ 33626 w 212401"/>
                <a:gd name="connsiteY9" fmla="*/ 107304 h 215254"/>
                <a:gd name="connsiteX10" fmla="*/ 107886 w 212401"/>
                <a:gd name="connsiteY10" fmla="*/ 184376 h 215254"/>
                <a:gd name="connsiteX11" fmla="*/ 181669 w 212401"/>
                <a:gd name="connsiteY11" fmla="*/ 107304 h 215254"/>
                <a:gd name="connsiteX12" fmla="*/ 107886 w 212401"/>
                <a:gd name="connsiteY12" fmla="*/ 30422 h 215254"/>
                <a:gd name="connsiteX13" fmla="*/ 33626 w 212401"/>
                <a:gd name="connsiteY13" fmla="*/ 107589 h 215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2401" h="215254">
                  <a:moveTo>
                    <a:pt x="179670" y="210857"/>
                  </a:moveTo>
                  <a:lnTo>
                    <a:pt x="179670" y="180010"/>
                  </a:lnTo>
                  <a:cubicBezTo>
                    <a:pt x="161452" y="203259"/>
                    <a:pt x="133069" y="216275"/>
                    <a:pt x="103507" y="214938"/>
                  </a:cubicBezTo>
                  <a:cubicBezTo>
                    <a:pt x="45051" y="214938"/>
                    <a:pt x="-76" y="169569"/>
                    <a:pt x="-76" y="107304"/>
                  </a:cubicBezTo>
                  <a:cubicBezTo>
                    <a:pt x="-76" y="45039"/>
                    <a:pt x="45051" y="-141"/>
                    <a:pt x="103507" y="-141"/>
                  </a:cubicBezTo>
                  <a:cubicBezTo>
                    <a:pt x="133051" y="-1382"/>
                    <a:pt x="161391" y="11615"/>
                    <a:pt x="179670" y="34788"/>
                  </a:cubicBezTo>
                  <a:lnTo>
                    <a:pt x="179670" y="3941"/>
                  </a:lnTo>
                  <a:lnTo>
                    <a:pt x="212325" y="3941"/>
                  </a:lnTo>
                  <a:lnTo>
                    <a:pt x="212325" y="210857"/>
                  </a:lnTo>
                  <a:close/>
                  <a:moveTo>
                    <a:pt x="33626" y="107304"/>
                  </a:moveTo>
                  <a:cubicBezTo>
                    <a:pt x="33626" y="150111"/>
                    <a:pt x="63806" y="184376"/>
                    <a:pt x="107886" y="184376"/>
                  </a:cubicBezTo>
                  <a:cubicBezTo>
                    <a:pt x="151965" y="184376"/>
                    <a:pt x="181669" y="151155"/>
                    <a:pt x="181669" y="107304"/>
                  </a:cubicBezTo>
                  <a:cubicBezTo>
                    <a:pt x="181669" y="63453"/>
                    <a:pt x="151014" y="30422"/>
                    <a:pt x="107886" y="30422"/>
                  </a:cubicBezTo>
                  <a:cubicBezTo>
                    <a:pt x="64758" y="30422"/>
                    <a:pt x="33626" y="64972"/>
                    <a:pt x="33626" y="107589"/>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32" name="Freeform 31">
              <a:extLst>
                <a:ext uri="{FF2B5EF4-FFF2-40B4-BE49-F238E27FC236}">
                  <a16:creationId xmlns:a16="http://schemas.microsoft.com/office/drawing/2014/main" id="{67360E98-5B1D-C151-5E14-957097967FEE}"/>
                </a:ext>
              </a:extLst>
            </p:cNvPr>
            <p:cNvSpPr/>
            <p:nvPr/>
          </p:nvSpPr>
          <p:spPr>
            <a:xfrm>
              <a:off x="6674300" y="1713505"/>
              <a:ext cx="32369" cy="314266"/>
            </a:xfrm>
            <a:custGeom>
              <a:avLst/>
              <a:gdLst>
                <a:gd name="connsiteX0" fmla="*/ -76 w 32369"/>
                <a:gd name="connsiteY0" fmla="*/ 314044 h 314266"/>
                <a:gd name="connsiteX1" fmla="*/ -76 w 32369"/>
                <a:gd name="connsiteY1" fmla="*/ -222 h 314266"/>
                <a:gd name="connsiteX2" fmla="*/ 32293 w 32369"/>
                <a:gd name="connsiteY2" fmla="*/ -222 h 314266"/>
                <a:gd name="connsiteX3" fmla="*/ 32293 w 32369"/>
                <a:gd name="connsiteY3" fmla="*/ 314044 h 314266"/>
              </a:gdLst>
              <a:ahLst/>
              <a:cxnLst>
                <a:cxn ang="0">
                  <a:pos x="connsiteX0" y="connsiteY0"/>
                </a:cxn>
                <a:cxn ang="0">
                  <a:pos x="connsiteX1" y="connsiteY1"/>
                </a:cxn>
                <a:cxn ang="0">
                  <a:pos x="connsiteX2" y="connsiteY2"/>
                </a:cxn>
                <a:cxn ang="0">
                  <a:pos x="connsiteX3" y="connsiteY3"/>
                </a:cxn>
              </a:cxnLst>
              <a:rect l="l" t="t" r="r" b="b"/>
              <a:pathLst>
                <a:path w="32369" h="314266">
                  <a:moveTo>
                    <a:pt x="-76" y="314044"/>
                  </a:moveTo>
                  <a:lnTo>
                    <a:pt x="-76" y="-222"/>
                  </a:lnTo>
                  <a:lnTo>
                    <a:pt x="32293" y="-222"/>
                  </a:lnTo>
                  <a:lnTo>
                    <a:pt x="32293" y="314044"/>
                  </a:ln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grpSp>
    </p:spTree>
    <p:extLst>
      <p:ext uri="{BB962C8B-B14F-4D97-AF65-F5344CB8AC3E}">
        <p14:creationId xmlns:p14="http://schemas.microsoft.com/office/powerpoint/2010/main" val="1806990371"/>
      </p:ext>
    </p:extLst>
  </p:cSld>
  <p:clrMapOvr>
    <a:masterClrMapping/>
  </p:clrMapOvr>
  <p:extLst>
    <p:ext uri="{DCECCB84-F9BA-43D5-87BE-67443E8EF086}">
      <p15:sldGuideLst xmlns:p15="http://schemas.microsoft.com/office/powerpoint/2012/main">
        <p15:guide id="1" orient="horz" pos="60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cSld name="Cover 4">
    <p:spTree>
      <p:nvGrpSpPr>
        <p:cNvPr id="1" name=""/>
        <p:cNvGrpSpPr/>
        <p:nvPr/>
      </p:nvGrpSpPr>
      <p:grpSpPr>
        <a:xfrm>
          <a:off x="0" y="0"/>
          <a:ext cx="0" cy="0"/>
          <a:chOff x="0" y="0"/>
          <a:chExt cx="0" cy="0"/>
        </a:xfrm>
      </p:grpSpPr>
      <p:sp>
        <p:nvSpPr>
          <p:cNvPr id="7" name="Graphic 5">
            <a:extLst>
              <a:ext uri="{FF2B5EF4-FFF2-40B4-BE49-F238E27FC236}">
                <a16:creationId xmlns:a16="http://schemas.microsoft.com/office/drawing/2014/main" id="{9226FC55-B901-90DD-6BAE-976F80C04952}"/>
              </a:ext>
            </a:extLst>
          </p:cNvPr>
          <p:cNvSpPr/>
          <p:nvPr/>
        </p:nvSpPr>
        <p:spPr>
          <a:xfrm rot="5400000" flipV="1">
            <a:off x="7944872" y="2610872"/>
            <a:ext cx="6858000" cy="1636256"/>
          </a:xfrm>
          <a:custGeom>
            <a:avLst/>
            <a:gdLst>
              <a:gd name="connsiteX0" fmla="*/ 5421961 w 7772400"/>
              <a:gd name="connsiteY0" fmla="*/ 497855 h 1361717"/>
              <a:gd name="connsiteX1" fmla="*/ 3494603 w 7772400"/>
              <a:gd name="connsiteY1" fmla="*/ 328845 h 1361717"/>
              <a:gd name="connsiteX2" fmla="*/ 0 w 7772400"/>
              <a:gd name="connsiteY2" fmla="*/ 1361717 h 1361717"/>
              <a:gd name="connsiteX3" fmla="*/ 7772400 w 7772400"/>
              <a:gd name="connsiteY3" fmla="*/ 1361717 h 1361717"/>
              <a:gd name="connsiteX4" fmla="*/ 7772400 w 7772400"/>
              <a:gd name="connsiteY4" fmla="*/ 0 h 1361717"/>
              <a:gd name="connsiteX5" fmla="*/ 5421961 w 7772400"/>
              <a:gd name="connsiteY5" fmla="*/ 497855 h 136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72400" h="1361717">
                <a:moveTo>
                  <a:pt x="5421961" y="497855"/>
                </a:moveTo>
                <a:cubicBezTo>
                  <a:pt x="4775910" y="483928"/>
                  <a:pt x="4140193" y="353546"/>
                  <a:pt x="3494603" y="328845"/>
                </a:cubicBezTo>
                <a:cubicBezTo>
                  <a:pt x="2230153" y="280472"/>
                  <a:pt x="955589" y="667216"/>
                  <a:pt x="0" y="1361717"/>
                </a:cubicBezTo>
                <a:lnTo>
                  <a:pt x="7772400" y="1361717"/>
                </a:lnTo>
                <a:lnTo>
                  <a:pt x="7772400" y="0"/>
                </a:lnTo>
                <a:cubicBezTo>
                  <a:pt x="7061762" y="340101"/>
                  <a:pt x="6239814" y="515484"/>
                  <a:pt x="5421961" y="497855"/>
                </a:cubicBezTo>
                <a:close/>
              </a:path>
            </a:pathLst>
          </a:custGeom>
          <a:solidFill>
            <a:srgbClr val="EAEEF1"/>
          </a:solidFill>
          <a:ln w="2189" cap="flat">
            <a:noFill/>
            <a:prstDash val="solid"/>
            <a:miter/>
          </a:ln>
        </p:spPr>
        <p:txBody>
          <a:bodyPr rtlCol="0" anchor="ctr"/>
          <a:lstStyle/>
          <a:p>
            <a:endParaRPr lang="en-US"/>
          </a:p>
        </p:txBody>
      </p:sp>
      <p:sp>
        <p:nvSpPr>
          <p:cNvPr id="5" name="Freeform 4">
            <a:extLst>
              <a:ext uri="{FF2B5EF4-FFF2-40B4-BE49-F238E27FC236}">
                <a16:creationId xmlns:a16="http://schemas.microsoft.com/office/drawing/2014/main" id="{77184136-9517-E461-99D6-BC1059E370FF}"/>
              </a:ext>
            </a:extLst>
          </p:cNvPr>
          <p:cNvSpPr/>
          <p:nvPr/>
        </p:nvSpPr>
        <p:spPr>
          <a:xfrm flipH="1" flipV="1">
            <a:off x="9634662" y="-1"/>
            <a:ext cx="2557338" cy="6858000"/>
          </a:xfrm>
          <a:custGeom>
            <a:avLst/>
            <a:gdLst>
              <a:gd name="connsiteX0" fmla="*/ 156098 w 2583471"/>
              <a:gd name="connsiteY0" fmla="*/ 6909028 h 6909028"/>
              <a:gd name="connsiteX1" fmla="*/ 0 w 2583471"/>
              <a:gd name="connsiteY1" fmla="*/ 6909028 h 6909028"/>
              <a:gd name="connsiteX2" fmla="*/ 0 w 2583471"/>
              <a:gd name="connsiteY2" fmla="*/ 0 h 6909028"/>
              <a:gd name="connsiteX3" fmla="*/ 2583471 w 2583471"/>
              <a:gd name="connsiteY3" fmla="*/ 0 h 6909028"/>
              <a:gd name="connsiteX4" fmla="*/ 2577175 w 2583471"/>
              <a:gd name="connsiteY4" fmla="*/ 10681 h 6909028"/>
              <a:gd name="connsiteX5" fmla="*/ 1023486 w 2583471"/>
              <a:gd name="connsiteY5" fmla="*/ 1379147 h 6909028"/>
              <a:gd name="connsiteX6" fmla="*/ 582471 w 2583471"/>
              <a:gd name="connsiteY6" fmla="*/ 3335174 h 6909028"/>
              <a:gd name="connsiteX7" fmla="*/ 564551 w 2583471"/>
              <a:gd name="connsiteY7" fmla="*/ 5463770 h 6909028"/>
              <a:gd name="connsiteX8" fmla="*/ 241847 w 2583471"/>
              <a:gd name="connsiteY8" fmla="*/ 6756934 h 6909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83471" h="6909028">
                <a:moveTo>
                  <a:pt x="156098" y="6909028"/>
                </a:moveTo>
                <a:lnTo>
                  <a:pt x="0" y="6909028"/>
                </a:lnTo>
                <a:lnTo>
                  <a:pt x="0" y="0"/>
                </a:lnTo>
                <a:lnTo>
                  <a:pt x="2583471" y="0"/>
                </a:lnTo>
                <a:lnTo>
                  <a:pt x="2577175" y="10681"/>
                </a:lnTo>
                <a:cubicBezTo>
                  <a:pt x="2151191" y="674527"/>
                  <a:pt x="1451060" y="717877"/>
                  <a:pt x="1023486" y="1379147"/>
                </a:cubicBezTo>
                <a:cubicBezTo>
                  <a:pt x="703479" y="1874088"/>
                  <a:pt x="598127" y="2625341"/>
                  <a:pt x="582471" y="3335174"/>
                </a:cubicBezTo>
                <a:cubicBezTo>
                  <a:pt x="566814" y="4045005"/>
                  <a:pt x="625055" y="4760111"/>
                  <a:pt x="564551" y="5463770"/>
                </a:cubicBezTo>
                <a:cubicBezTo>
                  <a:pt x="524845" y="5925545"/>
                  <a:pt x="421076" y="6396876"/>
                  <a:pt x="241847" y="6756934"/>
                </a:cubicBezTo>
                <a:close/>
              </a:path>
            </a:pathLst>
          </a:custGeom>
          <a:solidFill>
            <a:schemeClr val="bg2">
              <a:lumMod val="90000"/>
            </a:schemeClr>
          </a:solidFill>
          <a:ln w="3426" cap="flat">
            <a:noFill/>
            <a:prstDash val="solid"/>
            <a:miter/>
          </a:ln>
        </p:spPr>
        <p:txBody>
          <a:bodyPr wrap="square" rtlCol="0" anchor="ctr">
            <a:noAutofit/>
          </a:bodyPr>
          <a:lstStyle/>
          <a:p>
            <a:endParaRPr lang="en-US" b="1" i="0">
              <a:latin typeface="Tenorite" pitchFamily="2" charset="0"/>
            </a:endParaRPr>
          </a:p>
        </p:txBody>
      </p:sp>
      <p:sp>
        <p:nvSpPr>
          <p:cNvPr id="18" name="TextBox 17">
            <a:extLst>
              <a:ext uri="{FF2B5EF4-FFF2-40B4-BE49-F238E27FC236}">
                <a16:creationId xmlns:a16="http://schemas.microsoft.com/office/drawing/2014/main" id="{A71C14EA-FB80-DE44-BCF7-F3EF94E40F18}"/>
              </a:ext>
            </a:extLst>
          </p:cNvPr>
          <p:cNvSpPr txBox="1"/>
          <p:nvPr/>
        </p:nvSpPr>
        <p:spPr>
          <a:xfrm>
            <a:off x="9597794" y="6531309"/>
            <a:ext cx="2213206" cy="191268"/>
          </a:xfrm>
          <a:prstGeom prst="rect">
            <a:avLst/>
          </a:prstGeom>
          <a:noFill/>
        </p:spPr>
        <p:txBody>
          <a:bodyPr wrap="square" lIns="0" tIns="0" rIns="0" bIns="0" rtlCol="0" anchor="b" anchorCtr="0">
            <a:noAutofit/>
          </a:bodyPr>
          <a:lstStyle/>
          <a:p>
            <a:pPr algn="r"/>
            <a:r>
              <a:rPr lang="en-GB" sz="800" b="0" i="0">
                <a:solidFill>
                  <a:schemeClr val="accent1"/>
                </a:solidFill>
                <a:latin typeface="Tenorite" pitchFamily="2" charset="0"/>
              </a:rPr>
              <a:t>Copyright © </a:t>
            </a:r>
            <a:fld id="{ED4B1A3B-EE59-4ABB-86F6-9B7AF49FEF00}" type="datetimeyyyy">
              <a:rPr lang="en-US" sz="800" b="0" i="0" smtClean="0">
                <a:solidFill>
                  <a:schemeClr val="accent1"/>
                </a:solidFill>
                <a:latin typeface="Tenorite" pitchFamily="2" charset="0"/>
              </a:rPr>
              <a:t>2026</a:t>
            </a:fld>
            <a:r>
              <a:rPr lang="en-GB" sz="800" b="0" i="0">
                <a:solidFill>
                  <a:schemeClr val="accent1"/>
                </a:solidFill>
                <a:latin typeface="Tenorite" pitchFamily="2" charset="0"/>
              </a:rPr>
              <a:t> BTS</a:t>
            </a:r>
          </a:p>
        </p:txBody>
      </p:sp>
      <p:sp>
        <p:nvSpPr>
          <p:cNvPr id="2" name="Title 1">
            <a:extLst>
              <a:ext uri="{FF2B5EF4-FFF2-40B4-BE49-F238E27FC236}">
                <a16:creationId xmlns:a16="http://schemas.microsoft.com/office/drawing/2014/main" id="{4F570170-7B18-11BD-0FDE-E6A094524D6F}"/>
              </a:ext>
            </a:extLst>
          </p:cNvPr>
          <p:cNvSpPr>
            <a:spLocks noGrp="1"/>
          </p:cNvSpPr>
          <p:nvPr>
            <p:ph type="title" hasCustomPrompt="1"/>
          </p:nvPr>
        </p:nvSpPr>
        <p:spPr>
          <a:xfrm>
            <a:off x="777817" y="1277738"/>
            <a:ext cx="10083545" cy="1994940"/>
          </a:xfrm>
          <a:prstGeom prst="rect">
            <a:avLst/>
          </a:prstGeom>
          <a:noFill/>
        </p:spPr>
        <p:txBody>
          <a:bodyPr lIns="0" tIns="0" rIns="0" bIns="0" anchor="b">
            <a:normAutofit/>
          </a:bodyPr>
          <a:lstStyle>
            <a:lvl1pPr>
              <a:lnSpc>
                <a:spcPct val="100000"/>
              </a:lnSpc>
              <a:defRPr sz="4800" b="1" i="0" spc="10" baseline="0">
                <a:solidFill>
                  <a:schemeClr val="accent1"/>
                </a:solidFill>
                <a:latin typeface="Tenorite" pitchFamily="2" charset="0"/>
                <a:ea typeface="Verdana" panose="020B0604030504040204" pitchFamily="34" charset="0"/>
                <a:cs typeface="Tenorite" panose="00000500000000000000" pitchFamily="2" charset="0"/>
              </a:defRPr>
            </a:lvl1pPr>
          </a:lstStyle>
          <a:p>
            <a:r>
              <a:rPr lang="en-US"/>
              <a:t>Click to edit title </a:t>
            </a:r>
            <a:br>
              <a:rPr lang="en-US"/>
            </a:br>
            <a:r>
              <a:rPr lang="en-US"/>
              <a:t>(sentence case)</a:t>
            </a:r>
          </a:p>
        </p:txBody>
      </p:sp>
      <p:sp>
        <p:nvSpPr>
          <p:cNvPr id="4" name="Text Placeholder 3">
            <a:extLst>
              <a:ext uri="{FF2B5EF4-FFF2-40B4-BE49-F238E27FC236}">
                <a16:creationId xmlns:a16="http://schemas.microsoft.com/office/drawing/2014/main" id="{03DA3250-48BA-1A25-603F-8C2C9A7000C2}"/>
              </a:ext>
            </a:extLst>
          </p:cNvPr>
          <p:cNvSpPr>
            <a:spLocks noGrp="1"/>
          </p:cNvSpPr>
          <p:nvPr>
            <p:ph type="body" sz="quarter" idx="10" hasCustomPrompt="1"/>
          </p:nvPr>
        </p:nvSpPr>
        <p:spPr>
          <a:xfrm>
            <a:off x="777817" y="4975826"/>
            <a:ext cx="5046862" cy="1208871"/>
          </a:xfrm>
          <a:prstGeom prst="rect">
            <a:avLst/>
          </a:prstGeom>
        </p:spPr>
        <p:txBody>
          <a:bodyPr lIns="0" rIns="0" bIns="0" anchor="b"/>
          <a:lstStyle>
            <a:lvl1pPr marL="0" indent="0" algn="l">
              <a:spcBef>
                <a:spcPts val="600"/>
              </a:spcBef>
              <a:buNone/>
              <a:defRPr sz="1600" b="0" i="0">
                <a:solidFill>
                  <a:schemeClr val="accent1"/>
                </a:solidFill>
                <a:latin typeface="Tenorite" pitchFamily="2" charset="0"/>
                <a:ea typeface="Verdana" panose="020B0604030504040204" pitchFamily="34" charset="0"/>
                <a:cs typeface="Tenorite" panose="00000500000000000000" pitchFamily="2" charset="0"/>
              </a:defRPr>
            </a:lvl1pPr>
          </a:lstStyle>
          <a:p>
            <a:pPr lvl="0"/>
            <a:r>
              <a:rPr lang="en-US"/>
              <a:t>Click to edit presenter name</a:t>
            </a:r>
          </a:p>
        </p:txBody>
      </p:sp>
      <p:grpSp>
        <p:nvGrpSpPr>
          <p:cNvPr id="41" name="Group 40">
            <a:extLst>
              <a:ext uri="{FF2B5EF4-FFF2-40B4-BE49-F238E27FC236}">
                <a16:creationId xmlns:a16="http://schemas.microsoft.com/office/drawing/2014/main" id="{BD1AB9D4-41AC-3412-2485-97F378C44438}"/>
              </a:ext>
            </a:extLst>
          </p:cNvPr>
          <p:cNvGrpSpPr/>
          <p:nvPr/>
        </p:nvGrpSpPr>
        <p:grpSpPr>
          <a:xfrm>
            <a:off x="380999" y="304800"/>
            <a:ext cx="1494599" cy="406032"/>
            <a:chOff x="55677" y="311884"/>
            <a:chExt cx="6650992" cy="1806849"/>
          </a:xfrm>
        </p:grpSpPr>
        <p:sp>
          <p:nvSpPr>
            <p:cNvPr id="42" name="Freeform 41">
              <a:extLst>
                <a:ext uri="{FF2B5EF4-FFF2-40B4-BE49-F238E27FC236}">
                  <a16:creationId xmlns:a16="http://schemas.microsoft.com/office/drawing/2014/main" id="{3F203A1A-0D6F-BB20-0C67-081E9553D4E1}"/>
                </a:ext>
              </a:extLst>
            </p:cNvPr>
            <p:cNvSpPr/>
            <p:nvPr/>
          </p:nvSpPr>
          <p:spPr>
            <a:xfrm>
              <a:off x="821884" y="972782"/>
              <a:ext cx="537334" cy="535704"/>
            </a:xfrm>
            <a:custGeom>
              <a:avLst/>
              <a:gdLst>
                <a:gd name="connsiteX0" fmla="*/ 195950 w 537334"/>
                <a:gd name="connsiteY0" fmla="*/ 267535 h 535704"/>
                <a:gd name="connsiteX1" fmla="*/ 268592 w 537334"/>
                <a:gd name="connsiteY1" fmla="*/ 195114 h 535704"/>
                <a:gd name="connsiteX2" fmla="*/ 341233 w 537334"/>
                <a:gd name="connsiteY2" fmla="*/ 267535 h 535704"/>
                <a:gd name="connsiteX3" fmla="*/ 268592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2" y="195114"/>
                  </a:cubicBezTo>
                  <a:cubicBezTo>
                    <a:pt x="308710" y="195114"/>
                    <a:pt x="341233" y="227538"/>
                    <a:pt x="341233" y="267535"/>
                  </a:cubicBezTo>
                  <a:cubicBezTo>
                    <a:pt x="341233" y="307532"/>
                    <a:pt x="308710" y="339956"/>
                    <a:pt x="268592" y="339956"/>
                  </a:cubicBezTo>
                  <a:cubicBezTo>
                    <a:pt x="228495" y="339904"/>
                    <a:pt x="196003" y="307510"/>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rgbClr val="CD1D6A"/>
            </a:solidFill>
            <a:ln w="9511" cap="flat">
              <a:noFill/>
              <a:prstDash val="solid"/>
              <a:miter/>
            </a:ln>
          </p:spPr>
          <p:txBody>
            <a:bodyPr rtlCol="0" anchor="ctr"/>
            <a:lstStyle/>
            <a:p>
              <a:endParaRPr lang="en-US" b="1" i="0">
                <a:latin typeface="Tenorite" pitchFamily="2" charset="0"/>
              </a:endParaRPr>
            </a:p>
          </p:txBody>
        </p:sp>
        <p:sp>
          <p:nvSpPr>
            <p:cNvPr id="43" name="Freeform 42">
              <a:extLst>
                <a:ext uri="{FF2B5EF4-FFF2-40B4-BE49-F238E27FC236}">
                  <a16:creationId xmlns:a16="http://schemas.microsoft.com/office/drawing/2014/main" id="{37F025FB-5A4D-BA39-6BF1-BA69684A209D}"/>
                </a:ext>
              </a:extLst>
            </p:cNvPr>
            <p:cNvSpPr/>
            <p:nvPr/>
          </p:nvSpPr>
          <p:spPr>
            <a:xfrm>
              <a:off x="55677" y="972782"/>
              <a:ext cx="537334" cy="535704"/>
            </a:xfrm>
            <a:custGeom>
              <a:avLst/>
              <a:gdLst>
                <a:gd name="connsiteX0" fmla="*/ 195950 w 537334"/>
                <a:gd name="connsiteY0" fmla="*/ 267535 h 535704"/>
                <a:gd name="connsiteX1" fmla="*/ 268591 w 537334"/>
                <a:gd name="connsiteY1" fmla="*/ 195114 h 535704"/>
                <a:gd name="connsiteX2" fmla="*/ 341232 w 537334"/>
                <a:gd name="connsiteY2" fmla="*/ 267535 h 535704"/>
                <a:gd name="connsiteX3" fmla="*/ 268591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1" y="195114"/>
                  </a:cubicBezTo>
                  <a:cubicBezTo>
                    <a:pt x="308710" y="195114"/>
                    <a:pt x="341232" y="227538"/>
                    <a:pt x="341232" y="267535"/>
                  </a:cubicBezTo>
                  <a:cubicBezTo>
                    <a:pt x="341232" y="307532"/>
                    <a:pt x="308710" y="339956"/>
                    <a:pt x="268591" y="339956"/>
                  </a:cubicBezTo>
                  <a:cubicBezTo>
                    <a:pt x="228473" y="339956"/>
                    <a:pt x="195950" y="307532"/>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rgbClr val="CD1D6A"/>
            </a:solidFill>
            <a:ln w="9511" cap="flat">
              <a:noFill/>
              <a:prstDash val="solid"/>
              <a:miter/>
            </a:ln>
          </p:spPr>
          <p:txBody>
            <a:bodyPr rtlCol="0" anchor="ctr"/>
            <a:lstStyle/>
            <a:p>
              <a:endParaRPr lang="en-US" b="1" i="0">
                <a:latin typeface="Tenorite" pitchFamily="2" charset="0"/>
              </a:endParaRPr>
            </a:p>
          </p:txBody>
        </p:sp>
        <p:sp>
          <p:nvSpPr>
            <p:cNvPr id="44" name="Freeform 43">
              <a:extLst>
                <a:ext uri="{FF2B5EF4-FFF2-40B4-BE49-F238E27FC236}">
                  <a16:creationId xmlns:a16="http://schemas.microsoft.com/office/drawing/2014/main" id="{02696E94-D77A-6245-75FA-E85FD38513A4}"/>
                </a:ext>
              </a:extLst>
            </p:cNvPr>
            <p:cNvSpPr/>
            <p:nvPr/>
          </p:nvSpPr>
          <p:spPr>
            <a:xfrm>
              <a:off x="1633122" y="516712"/>
              <a:ext cx="655673" cy="969280"/>
            </a:xfrm>
            <a:custGeom>
              <a:avLst/>
              <a:gdLst>
                <a:gd name="connsiteX0" fmla="*/ 655598 w 655673"/>
                <a:gd name="connsiteY0" fmla="*/ 635619 h 969280"/>
                <a:gd name="connsiteX1" fmla="*/ 337710 w 655673"/>
                <a:gd name="connsiteY1" fmla="*/ 302180 h 969280"/>
                <a:gd name="connsiteX2" fmla="*/ 138637 w 655673"/>
                <a:gd name="connsiteY2" fmla="*/ 394153 h 969280"/>
                <a:gd name="connsiteX3" fmla="*/ 138637 w 655673"/>
                <a:gd name="connsiteY3" fmla="*/ -222 h 969280"/>
                <a:gd name="connsiteX4" fmla="*/ -76 w 655673"/>
                <a:gd name="connsiteY4" fmla="*/ -222 h 969280"/>
                <a:gd name="connsiteX5" fmla="*/ -76 w 655673"/>
                <a:gd name="connsiteY5" fmla="*/ 952542 h 969280"/>
                <a:gd name="connsiteX6" fmla="*/ 138637 w 655673"/>
                <a:gd name="connsiteY6" fmla="*/ 952542 h 969280"/>
                <a:gd name="connsiteX7" fmla="*/ 138637 w 655673"/>
                <a:gd name="connsiteY7" fmla="*/ 877085 h 969280"/>
                <a:gd name="connsiteX8" fmla="*/ 337710 w 655673"/>
                <a:gd name="connsiteY8" fmla="*/ 969058 h 969280"/>
                <a:gd name="connsiteX9" fmla="*/ 655598 w 655673"/>
                <a:gd name="connsiteY9" fmla="*/ 635619 h 969280"/>
                <a:gd name="connsiteX10" fmla="*/ 512791 w 655673"/>
                <a:gd name="connsiteY10" fmla="*/ 635619 h 969280"/>
                <a:gd name="connsiteX11" fmla="*/ 321049 w 655673"/>
                <a:gd name="connsiteY11" fmla="*/ 838738 h 969280"/>
                <a:gd name="connsiteX12" fmla="*/ 129212 w 655673"/>
                <a:gd name="connsiteY12" fmla="*/ 635619 h 969280"/>
                <a:gd name="connsiteX13" fmla="*/ 321049 w 655673"/>
                <a:gd name="connsiteY13" fmla="*/ 432499 h 969280"/>
                <a:gd name="connsiteX14" fmla="*/ 512791 w 655673"/>
                <a:gd name="connsiteY14" fmla="*/ 635619 h 96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5673" h="969280">
                  <a:moveTo>
                    <a:pt x="655598" y="635619"/>
                  </a:moveTo>
                  <a:cubicBezTo>
                    <a:pt x="655598" y="441801"/>
                    <a:pt x="515552" y="302180"/>
                    <a:pt x="337710" y="302180"/>
                  </a:cubicBezTo>
                  <a:cubicBezTo>
                    <a:pt x="246789" y="302180"/>
                    <a:pt x="183098" y="338532"/>
                    <a:pt x="138637" y="394153"/>
                  </a:cubicBezTo>
                  <a:lnTo>
                    <a:pt x="138637" y="-222"/>
                  </a:lnTo>
                  <a:lnTo>
                    <a:pt x="-76" y="-222"/>
                  </a:lnTo>
                  <a:lnTo>
                    <a:pt x="-76" y="952542"/>
                  </a:lnTo>
                  <a:lnTo>
                    <a:pt x="138637" y="952542"/>
                  </a:lnTo>
                  <a:lnTo>
                    <a:pt x="138637" y="877085"/>
                  </a:lnTo>
                  <a:cubicBezTo>
                    <a:pt x="183098" y="932705"/>
                    <a:pt x="246789" y="969058"/>
                    <a:pt x="337710" y="969058"/>
                  </a:cubicBezTo>
                  <a:cubicBezTo>
                    <a:pt x="515552" y="969058"/>
                    <a:pt x="655598" y="829437"/>
                    <a:pt x="655598" y="635619"/>
                  </a:cubicBezTo>
                  <a:moveTo>
                    <a:pt x="512791" y="635619"/>
                  </a:moveTo>
                  <a:cubicBezTo>
                    <a:pt x="512791" y="746765"/>
                    <a:pt x="440435" y="838738"/>
                    <a:pt x="321049" y="838738"/>
                  </a:cubicBezTo>
                  <a:cubicBezTo>
                    <a:pt x="206804" y="838738"/>
                    <a:pt x="129212" y="751416"/>
                    <a:pt x="129212" y="635619"/>
                  </a:cubicBezTo>
                  <a:cubicBezTo>
                    <a:pt x="129212" y="519821"/>
                    <a:pt x="206899" y="432499"/>
                    <a:pt x="321049" y="432499"/>
                  </a:cubicBezTo>
                  <a:cubicBezTo>
                    <a:pt x="440435" y="432499"/>
                    <a:pt x="512791" y="524472"/>
                    <a:pt x="512791" y="635619"/>
                  </a:cubicBezTo>
                </a:path>
              </a:pathLst>
            </a:custGeom>
            <a:solidFill>
              <a:srgbClr val="23272A"/>
            </a:solidFill>
            <a:ln w="9511" cap="flat">
              <a:noFill/>
              <a:prstDash val="solid"/>
              <a:miter/>
            </a:ln>
          </p:spPr>
          <p:txBody>
            <a:bodyPr rtlCol="0" anchor="ctr"/>
            <a:lstStyle/>
            <a:p>
              <a:endParaRPr lang="en-US" b="1" i="0">
                <a:latin typeface="Tenorite" pitchFamily="2" charset="0"/>
              </a:endParaRPr>
            </a:p>
          </p:txBody>
        </p:sp>
        <p:sp>
          <p:nvSpPr>
            <p:cNvPr id="45" name="Freeform 44">
              <a:extLst>
                <a:ext uri="{FF2B5EF4-FFF2-40B4-BE49-F238E27FC236}">
                  <a16:creationId xmlns:a16="http://schemas.microsoft.com/office/drawing/2014/main" id="{D7A4FDF6-EB46-99E4-DAC2-679A54503870}"/>
                </a:ext>
              </a:extLst>
            </p:cNvPr>
            <p:cNvSpPr/>
            <p:nvPr/>
          </p:nvSpPr>
          <p:spPr>
            <a:xfrm>
              <a:off x="2403803" y="643804"/>
              <a:ext cx="423565" cy="842282"/>
            </a:xfrm>
            <a:custGeom>
              <a:avLst/>
              <a:gdLst>
                <a:gd name="connsiteX0" fmla="*/ 382837 w 423565"/>
                <a:gd name="connsiteY0" fmla="*/ 317366 h 842282"/>
                <a:gd name="connsiteX1" fmla="*/ 382837 w 423565"/>
                <a:gd name="connsiteY1" fmla="*/ 191603 h 842282"/>
                <a:gd name="connsiteX2" fmla="*/ 139303 w 423565"/>
                <a:gd name="connsiteY2" fmla="*/ 191603 h 842282"/>
                <a:gd name="connsiteX3" fmla="*/ 139303 w 423565"/>
                <a:gd name="connsiteY3" fmla="*/ -222 h 842282"/>
                <a:gd name="connsiteX4" fmla="*/ -76 w 423565"/>
                <a:gd name="connsiteY4" fmla="*/ -222 h 842282"/>
                <a:gd name="connsiteX5" fmla="*/ -76 w 423565"/>
                <a:gd name="connsiteY5" fmla="*/ 595944 h 842282"/>
                <a:gd name="connsiteX6" fmla="*/ 228415 w 423565"/>
                <a:gd name="connsiteY6" fmla="*/ 842060 h 842282"/>
                <a:gd name="connsiteX7" fmla="*/ 423489 w 423565"/>
                <a:gd name="connsiteY7" fmla="*/ 779226 h 842282"/>
                <a:gd name="connsiteX8" fmla="*/ 368461 w 423565"/>
                <a:gd name="connsiteY8" fmla="*/ 668744 h 842282"/>
                <a:gd name="connsiteX9" fmla="*/ 240316 w 423565"/>
                <a:gd name="connsiteY9" fmla="*/ 711741 h 842282"/>
                <a:gd name="connsiteX10" fmla="*/ 139494 w 423565"/>
                <a:gd name="connsiteY10" fmla="*/ 593286 h 842282"/>
                <a:gd name="connsiteX11" fmla="*/ 139494 w 423565"/>
                <a:gd name="connsiteY11" fmla="*/ 317366 h 8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3565" h="842282">
                  <a:moveTo>
                    <a:pt x="382837" y="317366"/>
                  </a:moveTo>
                  <a:lnTo>
                    <a:pt x="382837" y="191603"/>
                  </a:lnTo>
                  <a:lnTo>
                    <a:pt x="139303" y="191603"/>
                  </a:lnTo>
                  <a:lnTo>
                    <a:pt x="139303" y="-222"/>
                  </a:lnTo>
                  <a:lnTo>
                    <a:pt x="-76" y="-222"/>
                  </a:lnTo>
                  <a:lnTo>
                    <a:pt x="-76" y="595944"/>
                  </a:lnTo>
                  <a:cubicBezTo>
                    <a:pt x="-76" y="764704"/>
                    <a:pt x="84180" y="842060"/>
                    <a:pt x="228415" y="842060"/>
                  </a:cubicBezTo>
                  <a:cubicBezTo>
                    <a:pt x="298354" y="841491"/>
                    <a:pt x="366437" y="819561"/>
                    <a:pt x="423489" y="779226"/>
                  </a:cubicBezTo>
                  <a:lnTo>
                    <a:pt x="368461" y="668744"/>
                  </a:lnTo>
                  <a:cubicBezTo>
                    <a:pt x="330379" y="692568"/>
                    <a:pt x="283443" y="711741"/>
                    <a:pt x="240316" y="711741"/>
                  </a:cubicBezTo>
                  <a:cubicBezTo>
                    <a:pt x="184621" y="711741"/>
                    <a:pt x="139494" y="677951"/>
                    <a:pt x="139494" y="593286"/>
                  </a:cubicBezTo>
                  <a:lnTo>
                    <a:pt x="139494" y="317366"/>
                  </a:lnTo>
                  <a:close/>
                </a:path>
              </a:pathLst>
            </a:custGeom>
            <a:solidFill>
              <a:srgbClr val="23272A"/>
            </a:solidFill>
            <a:ln w="9511" cap="flat">
              <a:noFill/>
              <a:prstDash val="solid"/>
              <a:miter/>
            </a:ln>
          </p:spPr>
          <p:txBody>
            <a:bodyPr rtlCol="0" anchor="ctr"/>
            <a:lstStyle/>
            <a:p>
              <a:endParaRPr lang="en-US" b="1" i="0">
                <a:latin typeface="Tenorite" pitchFamily="2" charset="0"/>
              </a:endParaRPr>
            </a:p>
          </p:txBody>
        </p:sp>
        <p:sp>
          <p:nvSpPr>
            <p:cNvPr id="46" name="Freeform 45">
              <a:extLst>
                <a:ext uri="{FF2B5EF4-FFF2-40B4-BE49-F238E27FC236}">
                  <a16:creationId xmlns:a16="http://schemas.microsoft.com/office/drawing/2014/main" id="{DC0F7459-83DB-D051-961A-0543C2C967A0}"/>
                </a:ext>
              </a:extLst>
            </p:cNvPr>
            <p:cNvSpPr/>
            <p:nvPr/>
          </p:nvSpPr>
          <p:spPr>
            <a:xfrm>
              <a:off x="2926571" y="819728"/>
              <a:ext cx="562087" cy="665599"/>
            </a:xfrm>
            <a:custGeom>
              <a:avLst/>
              <a:gdLst>
                <a:gd name="connsiteX0" fmla="*/ 509649 w 562087"/>
                <a:gd name="connsiteY0" fmla="*/ 46621 h 665599"/>
                <a:gd name="connsiteX1" fmla="*/ 288680 w 562087"/>
                <a:gd name="connsiteY1" fmla="*/ -172 h 665599"/>
                <a:gd name="connsiteX2" fmla="*/ 25915 w 562087"/>
                <a:gd name="connsiteY2" fmla="*/ 202947 h 665599"/>
                <a:gd name="connsiteX3" fmla="*/ 241553 w 562087"/>
                <a:gd name="connsiteY3" fmla="*/ 388887 h 665599"/>
                <a:gd name="connsiteX4" fmla="*/ 308196 w 562087"/>
                <a:gd name="connsiteY4" fmla="*/ 397430 h 665599"/>
                <a:gd name="connsiteX5" fmla="*/ 418348 w 562087"/>
                <a:gd name="connsiteY5" fmla="*/ 467573 h 665599"/>
                <a:gd name="connsiteX6" fmla="*/ 273732 w 562087"/>
                <a:gd name="connsiteY6" fmla="*/ 545024 h 665599"/>
                <a:gd name="connsiteX7" fmla="*/ 64282 w 562087"/>
                <a:gd name="connsiteY7" fmla="*/ 480196 h 665599"/>
                <a:gd name="connsiteX8" fmla="*/ -76 w 562087"/>
                <a:gd name="connsiteY8" fmla="*/ 584034 h 665599"/>
                <a:gd name="connsiteX9" fmla="*/ 272685 w 562087"/>
                <a:gd name="connsiteY9" fmla="*/ 665377 h 665599"/>
                <a:gd name="connsiteX10" fmla="*/ 562012 w 562087"/>
                <a:gd name="connsiteY10" fmla="*/ 458271 h 665599"/>
                <a:gd name="connsiteX11" fmla="*/ 341042 w 562087"/>
                <a:gd name="connsiteY11" fmla="*/ 271097 h 665599"/>
                <a:gd name="connsiteX12" fmla="*/ 275351 w 562087"/>
                <a:gd name="connsiteY12" fmla="*/ 261131 h 665599"/>
                <a:gd name="connsiteX13" fmla="*/ 170626 w 562087"/>
                <a:gd name="connsiteY13" fmla="*/ 195639 h 665599"/>
                <a:gd name="connsiteX14" fmla="*/ 290774 w 562087"/>
                <a:gd name="connsiteY14" fmla="*/ 120276 h 665599"/>
                <a:gd name="connsiteX15" fmla="*/ 461095 w 562087"/>
                <a:gd name="connsiteY15" fmla="*/ 160805 h 665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2087" h="665599">
                  <a:moveTo>
                    <a:pt x="509649" y="46621"/>
                  </a:moveTo>
                  <a:cubicBezTo>
                    <a:pt x="440427" y="14752"/>
                    <a:pt x="364919" y="-1238"/>
                    <a:pt x="288680" y="-172"/>
                  </a:cubicBezTo>
                  <a:cubicBezTo>
                    <a:pt x="126832" y="-172"/>
                    <a:pt x="25915" y="77943"/>
                    <a:pt x="25915" y="202947"/>
                  </a:cubicBezTo>
                  <a:cubicBezTo>
                    <a:pt x="25915" y="305456"/>
                    <a:pt x="100270" y="369620"/>
                    <a:pt x="241553" y="388887"/>
                  </a:cubicBezTo>
                  <a:lnTo>
                    <a:pt x="308196" y="397430"/>
                  </a:lnTo>
                  <a:cubicBezTo>
                    <a:pt x="384360" y="408060"/>
                    <a:pt x="418348" y="431220"/>
                    <a:pt x="418348" y="467573"/>
                  </a:cubicBezTo>
                  <a:cubicBezTo>
                    <a:pt x="418348" y="515031"/>
                    <a:pt x="369318" y="545024"/>
                    <a:pt x="273732" y="545024"/>
                  </a:cubicBezTo>
                  <a:cubicBezTo>
                    <a:pt x="170816" y="545024"/>
                    <a:pt x="109124" y="515220"/>
                    <a:pt x="64282" y="480196"/>
                  </a:cubicBezTo>
                  <a:lnTo>
                    <a:pt x="-76" y="584034"/>
                  </a:lnTo>
                  <a:cubicBezTo>
                    <a:pt x="92177" y="652848"/>
                    <a:pt x="207660" y="665377"/>
                    <a:pt x="272685" y="665377"/>
                  </a:cubicBezTo>
                  <a:cubicBezTo>
                    <a:pt x="455859" y="665377"/>
                    <a:pt x="562012" y="579953"/>
                    <a:pt x="562012" y="458271"/>
                  </a:cubicBezTo>
                  <a:cubicBezTo>
                    <a:pt x="562012" y="349782"/>
                    <a:pt x="479755" y="291599"/>
                    <a:pt x="341042" y="271097"/>
                  </a:cubicBezTo>
                  <a:lnTo>
                    <a:pt x="275351" y="261131"/>
                  </a:lnTo>
                  <a:cubicBezTo>
                    <a:pt x="216895" y="252588"/>
                    <a:pt x="170626" y="240629"/>
                    <a:pt x="170626" y="195639"/>
                  </a:cubicBezTo>
                  <a:cubicBezTo>
                    <a:pt x="170626" y="150649"/>
                    <a:pt x="214420" y="120276"/>
                    <a:pt x="290774" y="120276"/>
                  </a:cubicBezTo>
                  <a:cubicBezTo>
                    <a:pt x="349796" y="121531"/>
                    <a:pt x="407867" y="135350"/>
                    <a:pt x="461095" y="160805"/>
                  </a:cubicBezTo>
                  <a:close/>
                </a:path>
              </a:pathLst>
            </a:custGeom>
            <a:solidFill>
              <a:srgbClr val="23272A"/>
            </a:solidFill>
            <a:ln w="9511" cap="flat">
              <a:noFill/>
              <a:prstDash val="solid"/>
              <a:miter/>
            </a:ln>
          </p:spPr>
          <p:txBody>
            <a:bodyPr rtlCol="0" anchor="ctr"/>
            <a:lstStyle/>
            <a:p>
              <a:endParaRPr lang="en-US" b="1" i="0">
                <a:latin typeface="Tenorite" pitchFamily="2" charset="0"/>
              </a:endParaRPr>
            </a:p>
          </p:txBody>
        </p:sp>
        <p:sp>
          <p:nvSpPr>
            <p:cNvPr id="47" name="Freeform 46">
              <a:extLst>
                <a:ext uri="{FF2B5EF4-FFF2-40B4-BE49-F238E27FC236}">
                  <a16:creationId xmlns:a16="http://schemas.microsoft.com/office/drawing/2014/main" id="{02112FFE-B8AC-9923-6B7E-6D5B812B29EF}"/>
                </a:ext>
              </a:extLst>
            </p:cNvPr>
            <p:cNvSpPr/>
            <p:nvPr/>
          </p:nvSpPr>
          <p:spPr>
            <a:xfrm>
              <a:off x="433544" y="311884"/>
              <a:ext cx="537334" cy="535704"/>
            </a:xfrm>
            <a:custGeom>
              <a:avLst/>
              <a:gdLst>
                <a:gd name="connsiteX0" fmla="*/ 268591 w 537334"/>
                <a:gd name="connsiteY0" fmla="*/ -222 h 535704"/>
                <a:gd name="connsiteX1" fmla="*/ -76 w 537334"/>
                <a:gd name="connsiteY1" fmla="*/ 267630 h 535704"/>
                <a:gd name="connsiteX2" fmla="*/ 268591 w 537334"/>
                <a:gd name="connsiteY2" fmla="*/ 535483 h 535704"/>
                <a:gd name="connsiteX3" fmla="*/ 537259 w 537334"/>
                <a:gd name="connsiteY3" fmla="*/ 267630 h 535704"/>
                <a:gd name="connsiteX4" fmla="*/ 537259 w 537334"/>
                <a:gd name="connsiteY4" fmla="*/ 267535 h 535704"/>
                <a:gd name="connsiteX5" fmla="*/ 268687 w 537334"/>
                <a:gd name="connsiteY5" fmla="*/ -222 h 535704"/>
                <a:gd name="connsiteX6" fmla="*/ 268591 w 537334"/>
                <a:gd name="connsiteY6" fmla="*/ -222 h 535704"/>
                <a:gd name="connsiteX7" fmla="*/ 268591 w 537334"/>
                <a:gd name="connsiteY7" fmla="*/ 339956 h 535704"/>
                <a:gd name="connsiteX8" fmla="*/ 195950 w 537334"/>
                <a:gd name="connsiteY8" fmla="*/ 267535 h 535704"/>
                <a:gd name="connsiteX9" fmla="*/ 268591 w 537334"/>
                <a:gd name="connsiteY9" fmla="*/ 195114 h 535704"/>
                <a:gd name="connsiteX10" fmla="*/ 341232 w 537334"/>
                <a:gd name="connsiteY10" fmla="*/ 267535 h 535704"/>
                <a:gd name="connsiteX11" fmla="*/ 268591 w 537334"/>
                <a:gd name="connsiteY11" fmla="*/ 339956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268591" y="-222"/>
                  </a:moveTo>
                  <a:cubicBezTo>
                    <a:pt x="120210" y="-222"/>
                    <a:pt x="-76" y="119699"/>
                    <a:pt x="-76" y="267630"/>
                  </a:cubicBezTo>
                  <a:cubicBezTo>
                    <a:pt x="-76" y="415561"/>
                    <a:pt x="120210" y="535483"/>
                    <a:pt x="268591" y="535483"/>
                  </a:cubicBezTo>
                  <a:cubicBezTo>
                    <a:pt x="416972" y="535483"/>
                    <a:pt x="537259" y="415561"/>
                    <a:pt x="537259" y="267630"/>
                  </a:cubicBezTo>
                  <a:cubicBezTo>
                    <a:pt x="537259" y="267599"/>
                    <a:pt x="537259" y="267567"/>
                    <a:pt x="537259" y="267535"/>
                  </a:cubicBezTo>
                  <a:cubicBezTo>
                    <a:pt x="537259" y="119657"/>
                    <a:pt x="417015" y="-222"/>
                    <a:pt x="268687" y="-222"/>
                  </a:cubicBezTo>
                  <a:cubicBezTo>
                    <a:pt x="268655" y="-222"/>
                    <a:pt x="268623" y="-222"/>
                    <a:pt x="268591" y="-222"/>
                  </a:cubicBezTo>
                  <a:close/>
                  <a:moveTo>
                    <a:pt x="268591" y="339956"/>
                  </a:moveTo>
                  <a:cubicBezTo>
                    <a:pt x="228473" y="339956"/>
                    <a:pt x="195950" y="307532"/>
                    <a:pt x="195950" y="267535"/>
                  </a:cubicBezTo>
                  <a:cubicBezTo>
                    <a:pt x="195950" y="227538"/>
                    <a:pt x="228473" y="195114"/>
                    <a:pt x="268591" y="195114"/>
                  </a:cubicBezTo>
                  <a:cubicBezTo>
                    <a:pt x="308710" y="195114"/>
                    <a:pt x="341232" y="227538"/>
                    <a:pt x="341232" y="267535"/>
                  </a:cubicBezTo>
                  <a:cubicBezTo>
                    <a:pt x="341232" y="307532"/>
                    <a:pt x="308710" y="339956"/>
                    <a:pt x="268591" y="339956"/>
                  </a:cubicBezTo>
                  <a:close/>
                </a:path>
              </a:pathLst>
            </a:custGeom>
            <a:solidFill>
              <a:srgbClr val="CD1D6A"/>
            </a:solidFill>
            <a:ln w="9511" cap="flat">
              <a:noFill/>
              <a:prstDash val="solid"/>
              <a:miter/>
            </a:ln>
          </p:spPr>
          <p:txBody>
            <a:bodyPr rtlCol="0" anchor="ctr"/>
            <a:lstStyle/>
            <a:p>
              <a:endParaRPr lang="en-US" b="1" i="0">
                <a:latin typeface="Tenorite" pitchFamily="2" charset="0"/>
              </a:endParaRPr>
            </a:p>
          </p:txBody>
        </p:sp>
        <p:sp>
          <p:nvSpPr>
            <p:cNvPr id="48" name="Freeform 47">
              <a:extLst>
                <a:ext uri="{FF2B5EF4-FFF2-40B4-BE49-F238E27FC236}">
                  <a16:creationId xmlns:a16="http://schemas.microsoft.com/office/drawing/2014/main" id="{5C11F044-B586-93F8-FFC9-8EA32B52AFB4}"/>
                </a:ext>
              </a:extLst>
            </p:cNvPr>
            <p:cNvSpPr/>
            <p:nvPr/>
          </p:nvSpPr>
          <p:spPr>
            <a:xfrm>
              <a:off x="1633122" y="1718208"/>
              <a:ext cx="241914" cy="313928"/>
            </a:xfrm>
            <a:custGeom>
              <a:avLst/>
              <a:gdLst>
                <a:gd name="connsiteX0" fmla="*/ 125499 w 241914"/>
                <a:gd name="connsiteY0" fmla="*/ 33041 h 313928"/>
                <a:gd name="connsiteX1" fmla="*/ 46193 w 241914"/>
                <a:gd name="connsiteY1" fmla="*/ 88282 h 313928"/>
                <a:gd name="connsiteX2" fmla="*/ 116930 w 241914"/>
                <a:gd name="connsiteY2" fmla="*/ 137923 h 313928"/>
                <a:gd name="connsiteX3" fmla="*/ 146063 w 241914"/>
                <a:gd name="connsiteY3" fmla="*/ 141339 h 313928"/>
                <a:gd name="connsiteX4" fmla="*/ 241839 w 241914"/>
                <a:gd name="connsiteY4" fmla="*/ 221733 h 313928"/>
                <a:gd name="connsiteX5" fmla="*/ 120453 w 241914"/>
                <a:gd name="connsiteY5" fmla="*/ 313707 h 313928"/>
                <a:gd name="connsiteX6" fmla="*/ -76 w 241914"/>
                <a:gd name="connsiteY6" fmla="*/ 274412 h 313928"/>
                <a:gd name="connsiteX7" fmla="*/ 18965 w 241914"/>
                <a:gd name="connsiteY7" fmla="*/ 246411 h 313928"/>
                <a:gd name="connsiteX8" fmla="*/ 119882 w 241914"/>
                <a:gd name="connsiteY8" fmla="*/ 280486 h 313928"/>
                <a:gd name="connsiteX9" fmla="*/ 204899 w 241914"/>
                <a:gd name="connsiteY9" fmla="*/ 224866 h 313928"/>
                <a:gd name="connsiteX10" fmla="*/ 130640 w 241914"/>
                <a:gd name="connsiteY10" fmla="*/ 174845 h 313928"/>
                <a:gd name="connsiteX11" fmla="*/ 99794 w 241914"/>
                <a:gd name="connsiteY11" fmla="*/ 171333 h 313928"/>
                <a:gd name="connsiteX12" fmla="*/ 9254 w 241914"/>
                <a:gd name="connsiteY12" fmla="*/ 90465 h 313928"/>
                <a:gd name="connsiteX13" fmla="*/ 125404 w 241914"/>
                <a:gd name="connsiteY13" fmla="*/ -180 h 313928"/>
                <a:gd name="connsiteX14" fmla="*/ 235650 w 241914"/>
                <a:gd name="connsiteY14" fmla="*/ 33231 h 313928"/>
                <a:gd name="connsiteX15" fmla="*/ 217657 w 241914"/>
                <a:gd name="connsiteY15" fmla="*/ 61705 h 313928"/>
                <a:gd name="connsiteX16" fmla="*/ 125499 w 241914"/>
                <a:gd name="connsiteY16" fmla="*/ 33041 h 313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1914" h="313928">
                  <a:moveTo>
                    <a:pt x="125499" y="33041"/>
                  </a:moveTo>
                  <a:cubicBezTo>
                    <a:pt x="79229" y="33041"/>
                    <a:pt x="46193" y="54017"/>
                    <a:pt x="46193" y="88282"/>
                  </a:cubicBezTo>
                  <a:cubicBezTo>
                    <a:pt x="46193" y="116756"/>
                    <a:pt x="68947" y="132417"/>
                    <a:pt x="116930" y="137923"/>
                  </a:cubicBezTo>
                  <a:lnTo>
                    <a:pt x="146063" y="141339"/>
                  </a:lnTo>
                  <a:cubicBezTo>
                    <a:pt x="196712" y="147699"/>
                    <a:pt x="241839" y="168486"/>
                    <a:pt x="241839" y="221733"/>
                  </a:cubicBezTo>
                  <a:cubicBezTo>
                    <a:pt x="241839" y="282100"/>
                    <a:pt x="186620" y="313707"/>
                    <a:pt x="120453" y="313707"/>
                  </a:cubicBezTo>
                  <a:cubicBezTo>
                    <a:pt x="76183" y="313707"/>
                    <a:pt x="28390" y="298235"/>
                    <a:pt x="-76" y="274412"/>
                  </a:cubicBezTo>
                  <a:lnTo>
                    <a:pt x="18965" y="246411"/>
                  </a:lnTo>
                  <a:cubicBezTo>
                    <a:pt x="47973" y="268445"/>
                    <a:pt x="83414" y="280412"/>
                    <a:pt x="119882" y="280486"/>
                  </a:cubicBezTo>
                  <a:cubicBezTo>
                    <a:pt x="167484" y="280486"/>
                    <a:pt x="204899" y="261503"/>
                    <a:pt x="204899" y="224866"/>
                  </a:cubicBezTo>
                  <a:cubicBezTo>
                    <a:pt x="204899" y="195157"/>
                    <a:pt x="179099" y="180255"/>
                    <a:pt x="130640" y="174845"/>
                  </a:cubicBezTo>
                  <a:lnTo>
                    <a:pt x="99794" y="171333"/>
                  </a:lnTo>
                  <a:cubicBezTo>
                    <a:pt x="47431" y="165448"/>
                    <a:pt x="9254" y="141150"/>
                    <a:pt x="9254" y="90465"/>
                  </a:cubicBezTo>
                  <a:cubicBezTo>
                    <a:pt x="9254" y="32376"/>
                    <a:pt x="61236" y="-180"/>
                    <a:pt x="125404" y="-180"/>
                  </a:cubicBezTo>
                  <a:cubicBezTo>
                    <a:pt x="164782" y="-1022"/>
                    <a:pt x="203404" y="10682"/>
                    <a:pt x="235650" y="33231"/>
                  </a:cubicBezTo>
                  <a:lnTo>
                    <a:pt x="217657" y="61705"/>
                  </a:lnTo>
                  <a:cubicBezTo>
                    <a:pt x="190605" y="42971"/>
                    <a:pt x="158437" y="32966"/>
                    <a:pt x="125499" y="33041"/>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49" name="Freeform 48">
              <a:extLst>
                <a:ext uri="{FF2B5EF4-FFF2-40B4-BE49-F238E27FC236}">
                  <a16:creationId xmlns:a16="http://schemas.microsoft.com/office/drawing/2014/main" id="{E3DB29DF-28B5-A274-B974-2AA0935B09BD}"/>
                </a:ext>
              </a:extLst>
            </p:cNvPr>
            <p:cNvSpPr/>
            <p:nvPr/>
          </p:nvSpPr>
          <p:spPr>
            <a:xfrm>
              <a:off x="1910358" y="1755458"/>
              <a:ext cx="178127" cy="276685"/>
            </a:xfrm>
            <a:custGeom>
              <a:avLst/>
              <a:gdLst>
                <a:gd name="connsiteX0" fmla="*/ 77897 w 178127"/>
                <a:gd name="connsiteY0" fmla="*/ 94978 h 276685"/>
                <a:gd name="connsiteX1" fmla="*/ 77897 w 178127"/>
                <a:gd name="connsiteY1" fmla="*/ 199386 h 276685"/>
                <a:gd name="connsiteX2" fmla="*/ 119120 w 178127"/>
                <a:gd name="connsiteY2" fmla="*/ 245894 h 276685"/>
                <a:gd name="connsiteX3" fmla="*/ 162724 w 178127"/>
                <a:gd name="connsiteY3" fmla="*/ 231277 h 276685"/>
                <a:gd name="connsiteX4" fmla="*/ 178052 w 178127"/>
                <a:gd name="connsiteY4" fmla="*/ 255955 h 276685"/>
                <a:gd name="connsiteX5" fmla="*/ 116454 w 178127"/>
                <a:gd name="connsiteY5" fmla="*/ 276457 h 276685"/>
                <a:gd name="connsiteX6" fmla="*/ 45241 w 178127"/>
                <a:gd name="connsiteY6" fmla="*/ 200525 h 276685"/>
                <a:gd name="connsiteX7" fmla="*/ 45241 w 178127"/>
                <a:gd name="connsiteY7" fmla="*/ 94978 h 276685"/>
                <a:gd name="connsiteX8" fmla="*/ -76 w 178127"/>
                <a:gd name="connsiteY8" fmla="*/ 94978 h 276685"/>
                <a:gd name="connsiteX9" fmla="*/ -76 w 178127"/>
                <a:gd name="connsiteY9" fmla="*/ 65460 h 276685"/>
                <a:gd name="connsiteX10" fmla="*/ 45241 w 178127"/>
                <a:gd name="connsiteY10" fmla="*/ 65460 h 276685"/>
                <a:gd name="connsiteX11" fmla="*/ 45241 w 178127"/>
                <a:gd name="connsiteY11" fmla="*/ -222 h 276685"/>
                <a:gd name="connsiteX12" fmla="*/ 77897 w 178127"/>
                <a:gd name="connsiteY12" fmla="*/ -222 h 276685"/>
                <a:gd name="connsiteX13" fmla="*/ 77897 w 178127"/>
                <a:gd name="connsiteY13" fmla="*/ 65460 h 276685"/>
                <a:gd name="connsiteX14" fmla="*/ 167484 w 178127"/>
                <a:gd name="connsiteY14" fmla="*/ 65460 h 276685"/>
                <a:gd name="connsiteX15" fmla="*/ 167484 w 178127"/>
                <a:gd name="connsiteY15" fmla="*/ 94978 h 2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8127" h="276685">
                  <a:moveTo>
                    <a:pt x="77897" y="94978"/>
                  </a:moveTo>
                  <a:lnTo>
                    <a:pt x="77897" y="199386"/>
                  </a:lnTo>
                  <a:cubicBezTo>
                    <a:pt x="77897" y="231657"/>
                    <a:pt x="95224" y="245894"/>
                    <a:pt x="119120" y="245894"/>
                  </a:cubicBezTo>
                  <a:cubicBezTo>
                    <a:pt x="134818" y="245619"/>
                    <a:pt x="150048" y="240514"/>
                    <a:pt x="162724" y="231277"/>
                  </a:cubicBezTo>
                  <a:lnTo>
                    <a:pt x="178052" y="255955"/>
                  </a:lnTo>
                  <a:cubicBezTo>
                    <a:pt x="160401" y="269472"/>
                    <a:pt x="138710" y="276692"/>
                    <a:pt x="116454" y="276457"/>
                  </a:cubicBezTo>
                  <a:cubicBezTo>
                    <a:pt x="71803" y="276457"/>
                    <a:pt x="45241" y="251969"/>
                    <a:pt x="45241" y="200525"/>
                  </a:cubicBezTo>
                  <a:lnTo>
                    <a:pt x="45241" y="94978"/>
                  </a:lnTo>
                  <a:lnTo>
                    <a:pt x="-76" y="94978"/>
                  </a:lnTo>
                  <a:lnTo>
                    <a:pt x="-76" y="65460"/>
                  </a:lnTo>
                  <a:lnTo>
                    <a:pt x="45241" y="65460"/>
                  </a:lnTo>
                  <a:lnTo>
                    <a:pt x="45241" y="-222"/>
                  </a:lnTo>
                  <a:lnTo>
                    <a:pt x="77897" y="-222"/>
                  </a:lnTo>
                  <a:lnTo>
                    <a:pt x="77897" y="65460"/>
                  </a:lnTo>
                  <a:lnTo>
                    <a:pt x="167484" y="65460"/>
                  </a:lnTo>
                  <a:lnTo>
                    <a:pt x="167484" y="94978"/>
                  </a:ln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50" name="Freeform 49">
              <a:extLst>
                <a:ext uri="{FF2B5EF4-FFF2-40B4-BE49-F238E27FC236}">
                  <a16:creationId xmlns:a16="http://schemas.microsoft.com/office/drawing/2014/main" id="{1456433B-C3FD-86DC-1427-498628D38F5F}"/>
                </a:ext>
              </a:extLst>
            </p:cNvPr>
            <p:cNvSpPr/>
            <p:nvPr/>
          </p:nvSpPr>
          <p:spPr>
            <a:xfrm>
              <a:off x="2135326" y="1816732"/>
              <a:ext cx="132048" cy="211039"/>
            </a:xfrm>
            <a:custGeom>
              <a:avLst/>
              <a:gdLst>
                <a:gd name="connsiteX0" fmla="*/ 131973 w 132048"/>
                <a:gd name="connsiteY0" fmla="*/ 7033 h 211039"/>
                <a:gd name="connsiteX1" fmla="*/ 124071 w 132048"/>
                <a:gd name="connsiteY1" fmla="*/ 39114 h 211039"/>
                <a:gd name="connsiteX2" fmla="*/ 88179 w 132048"/>
                <a:gd name="connsiteY2" fmla="*/ 30857 h 211039"/>
                <a:gd name="connsiteX3" fmla="*/ 32579 w 132048"/>
                <a:gd name="connsiteY3" fmla="*/ 95304 h 211039"/>
                <a:gd name="connsiteX4" fmla="*/ 32579 w 132048"/>
                <a:gd name="connsiteY4" fmla="*/ 210817 h 211039"/>
                <a:gd name="connsiteX5" fmla="*/ -76 w 132048"/>
                <a:gd name="connsiteY5" fmla="*/ 210817 h 211039"/>
                <a:gd name="connsiteX6" fmla="*/ -76 w 132048"/>
                <a:gd name="connsiteY6" fmla="*/ 3901 h 211039"/>
                <a:gd name="connsiteX7" fmla="*/ 32293 w 132048"/>
                <a:gd name="connsiteY7" fmla="*/ 3901 h 211039"/>
                <a:gd name="connsiteX8" fmla="*/ 32293 w 132048"/>
                <a:gd name="connsiteY8" fmla="*/ 32945 h 211039"/>
                <a:gd name="connsiteX9" fmla="*/ 93891 w 132048"/>
                <a:gd name="connsiteY9" fmla="*/ -181 h 211039"/>
                <a:gd name="connsiteX10" fmla="*/ 131973 w 132048"/>
                <a:gd name="connsiteY10" fmla="*/ 7033 h 211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2048" h="211039">
                  <a:moveTo>
                    <a:pt x="131973" y="7033"/>
                  </a:moveTo>
                  <a:lnTo>
                    <a:pt x="124071" y="39114"/>
                  </a:lnTo>
                  <a:cubicBezTo>
                    <a:pt x="112916" y="33612"/>
                    <a:pt x="100625" y="30784"/>
                    <a:pt x="88179" y="30857"/>
                  </a:cubicBezTo>
                  <a:cubicBezTo>
                    <a:pt x="55714" y="30857"/>
                    <a:pt x="32579" y="56199"/>
                    <a:pt x="32579" y="95304"/>
                  </a:cubicBezTo>
                  <a:lnTo>
                    <a:pt x="32579" y="210817"/>
                  </a:lnTo>
                  <a:lnTo>
                    <a:pt x="-76" y="210817"/>
                  </a:lnTo>
                  <a:lnTo>
                    <a:pt x="-76" y="3901"/>
                  </a:lnTo>
                  <a:lnTo>
                    <a:pt x="32293" y="3901"/>
                  </a:lnTo>
                  <a:lnTo>
                    <a:pt x="32293" y="32945"/>
                  </a:lnTo>
                  <a:cubicBezTo>
                    <a:pt x="45748" y="12079"/>
                    <a:pt x="69011" y="-432"/>
                    <a:pt x="93891" y="-181"/>
                  </a:cubicBezTo>
                  <a:cubicBezTo>
                    <a:pt x="106961" y="-579"/>
                    <a:pt x="119960" y="1883"/>
                    <a:pt x="131973" y="7033"/>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51" name="Freeform 50">
              <a:extLst>
                <a:ext uri="{FF2B5EF4-FFF2-40B4-BE49-F238E27FC236}">
                  <a16:creationId xmlns:a16="http://schemas.microsoft.com/office/drawing/2014/main" id="{B8EBBFC3-D30C-C74A-A9E9-1D2B2A2240E4}"/>
                </a:ext>
              </a:extLst>
            </p:cNvPr>
            <p:cNvSpPr/>
            <p:nvPr/>
          </p:nvSpPr>
          <p:spPr>
            <a:xfrm>
              <a:off x="2292224" y="1816698"/>
              <a:ext cx="212496" cy="215242"/>
            </a:xfrm>
            <a:custGeom>
              <a:avLst/>
              <a:gdLst>
                <a:gd name="connsiteX0" fmla="*/ 179765 w 212496"/>
                <a:gd name="connsiteY0" fmla="*/ 210851 h 215242"/>
                <a:gd name="connsiteX1" fmla="*/ 179765 w 212496"/>
                <a:gd name="connsiteY1" fmla="*/ 180004 h 215242"/>
                <a:gd name="connsiteX2" fmla="*/ 103602 w 212496"/>
                <a:gd name="connsiteY2" fmla="*/ 214933 h 215242"/>
                <a:gd name="connsiteX3" fmla="*/ -76 w 212496"/>
                <a:gd name="connsiteY3" fmla="*/ 107298 h 215242"/>
                <a:gd name="connsiteX4" fmla="*/ 103602 w 212496"/>
                <a:gd name="connsiteY4" fmla="*/ -146 h 215242"/>
                <a:gd name="connsiteX5" fmla="*/ 179765 w 212496"/>
                <a:gd name="connsiteY5" fmla="*/ 34782 h 215242"/>
                <a:gd name="connsiteX6" fmla="*/ 179765 w 212496"/>
                <a:gd name="connsiteY6" fmla="*/ 3935 h 215242"/>
                <a:gd name="connsiteX7" fmla="*/ 212420 w 212496"/>
                <a:gd name="connsiteY7" fmla="*/ 3935 h 215242"/>
                <a:gd name="connsiteX8" fmla="*/ 212420 w 212496"/>
                <a:gd name="connsiteY8" fmla="*/ 210851 h 215242"/>
                <a:gd name="connsiteX9" fmla="*/ 33626 w 212496"/>
                <a:gd name="connsiteY9" fmla="*/ 107298 h 215242"/>
                <a:gd name="connsiteX10" fmla="*/ 107886 w 212496"/>
                <a:gd name="connsiteY10" fmla="*/ 184370 h 215242"/>
                <a:gd name="connsiteX11" fmla="*/ 181670 w 212496"/>
                <a:gd name="connsiteY11" fmla="*/ 107298 h 215242"/>
                <a:gd name="connsiteX12" fmla="*/ 107886 w 212496"/>
                <a:gd name="connsiteY12" fmla="*/ 30416 h 215242"/>
                <a:gd name="connsiteX13" fmla="*/ 33626 w 212496"/>
                <a:gd name="connsiteY13" fmla="*/ 107583 h 215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2496" h="215242">
                  <a:moveTo>
                    <a:pt x="179765" y="210851"/>
                  </a:moveTo>
                  <a:lnTo>
                    <a:pt x="179765" y="180004"/>
                  </a:lnTo>
                  <a:cubicBezTo>
                    <a:pt x="161516" y="203215"/>
                    <a:pt x="133155" y="216222"/>
                    <a:pt x="103602" y="214933"/>
                  </a:cubicBezTo>
                  <a:cubicBezTo>
                    <a:pt x="45051" y="214933"/>
                    <a:pt x="-76" y="169563"/>
                    <a:pt x="-76" y="107298"/>
                  </a:cubicBezTo>
                  <a:cubicBezTo>
                    <a:pt x="-76" y="45034"/>
                    <a:pt x="45051" y="-146"/>
                    <a:pt x="103602" y="-146"/>
                  </a:cubicBezTo>
                  <a:cubicBezTo>
                    <a:pt x="133136" y="-1341"/>
                    <a:pt x="161456" y="11647"/>
                    <a:pt x="179765" y="34782"/>
                  </a:cubicBezTo>
                  <a:lnTo>
                    <a:pt x="179765" y="3935"/>
                  </a:lnTo>
                  <a:lnTo>
                    <a:pt x="212420" y="3935"/>
                  </a:lnTo>
                  <a:lnTo>
                    <a:pt x="212420" y="210851"/>
                  </a:lnTo>
                  <a:close/>
                  <a:moveTo>
                    <a:pt x="33626" y="107298"/>
                  </a:moveTo>
                  <a:cubicBezTo>
                    <a:pt x="33626" y="150105"/>
                    <a:pt x="63806" y="184370"/>
                    <a:pt x="107886" y="184370"/>
                  </a:cubicBezTo>
                  <a:cubicBezTo>
                    <a:pt x="151966" y="184370"/>
                    <a:pt x="181670" y="151149"/>
                    <a:pt x="181670" y="107298"/>
                  </a:cubicBezTo>
                  <a:cubicBezTo>
                    <a:pt x="181670" y="63447"/>
                    <a:pt x="151014" y="30416"/>
                    <a:pt x="107886" y="30416"/>
                  </a:cubicBezTo>
                  <a:cubicBezTo>
                    <a:pt x="64758" y="30416"/>
                    <a:pt x="33626" y="64966"/>
                    <a:pt x="33626" y="107583"/>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52" name="Freeform 51">
              <a:extLst>
                <a:ext uri="{FF2B5EF4-FFF2-40B4-BE49-F238E27FC236}">
                  <a16:creationId xmlns:a16="http://schemas.microsoft.com/office/drawing/2014/main" id="{AFC3B208-530D-F5A7-FC1D-4677937B6F67}"/>
                </a:ext>
              </a:extLst>
            </p:cNvPr>
            <p:cNvSpPr/>
            <p:nvPr/>
          </p:nvSpPr>
          <p:spPr>
            <a:xfrm>
              <a:off x="2554607" y="1755458"/>
              <a:ext cx="178127" cy="276685"/>
            </a:xfrm>
            <a:custGeom>
              <a:avLst/>
              <a:gdLst>
                <a:gd name="connsiteX0" fmla="*/ 77992 w 178127"/>
                <a:gd name="connsiteY0" fmla="*/ 94978 h 276685"/>
                <a:gd name="connsiteX1" fmla="*/ 77992 w 178127"/>
                <a:gd name="connsiteY1" fmla="*/ 199386 h 276685"/>
                <a:gd name="connsiteX2" fmla="*/ 119120 w 178127"/>
                <a:gd name="connsiteY2" fmla="*/ 245894 h 276685"/>
                <a:gd name="connsiteX3" fmla="*/ 162724 w 178127"/>
                <a:gd name="connsiteY3" fmla="*/ 231277 h 276685"/>
                <a:gd name="connsiteX4" fmla="*/ 178052 w 178127"/>
                <a:gd name="connsiteY4" fmla="*/ 255955 h 276685"/>
                <a:gd name="connsiteX5" fmla="*/ 116550 w 178127"/>
                <a:gd name="connsiteY5" fmla="*/ 276457 h 276685"/>
                <a:gd name="connsiteX6" fmla="*/ 45336 w 178127"/>
                <a:gd name="connsiteY6" fmla="*/ 200525 h 276685"/>
                <a:gd name="connsiteX7" fmla="*/ 45336 w 178127"/>
                <a:gd name="connsiteY7" fmla="*/ 94978 h 276685"/>
                <a:gd name="connsiteX8" fmla="*/ -76 w 178127"/>
                <a:gd name="connsiteY8" fmla="*/ 94978 h 276685"/>
                <a:gd name="connsiteX9" fmla="*/ -76 w 178127"/>
                <a:gd name="connsiteY9" fmla="*/ 65460 h 276685"/>
                <a:gd name="connsiteX10" fmla="*/ 45336 w 178127"/>
                <a:gd name="connsiteY10" fmla="*/ 65460 h 276685"/>
                <a:gd name="connsiteX11" fmla="*/ 45336 w 178127"/>
                <a:gd name="connsiteY11" fmla="*/ -222 h 276685"/>
                <a:gd name="connsiteX12" fmla="*/ 77992 w 178127"/>
                <a:gd name="connsiteY12" fmla="*/ -222 h 276685"/>
                <a:gd name="connsiteX13" fmla="*/ 77992 w 178127"/>
                <a:gd name="connsiteY13" fmla="*/ 65460 h 276685"/>
                <a:gd name="connsiteX14" fmla="*/ 167579 w 178127"/>
                <a:gd name="connsiteY14" fmla="*/ 65460 h 276685"/>
                <a:gd name="connsiteX15" fmla="*/ 167579 w 178127"/>
                <a:gd name="connsiteY15" fmla="*/ 94978 h 2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8127" h="276685">
                  <a:moveTo>
                    <a:pt x="77992" y="94978"/>
                  </a:moveTo>
                  <a:lnTo>
                    <a:pt x="77992" y="199386"/>
                  </a:lnTo>
                  <a:cubicBezTo>
                    <a:pt x="77992" y="231657"/>
                    <a:pt x="95224" y="245894"/>
                    <a:pt x="119120" y="245894"/>
                  </a:cubicBezTo>
                  <a:cubicBezTo>
                    <a:pt x="134818" y="245619"/>
                    <a:pt x="150048" y="240514"/>
                    <a:pt x="162724" y="231277"/>
                  </a:cubicBezTo>
                  <a:lnTo>
                    <a:pt x="178052" y="255955"/>
                  </a:lnTo>
                  <a:cubicBezTo>
                    <a:pt x="160444" y="269485"/>
                    <a:pt x="138779" y="276708"/>
                    <a:pt x="116550" y="276457"/>
                  </a:cubicBezTo>
                  <a:cubicBezTo>
                    <a:pt x="71803" y="276457"/>
                    <a:pt x="45336" y="251969"/>
                    <a:pt x="45336" y="200525"/>
                  </a:cubicBezTo>
                  <a:lnTo>
                    <a:pt x="45336" y="94978"/>
                  </a:lnTo>
                  <a:lnTo>
                    <a:pt x="-76" y="94978"/>
                  </a:lnTo>
                  <a:lnTo>
                    <a:pt x="-76" y="65460"/>
                  </a:lnTo>
                  <a:lnTo>
                    <a:pt x="45336" y="65460"/>
                  </a:lnTo>
                  <a:lnTo>
                    <a:pt x="45336" y="-222"/>
                  </a:lnTo>
                  <a:lnTo>
                    <a:pt x="77992" y="-222"/>
                  </a:lnTo>
                  <a:lnTo>
                    <a:pt x="77992" y="65460"/>
                  </a:lnTo>
                  <a:lnTo>
                    <a:pt x="167579" y="65460"/>
                  </a:lnTo>
                  <a:lnTo>
                    <a:pt x="167579" y="94978"/>
                  </a:ln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53" name="Freeform 52">
              <a:extLst>
                <a:ext uri="{FF2B5EF4-FFF2-40B4-BE49-F238E27FC236}">
                  <a16:creationId xmlns:a16="http://schemas.microsoft.com/office/drawing/2014/main" id="{17B02242-998B-01D6-4B7C-9D5A54236BE3}"/>
                </a:ext>
              </a:extLst>
            </p:cNvPr>
            <p:cNvSpPr/>
            <p:nvPr/>
          </p:nvSpPr>
          <p:spPr>
            <a:xfrm>
              <a:off x="2763772" y="1817058"/>
              <a:ext cx="200311" cy="215195"/>
            </a:xfrm>
            <a:custGeom>
              <a:avLst/>
              <a:gdLst>
                <a:gd name="connsiteX0" fmla="*/ 200234 w 200311"/>
                <a:gd name="connsiteY0" fmla="*/ 106558 h 215195"/>
                <a:gd name="connsiteX1" fmla="*/ 199663 w 200311"/>
                <a:gd name="connsiteY1" fmla="*/ 118802 h 215195"/>
                <a:gd name="connsiteX2" fmla="*/ 33722 w 200311"/>
                <a:gd name="connsiteY2" fmla="*/ 118802 h 215195"/>
                <a:gd name="connsiteX3" fmla="*/ 107009 w 200311"/>
                <a:gd name="connsiteY3" fmla="*/ 186292 h 215195"/>
                <a:gd name="connsiteX4" fmla="*/ 107124 w 200311"/>
                <a:gd name="connsiteY4" fmla="*/ 186288 h 215195"/>
                <a:gd name="connsiteX5" fmla="*/ 172816 w 200311"/>
                <a:gd name="connsiteY5" fmla="*/ 160281 h 215195"/>
                <a:gd name="connsiteX6" fmla="*/ 190333 w 200311"/>
                <a:gd name="connsiteY6" fmla="*/ 182586 h 215195"/>
                <a:gd name="connsiteX7" fmla="*/ 104649 w 200311"/>
                <a:gd name="connsiteY7" fmla="*/ 214857 h 215195"/>
                <a:gd name="connsiteX8" fmla="*/ -76 w 200311"/>
                <a:gd name="connsiteY8" fmla="*/ 107413 h 215195"/>
                <a:gd name="connsiteX9" fmla="*/ 102840 w 200311"/>
                <a:gd name="connsiteY9" fmla="*/ -222 h 215195"/>
                <a:gd name="connsiteX10" fmla="*/ 200234 w 200311"/>
                <a:gd name="connsiteY10" fmla="*/ 106558 h 215195"/>
                <a:gd name="connsiteX11" fmla="*/ 33722 w 200311"/>
                <a:gd name="connsiteY11" fmla="*/ 92321 h 215195"/>
                <a:gd name="connsiteX12" fmla="*/ 167008 w 200311"/>
                <a:gd name="connsiteY12" fmla="*/ 92321 h 215195"/>
                <a:gd name="connsiteX13" fmla="*/ 102078 w 200311"/>
                <a:gd name="connsiteY13" fmla="*/ 28822 h 215195"/>
                <a:gd name="connsiteX14" fmla="*/ 33722 w 200311"/>
                <a:gd name="connsiteY14" fmla="*/ 92321 h 215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0311" h="215195">
                  <a:moveTo>
                    <a:pt x="200234" y="106558"/>
                  </a:moveTo>
                  <a:cubicBezTo>
                    <a:pt x="200254" y="110647"/>
                    <a:pt x="200064" y="114733"/>
                    <a:pt x="199663" y="118802"/>
                  </a:cubicBezTo>
                  <a:lnTo>
                    <a:pt x="33722" y="118802"/>
                  </a:lnTo>
                  <a:cubicBezTo>
                    <a:pt x="35266" y="157615"/>
                    <a:pt x="68077" y="187832"/>
                    <a:pt x="107009" y="186292"/>
                  </a:cubicBezTo>
                  <a:cubicBezTo>
                    <a:pt x="107047" y="186291"/>
                    <a:pt x="107086" y="186289"/>
                    <a:pt x="107124" y="186288"/>
                  </a:cubicBezTo>
                  <a:cubicBezTo>
                    <a:pt x="131558" y="186344"/>
                    <a:pt x="155077" y="177032"/>
                    <a:pt x="172816" y="160281"/>
                  </a:cubicBezTo>
                  <a:lnTo>
                    <a:pt x="190333" y="182586"/>
                  </a:lnTo>
                  <a:cubicBezTo>
                    <a:pt x="167424" y="204609"/>
                    <a:pt x="136442" y="216278"/>
                    <a:pt x="104649" y="214857"/>
                  </a:cubicBezTo>
                  <a:cubicBezTo>
                    <a:pt x="43337" y="214857"/>
                    <a:pt x="-76" y="171386"/>
                    <a:pt x="-76" y="107413"/>
                  </a:cubicBezTo>
                  <a:cubicBezTo>
                    <a:pt x="-76" y="43439"/>
                    <a:pt x="43908" y="-222"/>
                    <a:pt x="102840" y="-222"/>
                  </a:cubicBezTo>
                  <a:cubicBezTo>
                    <a:pt x="159106" y="-222"/>
                    <a:pt x="199663" y="43629"/>
                    <a:pt x="200234" y="106558"/>
                  </a:cubicBezTo>
                  <a:close/>
                  <a:moveTo>
                    <a:pt x="33722" y="92321"/>
                  </a:moveTo>
                  <a:lnTo>
                    <a:pt x="167008" y="92321"/>
                  </a:lnTo>
                  <a:cubicBezTo>
                    <a:pt x="162819" y="53690"/>
                    <a:pt x="137399" y="28822"/>
                    <a:pt x="102078" y="28822"/>
                  </a:cubicBezTo>
                  <a:cubicBezTo>
                    <a:pt x="63806" y="28822"/>
                    <a:pt x="39053" y="55019"/>
                    <a:pt x="33722" y="92321"/>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54" name="Freeform 53">
              <a:extLst>
                <a:ext uri="{FF2B5EF4-FFF2-40B4-BE49-F238E27FC236}">
                  <a16:creationId xmlns:a16="http://schemas.microsoft.com/office/drawing/2014/main" id="{E86DA03C-6EAD-A364-434B-E4D57F8A1371}"/>
                </a:ext>
              </a:extLst>
            </p:cNvPr>
            <p:cNvSpPr/>
            <p:nvPr/>
          </p:nvSpPr>
          <p:spPr>
            <a:xfrm>
              <a:off x="3009209" y="1816967"/>
              <a:ext cx="209735" cy="301766"/>
            </a:xfrm>
            <a:custGeom>
              <a:avLst/>
              <a:gdLst>
                <a:gd name="connsiteX0" fmla="*/ 176814 w 209735"/>
                <a:gd name="connsiteY0" fmla="*/ 34988 h 301766"/>
                <a:gd name="connsiteX1" fmla="*/ 176814 w 209735"/>
                <a:gd name="connsiteY1" fmla="*/ 3950 h 301766"/>
                <a:gd name="connsiteX2" fmla="*/ 209660 w 209735"/>
                <a:gd name="connsiteY2" fmla="*/ 3950 h 301766"/>
                <a:gd name="connsiteX3" fmla="*/ 209660 w 209735"/>
                <a:gd name="connsiteY3" fmla="*/ 196629 h 301766"/>
                <a:gd name="connsiteX4" fmla="*/ 99889 w 209735"/>
                <a:gd name="connsiteY4" fmla="*/ 301511 h 301766"/>
                <a:gd name="connsiteX5" fmla="*/ 12491 w 209735"/>
                <a:gd name="connsiteY5" fmla="*/ 273701 h 301766"/>
                <a:gd name="connsiteX6" fmla="*/ 26962 w 209735"/>
                <a:gd name="connsiteY6" fmla="*/ 247504 h 301766"/>
                <a:gd name="connsiteX7" fmla="*/ 99889 w 209735"/>
                <a:gd name="connsiteY7" fmla="*/ 271803 h 301766"/>
                <a:gd name="connsiteX8" fmla="*/ 176814 w 209735"/>
                <a:gd name="connsiteY8" fmla="*/ 197958 h 301766"/>
                <a:gd name="connsiteX9" fmla="*/ 176814 w 209735"/>
                <a:gd name="connsiteY9" fmla="*/ 176792 h 301766"/>
                <a:gd name="connsiteX10" fmla="*/ 102745 w 209735"/>
                <a:gd name="connsiteY10" fmla="*/ 211911 h 301766"/>
                <a:gd name="connsiteX11" fmla="*/ -76 w 209735"/>
                <a:gd name="connsiteY11" fmla="*/ 105795 h 301766"/>
                <a:gd name="connsiteX12" fmla="*/ 102745 w 209735"/>
                <a:gd name="connsiteY12" fmla="*/ -131 h 301766"/>
                <a:gd name="connsiteX13" fmla="*/ 176814 w 209735"/>
                <a:gd name="connsiteY13" fmla="*/ 34988 h 301766"/>
                <a:gd name="connsiteX14" fmla="*/ 33246 w 209735"/>
                <a:gd name="connsiteY14" fmla="*/ 106174 h 301766"/>
                <a:gd name="connsiteX15" fmla="*/ 106458 w 209735"/>
                <a:gd name="connsiteY15" fmla="*/ 182107 h 301766"/>
                <a:gd name="connsiteX16" fmla="*/ 173644 w 209735"/>
                <a:gd name="connsiteY16" fmla="*/ 98173 h 301766"/>
                <a:gd name="connsiteX17" fmla="*/ 106458 w 209735"/>
                <a:gd name="connsiteY17" fmla="*/ 31191 h 301766"/>
                <a:gd name="connsiteX18" fmla="*/ 33246 w 209735"/>
                <a:gd name="connsiteY18" fmla="*/ 106174 h 301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9735" h="301766">
                  <a:moveTo>
                    <a:pt x="176814" y="34988"/>
                  </a:moveTo>
                  <a:lnTo>
                    <a:pt x="176814" y="3950"/>
                  </a:lnTo>
                  <a:lnTo>
                    <a:pt x="209660" y="3950"/>
                  </a:lnTo>
                  <a:lnTo>
                    <a:pt x="209660" y="196629"/>
                  </a:lnTo>
                  <a:cubicBezTo>
                    <a:pt x="209660" y="264114"/>
                    <a:pt x="164057" y="301511"/>
                    <a:pt x="99889" y="301511"/>
                  </a:cubicBezTo>
                  <a:cubicBezTo>
                    <a:pt x="68464" y="302191"/>
                    <a:pt x="37709" y="292405"/>
                    <a:pt x="12491" y="273701"/>
                  </a:cubicBezTo>
                  <a:lnTo>
                    <a:pt x="26962" y="247504"/>
                  </a:lnTo>
                  <a:cubicBezTo>
                    <a:pt x="47945" y="263349"/>
                    <a:pt x="73566" y="271886"/>
                    <a:pt x="99889" y="271803"/>
                  </a:cubicBezTo>
                  <a:cubicBezTo>
                    <a:pt x="144825" y="271803"/>
                    <a:pt x="176814" y="246175"/>
                    <a:pt x="176814" y="197958"/>
                  </a:cubicBezTo>
                  <a:lnTo>
                    <a:pt x="176814" y="176792"/>
                  </a:lnTo>
                  <a:cubicBezTo>
                    <a:pt x="159587" y="200133"/>
                    <a:pt x="131777" y="213318"/>
                    <a:pt x="102745" y="211911"/>
                  </a:cubicBezTo>
                  <a:cubicBezTo>
                    <a:pt x="44480" y="211911"/>
                    <a:pt x="-76" y="168439"/>
                    <a:pt x="-76" y="105795"/>
                  </a:cubicBezTo>
                  <a:cubicBezTo>
                    <a:pt x="-76" y="43150"/>
                    <a:pt x="44480" y="-131"/>
                    <a:pt x="102745" y="-131"/>
                  </a:cubicBezTo>
                  <a:cubicBezTo>
                    <a:pt x="131760" y="-1453"/>
                    <a:pt x="159531" y="11714"/>
                    <a:pt x="176814" y="34988"/>
                  </a:cubicBezTo>
                  <a:close/>
                  <a:moveTo>
                    <a:pt x="33246" y="106174"/>
                  </a:moveTo>
                  <a:cubicBezTo>
                    <a:pt x="33246" y="148032"/>
                    <a:pt x="62378" y="182107"/>
                    <a:pt x="106458" y="182107"/>
                  </a:cubicBezTo>
                  <a:cubicBezTo>
                    <a:pt x="148259" y="177426"/>
                    <a:pt x="178339" y="139847"/>
                    <a:pt x="173644" y="98173"/>
                  </a:cubicBezTo>
                  <a:cubicBezTo>
                    <a:pt x="169675" y="62948"/>
                    <a:pt x="141790" y="35148"/>
                    <a:pt x="106458" y="31191"/>
                  </a:cubicBezTo>
                  <a:cubicBezTo>
                    <a:pt x="62378" y="30242"/>
                    <a:pt x="33246" y="64032"/>
                    <a:pt x="33246" y="106174"/>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55" name="Freeform 54">
              <a:extLst>
                <a:ext uri="{FF2B5EF4-FFF2-40B4-BE49-F238E27FC236}">
                  <a16:creationId xmlns:a16="http://schemas.microsoft.com/office/drawing/2014/main" id="{9C8E6FFE-4220-5C61-2C9D-EC61945C3EDE}"/>
                </a:ext>
              </a:extLst>
            </p:cNvPr>
            <p:cNvSpPr/>
            <p:nvPr/>
          </p:nvSpPr>
          <p:spPr>
            <a:xfrm>
              <a:off x="3261977" y="1821234"/>
              <a:ext cx="223064" cy="295093"/>
            </a:xfrm>
            <a:custGeom>
              <a:avLst/>
              <a:gdLst>
                <a:gd name="connsiteX0" fmla="*/ 17823 w 223064"/>
                <a:gd name="connsiteY0" fmla="*/ 294776 h 295093"/>
                <a:gd name="connsiteX1" fmla="*/ 95129 w 223064"/>
                <a:gd name="connsiteY1" fmla="*/ 161894 h 295093"/>
                <a:gd name="connsiteX2" fmla="*/ -76 w 223064"/>
                <a:gd name="connsiteY2" fmla="*/ -222 h 295093"/>
                <a:gd name="connsiteX3" fmla="*/ 36483 w 223064"/>
                <a:gd name="connsiteY3" fmla="*/ -222 h 295093"/>
                <a:gd name="connsiteX4" fmla="*/ 113884 w 223064"/>
                <a:gd name="connsiteY4" fmla="*/ 129528 h 295093"/>
                <a:gd name="connsiteX5" fmla="*/ 187001 w 223064"/>
                <a:gd name="connsiteY5" fmla="*/ -222 h 295093"/>
                <a:gd name="connsiteX6" fmla="*/ 222988 w 223064"/>
                <a:gd name="connsiteY6" fmla="*/ -222 h 295093"/>
                <a:gd name="connsiteX7" fmla="*/ 54000 w 223064"/>
                <a:gd name="connsiteY7" fmla="*/ 294871 h 29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3064" h="295093">
                  <a:moveTo>
                    <a:pt x="17823" y="294776"/>
                  </a:moveTo>
                  <a:lnTo>
                    <a:pt x="95129" y="161894"/>
                  </a:lnTo>
                  <a:lnTo>
                    <a:pt x="-76" y="-222"/>
                  </a:lnTo>
                  <a:lnTo>
                    <a:pt x="36483" y="-222"/>
                  </a:lnTo>
                  <a:lnTo>
                    <a:pt x="113884" y="129528"/>
                  </a:lnTo>
                  <a:lnTo>
                    <a:pt x="187001" y="-222"/>
                  </a:lnTo>
                  <a:lnTo>
                    <a:pt x="222988" y="-222"/>
                  </a:lnTo>
                  <a:lnTo>
                    <a:pt x="54000" y="294871"/>
                  </a:ln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56" name="Freeform 55">
              <a:extLst>
                <a:ext uri="{FF2B5EF4-FFF2-40B4-BE49-F238E27FC236}">
                  <a16:creationId xmlns:a16="http://schemas.microsoft.com/office/drawing/2014/main" id="{BEC0E085-53F2-8674-DFAA-8E1BB025F40B}"/>
                </a:ext>
              </a:extLst>
            </p:cNvPr>
            <p:cNvSpPr/>
            <p:nvPr/>
          </p:nvSpPr>
          <p:spPr>
            <a:xfrm>
              <a:off x="3633465" y="1816691"/>
              <a:ext cx="345116" cy="211080"/>
            </a:xfrm>
            <a:custGeom>
              <a:avLst/>
              <a:gdLst>
                <a:gd name="connsiteX0" fmla="*/ 345041 w 345116"/>
                <a:gd name="connsiteY0" fmla="*/ 82911 h 211080"/>
                <a:gd name="connsiteX1" fmla="*/ 345041 w 345116"/>
                <a:gd name="connsiteY1" fmla="*/ 210858 h 211080"/>
                <a:gd name="connsiteX2" fmla="*/ 312386 w 345116"/>
                <a:gd name="connsiteY2" fmla="*/ 210858 h 211080"/>
                <a:gd name="connsiteX3" fmla="*/ 312386 w 345116"/>
                <a:gd name="connsiteY3" fmla="*/ 93542 h 211080"/>
                <a:gd name="connsiteX4" fmla="*/ 252311 w 345116"/>
                <a:gd name="connsiteY4" fmla="*/ 31087 h 211080"/>
                <a:gd name="connsiteX5" fmla="*/ 188806 w 345116"/>
                <a:gd name="connsiteY5" fmla="*/ 89352 h 211080"/>
                <a:gd name="connsiteX6" fmla="*/ 188810 w 345116"/>
                <a:gd name="connsiteY6" fmla="*/ 94491 h 211080"/>
                <a:gd name="connsiteX7" fmla="*/ 188810 w 345116"/>
                <a:gd name="connsiteY7" fmla="*/ 210858 h 211080"/>
                <a:gd name="connsiteX8" fmla="*/ 156155 w 345116"/>
                <a:gd name="connsiteY8" fmla="*/ 210858 h 211080"/>
                <a:gd name="connsiteX9" fmla="*/ 156155 w 345116"/>
                <a:gd name="connsiteY9" fmla="*/ 93542 h 211080"/>
                <a:gd name="connsiteX10" fmla="*/ 96366 w 345116"/>
                <a:gd name="connsiteY10" fmla="*/ 31087 h 211080"/>
                <a:gd name="connsiteX11" fmla="*/ 32770 w 345116"/>
                <a:gd name="connsiteY11" fmla="*/ 89451 h 211080"/>
                <a:gd name="connsiteX12" fmla="*/ 32770 w 345116"/>
                <a:gd name="connsiteY12" fmla="*/ 94491 h 211080"/>
                <a:gd name="connsiteX13" fmla="*/ 32770 w 345116"/>
                <a:gd name="connsiteY13" fmla="*/ 210858 h 211080"/>
                <a:gd name="connsiteX14" fmla="*/ -76 w 345116"/>
                <a:gd name="connsiteY14" fmla="*/ 210858 h 211080"/>
                <a:gd name="connsiteX15" fmla="*/ -76 w 345116"/>
                <a:gd name="connsiteY15" fmla="*/ 3941 h 211080"/>
                <a:gd name="connsiteX16" fmla="*/ 32389 w 345116"/>
                <a:gd name="connsiteY16" fmla="*/ 3941 h 211080"/>
                <a:gd name="connsiteX17" fmla="*/ 32389 w 345116"/>
                <a:gd name="connsiteY17" fmla="*/ 33460 h 211080"/>
                <a:gd name="connsiteX18" fmla="*/ 102269 w 345116"/>
                <a:gd name="connsiteY18" fmla="*/ -140 h 211080"/>
                <a:gd name="connsiteX19" fmla="*/ 180051 w 345116"/>
                <a:gd name="connsiteY19" fmla="*/ 43236 h 211080"/>
                <a:gd name="connsiteX20" fmla="*/ 258214 w 345116"/>
                <a:gd name="connsiteY20" fmla="*/ -140 h 211080"/>
                <a:gd name="connsiteX21" fmla="*/ 345041 w 345116"/>
                <a:gd name="connsiteY21" fmla="*/ 82911 h 211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45116" h="211080">
                  <a:moveTo>
                    <a:pt x="345041" y="82911"/>
                  </a:moveTo>
                  <a:lnTo>
                    <a:pt x="345041" y="210858"/>
                  </a:lnTo>
                  <a:lnTo>
                    <a:pt x="312386" y="210858"/>
                  </a:lnTo>
                  <a:lnTo>
                    <a:pt x="312386" y="93542"/>
                  </a:lnTo>
                  <a:cubicBezTo>
                    <a:pt x="312386" y="54057"/>
                    <a:pt x="290679" y="31087"/>
                    <a:pt x="252311" y="31087"/>
                  </a:cubicBezTo>
                  <a:cubicBezTo>
                    <a:pt x="218637" y="29693"/>
                    <a:pt x="190204" y="55779"/>
                    <a:pt x="188806" y="89352"/>
                  </a:cubicBezTo>
                  <a:cubicBezTo>
                    <a:pt x="188735" y="91064"/>
                    <a:pt x="188736" y="92779"/>
                    <a:pt x="188810" y="94491"/>
                  </a:cubicBezTo>
                  <a:lnTo>
                    <a:pt x="188810" y="210858"/>
                  </a:lnTo>
                  <a:lnTo>
                    <a:pt x="156155" y="210858"/>
                  </a:lnTo>
                  <a:lnTo>
                    <a:pt x="156155" y="93542"/>
                  </a:lnTo>
                  <a:cubicBezTo>
                    <a:pt x="156155" y="54057"/>
                    <a:pt x="134639" y="31087"/>
                    <a:pt x="96366" y="31087"/>
                  </a:cubicBezTo>
                  <a:cubicBezTo>
                    <a:pt x="62639" y="29695"/>
                    <a:pt x="34165" y="55826"/>
                    <a:pt x="32770" y="89451"/>
                  </a:cubicBezTo>
                  <a:cubicBezTo>
                    <a:pt x="32700" y="91130"/>
                    <a:pt x="32700" y="92812"/>
                    <a:pt x="32770" y="94491"/>
                  </a:cubicBezTo>
                  <a:lnTo>
                    <a:pt x="32770" y="210858"/>
                  </a:lnTo>
                  <a:lnTo>
                    <a:pt x="-76" y="210858"/>
                  </a:lnTo>
                  <a:lnTo>
                    <a:pt x="-76" y="3941"/>
                  </a:lnTo>
                  <a:lnTo>
                    <a:pt x="32389" y="3941"/>
                  </a:lnTo>
                  <a:lnTo>
                    <a:pt x="32389" y="33460"/>
                  </a:lnTo>
                  <a:cubicBezTo>
                    <a:pt x="48532" y="11257"/>
                    <a:pt x="74790" y="-1369"/>
                    <a:pt x="102269" y="-140"/>
                  </a:cubicBezTo>
                  <a:cubicBezTo>
                    <a:pt x="138828" y="-140"/>
                    <a:pt x="166627" y="15996"/>
                    <a:pt x="180051" y="43236"/>
                  </a:cubicBezTo>
                  <a:cubicBezTo>
                    <a:pt x="196426" y="11155"/>
                    <a:pt x="229081" y="-140"/>
                    <a:pt x="258214" y="-140"/>
                  </a:cubicBezTo>
                  <a:cubicBezTo>
                    <a:pt x="309720" y="145"/>
                    <a:pt x="345041" y="32891"/>
                    <a:pt x="345041" y="82911"/>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57" name="Freeform 56">
              <a:extLst>
                <a:ext uri="{FF2B5EF4-FFF2-40B4-BE49-F238E27FC236}">
                  <a16:creationId xmlns:a16="http://schemas.microsoft.com/office/drawing/2014/main" id="{F4254382-EB39-2F3B-C673-2B41C4233613}"/>
                </a:ext>
              </a:extLst>
            </p:cNvPr>
            <p:cNvSpPr/>
            <p:nvPr/>
          </p:nvSpPr>
          <p:spPr>
            <a:xfrm>
              <a:off x="4036276" y="1816698"/>
              <a:ext cx="212496" cy="215242"/>
            </a:xfrm>
            <a:custGeom>
              <a:avLst/>
              <a:gdLst>
                <a:gd name="connsiteX0" fmla="*/ 179766 w 212496"/>
                <a:gd name="connsiteY0" fmla="*/ 210851 h 215242"/>
                <a:gd name="connsiteX1" fmla="*/ 179766 w 212496"/>
                <a:gd name="connsiteY1" fmla="*/ 180004 h 215242"/>
                <a:gd name="connsiteX2" fmla="*/ 103602 w 212496"/>
                <a:gd name="connsiteY2" fmla="*/ 214933 h 215242"/>
                <a:gd name="connsiteX3" fmla="*/ -76 w 212496"/>
                <a:gd name="connsiteY3" fmla="*/ 107298 h 215242"/>
                <a:gd name="connsiteX4" fmla="*/ 103602 w 212496"/>
                <a:gd name="connsiteY4" fmla="*/ -146 h 215242"/>
                <a:gd name="connsiteX5" fmla="*/ 179766 w 212496"/>
                <a:gd name="connsiteY5" fmla="*/ 34782 h 215242"/>
                <a:gd name="connsiteX6" fmla="*/ 179766 w 212496"/>
                <a:gd name="connsiteY6" fmla="*/ 3935 h 215242"/>
                <a:gd name="connsiteX7" fmla="*/ 212421 w 212496"/>
                <a:gd name="connsiteY7" fmla="*/ 3935 h 215242"/>
                <a:gd name="connsiteX8" fmla="*/ 212421 w 212496"/>
                <a:gd name="connsiteY8" fmla="*/ 210851 h 215242"/>
                <a:gd name="connsiteX9" fmla="*/ 33627 w 212496"/>
                <a:gd name="connsiteY9" fmla="*/ 107298 h 215242"/>
                <a:gd name="connsiteX10" fmla="*/ 107886 w 212496"/>
                <a:gd name="connsiteY10" fmla="*/ 184370 h 215242"/>
                <a:gd name="connsiteX11" fmla="*/ 181670 w 212496"/>
                <a:gd name="connsiteY11" fmla="*/ 107298 h 215242"/>
                <a:gd name="connsiteX12" fmla="*/ 108267 w 212496"/>
                <a:gd name="connsiteY12" fmla="*/ 30511 h 215242"/>
                <a:gd name="connsiteX13" fmla="*/ 34007 w 212496"/>
                <a:gd name="connsiteY13" fmla="*/ 107583 h 215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2496" h="215242">
                  <a:moveTo>
                    <a:pt x="179766" y="210851"/>
                  </a:moveTo>
                  <a:lnTo>
                    <a:pt x="179766" y="180004"/>
                  </a:lnTo>
                  <a:cubicBezTo>
                    <a:pt x="161517" y="203215"/>
                    <a:pt x="133155" y="216222"/>
                    <a:pt x="103602" y="214933"/>
                  </a:cubicBezTo>
                  <a:cubicBezTo>
                    <a:pt x="45051" y="214933"/>
                    <a:pt x="-76" y="169563"/>
                    <a:pt x="-76" y="107298"/>
                  </a:cubicBezTo>
                  <a:cubicBezTo>
                    <a:pt x="-76" y="45034"/>
                    <a:pt x="45051" y="-146"/>
                    <a:pt x="103602" y="-146"/>
                  </a:cubicBezTo>
                  <a:cubicBezTo>
                    <a:pt x="133137" y="-1341"/>
                    <a:pt x="161457" y="11647"/>
                    <a:pt x="179766" y="34782"/>
                  </a:cubicBezTo>
                  <a:lnTo>
                    <a:pt x="179766" y="3935"/>
                  </a:lnTo>
                  <a:lnTo>
                    <a:pt x="212421" y="3935"/>
                  </a:lnTo>
                  <a:lnTo>
                    <a:pt x="212421" y="210851"/>
                  </a:lnTo>
                  <a:close/>
                  <a:moveTo>
                    <a:pt x="33627" y="107298"/>
                  </a:moveTo>
                  <a:cubicBezTo>
                    <a:pt x="33627" y="150105"/>
                    <a:pt x="63806" y="184370"/>
                    <a:pt x="107886" y="184370"/>
                  </a:cubicBezTo>
                  <a:cubicBezTo>
                    <a:pt x="151966" y="184370"/>
                    <a:pt x="181670" y="151149"/>
                    <a:pt x="181670" y="107298"/>
                  </a:cubicBezTo>
                  <a:cubicBezTo>
                    <a:pt x="181670" y="63447"/>
                    <a:pt x="151204" y="30511"/>
                    <a:pt x="108267" y="30511"/>
                  </a:cubicBezTo>
                  <a:cubicBezTo>
                    <a:pt x="65330" y="30511"/>
                    <a:pt x="34007" y="64966"/>
                    <a:pt x="34007" y="107583"/>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58" name="Freeform 57">
              <a:extLst>
                <a:ext uri="{FF2B5EF4-FFF2-40B4-BE49-F238E27FC236}">
                  <a16:creationId xmlns:a16="http://schemas.microsoft.com/office/drawing/2014/main" id="{166EDCBB-EA27-D6F4-0858-C39C82874BF8}"/>
                </a:ext>
              </a:extLst>
            </p:cNvPr>
            <p:cNvSpPr/>
            <p:nvPr/>
          </p:nvSpPr>
          <p:spPr>
            <a:xfrm>
              <a:off x="4309609" y="1713505"/>
              <a:ext cx="212496" cy="318434"/>
            </a:xfrm>
            <a:custGeom>
              <a:avLst/>
              <a:gdLst>
                <a:gd name="connsiteX0" fmla="*/ 179766 w 212496"/>
                <a:gd name="connsiteY0" fmla="*/ 138260 h 318434"/>
                <a:gd name="connsiteX1" fmla="*/ 179766 w 212496"/>
                <a:gd name="connsiteY1" fmla="*/ -222 h 318434"/>
                <a:gd name="connsiteX2" fmla="*/ 212421 w 212496"/>
                <a:gd name="connsiteY2" fmla="*/ -222 h 318434"/>
                <a:gd name="connsiteX3" fmla="*/ 212421 w 212496"/>
                <a:gd name="connsiteY3" fmla="*/ 314044 h 318434"/>
                <a:gd name="connsiteX4" fmla="*/ 179766 w 212496"/>
                <a:gd name="connsiteY4" fmla="*/ 314044 h 318434"/>
                <a:gd name="connsiteX5" fmla="*/ 179766 w 212496"/>
                <a:gd name="connsiteY5" fmla="*/ 283196 h 318434"/>
                <a:gd name="connsiteX6" fmla="*/ 103602 w 212496"/>
                <a:gd name="connsiteY6" fmla="*/ 318125 h 318434"/>
                <a:gd name="connsiteX7" fmla="*/ -76 w 212496"/>
                <a:gd name="connsiteY7" fmla="*/ 210491 h 318434"/>
                <a:gd name="connsiteX8" fmla="*/ 103602 w 212496"/>
                <a:gd name="connsiteY8" fmla="*/ 103046 h 318434"/>
                <a:gd name="connsiteX9" fmla="*/ 179766 w 212496"/>
                <a:gd name="connsiteY9" fmla="*/ 138260 h 318434"/>
                <a:gd name="connsiteX10" fmla="*/ 33626 w 212496"/>
                <a:gd name="connsiteY10" fmla="*/ 210775 h 318434"/>
                <a:gd name="connsiteX11" fmla="*/ 107886 w 212496"/>
                <a:gd name="connsiteY11" fmla="*/ 287847 h 318434"/>
                <a:gd name="connsiteX12" fmla="*/ 181765 w 212496"/>
                <a:gd name="connsiteY12" fmla="*/ 210775 h 318434"/>
                <a:gd name="connsiteX13" fmla="*/ 107886 w 212496"/>
                <a:gd name="connsiteY13" fmla="*/ 133894 h 318434"/>
                <a:gd name="connsiteX14" fmla="*/ 33626 w 212496"/>
                <a:gd name="connsiteY14" fmla="*/ 210775 h 318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2496" h="318434">
                  <a:moveTo>
                    <a:pt x="179766" y="138260"/>
                  </a:moveTo>
                  <a:lnTo>
                    <a:pt x="179766" y="-222"/>
                  </a:lnTo>
                  <a:lnTo>
                    <a:pt x="212421" y="-222"/>
                  </a:lnTo>
                  <a:lnTo>
                    <a:pt x="212421" y="314044"/>
                  </a:lnTo>
                  <a:lnTo>
                    <a:pt x="179766" y="314044"/>
                  </a:lnTo>
                  <a:lnTo>
                    <a:pt x="179766" y="283196"/>
                  </a:lnTo>
                  <a:cubicBezTo>
                    <a:pt x="161517" y="306408"/>
                    <a:pt x="133155" y="319414"/>
                    <a:pt x="103602" y="318125"/>
                  </a:cubicBezTo>
                  <a:cubicBezTo>
                    <a:pt x="45146" y="318125"/>
                    <a:pt x="-76" y="272755"/>
                    <a:pt x="-76" y="210491"/>
                  </a:cubicBezTo>
                  <a:cubicBezTo>
                    <a:pt x="-76" y="148226"/>
                    <a:pt x="45146" y="103046"/>
                    <a:pt x="103602" y="103046"/>
                  </a:cubicBezTo>
                  <a:cubicBezTo>
                    <a:pt x="133187" y="101919"/>
                    <a:pt x="161516" y="115018"/>
                    <a:pt x="179766" y="138260"/>
                  </a:cubicBezTo>
                  <a:close/>
                  <a:moveTo>
                    <a:pt x="33626" y="210775"/>
                  </a:moveTo>
                  <a:cubicBezTo>
                    <a:pt x="33626" y="253583"/>
                    <a:pt x="63901" y="287847"/>
                    <a:pt x="107886" y="287847"/>
                  </a:cubicBezTo>
                  <a:cubicBezTo>
                    <a:pt x="151871" y="287847"/>
                    <a:pt x="181765" y="254626"/>
                    <a:pt x="181765" y="210775"/>
                  </a:cubicBezTo>
                  <a:cubicBezTo>
                    <a:pt x="181765" y="166924"/>
                    <a:pt x="151109" y="133894"/>
                    <a:pt x="107886" y="133894"/>
                  </a:cubicBezTo>
                  <a:cubicBezTo>
                    <a:pt x="64663" y="133894"/>
                    <a:pt x="33626" y="168158"/>
                    <a:pt x="33626" y="210775"/>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59" name="Freeform 58">
              <a:extLst>
                <a:ext uri="{FF2B5EF4-FFF2-40B4-BE49-F238E27FC236}">
                  <a16:creationId xmlns:a16="http://schemas.microsoft.com/office/drawing/2014/main" id="{9B36BC30-C5C3-A92F-406D-7B829CB400E8}"/>
                </a:ext>
              </a:extLst>
            </p:cNvPr>
            <p:cNvSpPr/>
            <p:nvPr/>
          </p:nvSpPr>
          <p:spPr>
            <a:xfrm>
              <a:off x="4582750" y="1817058"/>
              <a:ext cx="200786" cy="215195"/>
            </a:xfrm>
            <a:custGeom>
              <a:avLst/>
              <a:gdLst>
                <a:gd name="connsiteX0" fmla="*/ 200710 w 200786"/>
                <a:gd name="connsiteY0" fmla="*/ 106558 h 215195"/>
                <a:gd name="connsiteX1" fmla="*/ 200044 w 200786"/>
                <a:gd name="connsiteY1" fmla="*/ 118802 h 215195"/>
                <a:gd name="connsiteX2" fmla="*/ 33722 w 200786"/>
                <a:gd name="connsiteY2" fmla="*/ 118802 h 215195"/>
                <a:gd name="connsiteX3" fmla="*/ 107009 w 200786"/>
                <a:gd name="connsiteY3" fmla="*/ 186292 h 215195"/>
                <a:gd name="connsiteX4" fmla="*/ 107124 w 200786"/>
                <a:gd name="connsiteY4" fmla="*/ 186288 h 215195"/>
                <a:gd name="connsiteX5" fmla="*/ 172816 w 200786"/>
                <a:gd name="connsiteY5" fmla="*/ 160281 h 215195"/>
                <a:gd name="connsiteX6" fmla="*/ 190333 w 200786"/>
                <a:gd name="connsiteY6" fmla="*/ 182586 h 215195"/>
                <a:gd name="connsiteX7" fmla="*/ 104649 w 200786"/>
                <a:gd name="connsiteY7" fmla="*/ 214857 h 215195"/>
                <a:gd name="connsiteX8" fmla="*/ -76 w 200786"/>
                <a:gd name="connsiteY8" fmla="*/ 107413 h 215195"/>
                <a:gd name="connsiteX9" fmla="*/ 102840 w 200786"/>
                <a:gd name="connsiteY9" fmla="*/ -222 h 215195"/>
                <a:gd name="connsiteX10" fmla="*/ 200710 w 200786"/>
                <a:gd name="connsiteY10" fmla="*/ 106558 h 215195"/>
                <a:gd name="connsiteX11" fmla="*/ 34197 w 200786"/>
                <a:gd name="connsiteY11" fmla="*/ 92321 h 215195"/>
                <a:gd name="connsiteX12" fmla="*/ 167484 w 200786"/>
                <a:gd name="connsiteY12" fmla="*/ 92321 h 215195"/>
                <a:gd name="connsiteX13" fmla="*/ 102650 w 200786"/>
                <a:gd name="connsiteY13" fmla="*/ 28822 h 215195"/>
                <a:gd name="connsiteX14" fmla="*/ 34197 w 200786"/>
                <a:gd name="connsiteY14" fmla="*/ 92321 h 215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0786" h="215195">
                  <a:moveTo>
                    <a:pt x="200710" y="106558"/>
                  </a:moveTo>
                  <a:cubicBezTo>
                    <a:pt x="200702" y="110648"/>
                    <a:pt x="200479" y="114735"/>
                    <a:pt x="200044" y="118802"/>
                  </a:cubicBezTo>
                  <a:lnTo>
                    <a:pt x="33722" y="118802"/>
                  </a:lnTo>
                  <a:cubicBezTo>
                    <a:pt x="35265" y="157615"/>
                    <a:pt x="68077" y="187832"/>
                    <a:pt x="107009" y="186292"/>
                  </a:cubicBezTo>
                  <a:cubicBezTo>
                    <a:pt x="107047" y="186291"/>
                    <a:pt x="107086" y="186289"/>
                    <a:pt x="107124" y="186288"/>
                  </a:cubicBezTo>
                  <a:cubicBezTo>
                    <a:pt x="131558" y="186344"/>
                    <a:pt x="155077" y="177032"/>
                    <a:pt x="172816" y="160281"/>
                  </a:cubicBezTo>
                  <a:lnTo>
                    <a:pt x="190333" y="182586"/>
                  </a:lnTo>
                  <a:cubicBezTo>
                    <a:pt x="167424" y="204609"/>
                    <a:pt x="136442" y="216278"/>
                    <a:pt x="104649" y="214857"/>
                  </a:cubicBezTo>
                  <a:cubicBezTo>
                    <a:pt x="43337" y="214857"/>
                    <a:pt x="-76" y="171386"/>
                    <a:pt x="-76" y="107413"/>
                  </a:cubicBezTo>
                  <a:cubicBezTo>
                    <a:pt x="-76" y="43439"/>
                    <a:pt x="43908" y="-222"/>
                    <a:pt x="102840" y="-222"/>
                  </a:cubicBezTo>
                  <a:cubicBezTo>
                    <a:pt x="159487" y="-222"/>
                    <a:pt x="200044" y="43629"/>
                    <a:pt x="200710" y="106558"/>
                  </a:cubicBezTo>
                  <a:close/>
                  <a:moveTo>
                    <a:pt x="34197" y="92321"/>
                  </a:moveTo>
                  <a:lnTo>
                    <a:pt x="167484" y="92321"/>
                  </a:lnTo>
                  <a:cubicBezTo>
                    <a:pt x="163295" y="53690"/>
                    <a:pt x="137875" y="28822"/>
                    <a:pt x="102650" y="28822"/>
                  </a:cubicBezTo>
                  <a:cubicBezTo>
                    <a:pt x="64187" y="28822"/>
                    <a:pt x="39434" y="55019"/>
                    <a:pt x="34197" y="92321"/>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60" name="Freeform 59">
              <a:extLst>
                <a:ext uri="{FF2B5EF4-FFF2-40B4-BE49-F238E27FC236}">
                  <a16:creationId xmlns:a16="http://schemas.microsoft.com/office/drawing/2014/main" id="{1C4E707D-6B87-DC72-A17F-2ECDE68B2584}"/>
                </a:ext>
              </a:extLst>
            </p:cNvPr>
            <p:cNvSpPr/>
            <p:nvPr/>
          </p:nvSpPr>
          <p:spPr>
            <a:xfrm>
              <a:off x="4961379" y="1816985"/>
              <a:ext cx="212115" cy="298393"/>
            </a:xfrm>
            <a:custGeom>
              <a:avLst/>
              <a:gdLst>
                <a:gd name="connsiteX0" fmla="*/ 212040 w 212115"/>
                <a:gd name="connsiteY0" fmla="*/ 107296 h 298393"/>
                <a:gd name="connsiteX1" fmla="*/ 108362 w 212115"/>
                <a:gd name="connsiteY1" fmla="*/ 214930 h 298393"/>
                <a:gd name="connsiteX2" fmla="*/ 32769 w 212115"/>
                <a:gd name="connsiteY2" fmla="*/ 180191 h 298393"/>
                <a:gd name="connsiteX3" fmla="*/ 32769 w 212115"/>
                <a:gd name="connsiteY3" fmla="*/ 298172 h 298393"/>
                <a:gd name="connsiteX4" fmla="*/ -76 w 212115"/>
                <a:gd name="connsiteY4" fmla="*/ 298172 h 298393"/>
                <a:gd name="connsiteX5" fmla="*/ -76 w 212115"/>
                <a:gd name="connsiteY5" fmla="*/ 3933 h 298393"/>
                <a:gd name="connsiteX6" fmla="*/ 32769 w 212115"/>
                <a:gd name="connsiteY6" fmla="*/ 3933 h 298393"/>
                <a:gd name="connsiteX7" fmla="*/ 32769 w 212115"/>
                <a:gd name="connsiteY7" fmla="*/ 34495 h 298393"/>
                <a:gd name="connsiteX8" fmla="*/ 108362 w 212115"/>
                <a:gd name="connsiteY8" fmla="*/ -149 h 298393"/>
                <a:gd name="connsiteX9" fmla="*/ 212040 w 212115"/>
                <a:gd name="connsiteY9" fmla="*/ 107296 h 298393"/>
                <a:gd name="connsiteX10" fmla="*/ 30580 w 212115"/>
                <a:gd name="connsiteY10" fmla="*/ 107296 h 298393"/>
                <a:gd name="connsiteX11" fmla="*/ 104458 w 212115"/>
                <a:gd name="connsiteY11" fmla="*/ 184367 h 298393"/>
                <a:gd name="connsiteX12" fmla="*/ 178527 w 212115"/>
                <a:gd name="connsiteY12" fmla="*/ 107296 h 298393"/>
                <a:gd name="connsiteX13" fmla="*/ 104458 w 212115"/>
                <a:gd name="connsiteY13" fmla="*/ 30414 h 298393"/>
                <a:gd name="connsiteX14" fmla="*/ 30580 w 212115"/>
                <a:gd name="connsiteY14" fmla="*/ 107296 h 298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2115" h="298393">
                  <a:moveTo>
                    <a:pt x="212040" y="107296"/>
                  </a:moveTo>
                  <a:cubicBezTo>
                    <a:pt x="212040" y="169560"/>
                    <a:pt x="166722" y="214930"/>
                    <a:pt x="108362" y="214930"/>
                  </a:cubicBezTo>
                  <a:cubicBezTo>
                    <a:pt x="79040" y="216078"/>
                    <a:pt x="50938" y="203164"/>
                    <a:pt x="32769" y="180191"/>
                  </a:cubicBezTo>
                  <a:lnTo>
                    <a:pt x="32769" y="298172"/>
                  </a:lnTo>
                  <a:lnTo>
                    <a:pt x="-76" y="298172"/>
                  </a:lnTo>
                  <a:lnTo>
                    <a:pt x="-76" y="3933"/>
                  </a:lnTo>
                  <a:lnTo>
                    <a:pt x="32769" y="3933"/>
                  </a:lnTo>
                  <a:lnTo>
                    <a:pt x="32769" y="34495"/>
                  </a:lnTo>
                  <a:cubicBezTo>
                    <a:pt x="50958" y="11558"/>
                    <a:pt x="79056" y="-1320"/>
                    <a:pt x="108362" y="-149"/>
                  </a:cubicBezTo>
                  <a:cubicBezTo>
                    <a:pt x="166722" y="-149"/>
                    <a:pt x="212040" y="45221"/>
                    <a:pt x="212040" y="107296"/>
                  </a:cubicBezTo>
                  <a:close/>
                  <a:moveTo>
                    <a:pt x="30580" y="107296"/>
                  </a:moveTo>
                  <a:cubicBezTo>
                    <a:pt x="30580" y="151147"/>
                    <a:pt x="61330" y="184367"/>
                    <a:pt x="104458" y="184367"/>
                  </a:cubicBezTo>
                  <a:cubicBezTo>
                    <a:pt x="147586" y="184367"/>
                    <a:pt x="178527" y="150103"/>
                    <a:pt x="178527" y="107296"/>
                  </a:cubicBezTo>
                  <a:cubicBezTo>
                    <a:pt x="178527" y="64489"/>
                    <a:pt x="148538" y="30414"/>
                    <a:pt x="104458" y="30414"/>
                  </a:cubicBezTo>
                  <a:cubicBezTo>
                    <a:pt x="60379" y="30414"/>
                    <a:pt x="30580" y="63540"/>
                    <a:pt x="30580" y="107296"/>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61" name="Freeform 60">
              <a:extLst>
                <a:ext uri="{FF2B5EF4-FFF2-40B4-BE49-F238E27FC236}">
                  <a16:creationId xmlns:a16="http://schemas.microsoft.com/office/drawing/2014/main" id="{AF153678-F618-F027-22D2-6D6B0EC07A19}"/>
                </a:ext>
              </a:extLst>
            </p:cNvPr>
            <p:cNvSpPr/>
            <p:nvPr/>
          </p:nvSpPr>
          <p:spPr>
            <a:xfrm>
              <a:off x="5218812" y="1817058"/>
              <a:ext cx="200310" cy="215175"/>
            </a:xfrm>
            <a:custGeom>
              <a:avLst/>
              <a:gdLst>
                <a:gd name="connsiteX0" fmla="*/ 200234 w 200310"/>
                <a:gd name="connsiteY0" fmla="*/ 106558 h 215175"/>
                <a:gd name="connsiteX1" fmla="*/ 199568 w 200310"/>
                <a:gd name="connsiteY1" fmla="*/ 118802 h 215175"/>
                <a:gd name="connsiteX2" fmla="*/ 33246 w 200310"/>
                <a:gd name="connsiteY2" fmla="*/ 118802 h 215175"/>
                <a:gd name="connsiteX3" fmla="*/ 106533 w 200310"/>
                <a:gd name="connsiteY3" fmla="*/ 186292 h 215175"/>
                <a:gd name="connsiteX4" fmla="*/ 106649 w 200310"/>
                <a:gd name="connsiteY4" fmla="*/ 186288 h 215175"/>
                <a:gd name="connsiteX5" fmla="*/ 172340 w 200310"/>
                <a:gd name="connsiteY5" fmla="*/ 160281 h 215175"/>
                <a:gd name="connsiteX6" fmla="*/ 189857 w 200310"/>
                <a:gd name="connsiteY6" fmla="*/ 182586 h 215175"/>
                <a:gd name="connsiteX7" fmla="*/ 104649 w 200310"/>
                <a:gd name="connsiteY7" fmla="*/ 214857 h 215175"/>
                <a:gd name="connsiteX8" fmla="*/ -76 w 200310"/>
                <a:gd name="connsiteY8" fmla="*/ 107413 h 215175"/>
                <a:gd name="connsiteX9" fmla="*/ 102935 w 200310"/>
                <a:gd name="connsiteY9" fmla="*/ -222 h 215175"/>
                <a:gd name="connsiteX10" fmla="*/ 200234 w 200310"/>
                <a:gd name="connsiteY10" fmla="*/ 106558 h 215175"/>
                <a:gd name="connsiteX11" fmla="*/ 33722 w 200310"/>
                <a:gd name="connsiteY11" fmla="*/ 92321 h 215175"/>
                <a:gd name="connsiteX12" fmla="*/ 167008 w 200310"/>
                <a:gd name="connsiteY12" fmla="*/ 92321 h 215175"/>
                <a:gd name="connsiteX13" fmla="*/ 102174 w 200310"/>
                <a:gd name="connsiteY13" fmla="*/ 28822 h 215175"/>
                <a:gd name="connsiteX14" fmla="*/ 33722 w 200310"/>
                <a:gd name="connsiteY14" fmla="*/ 92321 h 215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0310" h="215175">
                  <a:moveTo>
                    <a:pt x="200234" y="106558"/>
                  </a:moveTo>
                  <a:cubicBezTo>
                    <a:pt x="200226" y="110648"/>
                    <a:pt x="200004" y="114735"/>
                    <a:pt x="199568" y="118802"/>
                  </a:cubicBezTo>
                  <a:lnTo>
                    <a:pt x="33246" y="118802"/>
                  </a:lnTo>
                  <a:cubicBezTo>
                    <a:pt x="34790" y="157615"/>
                    <a:pt x="67602" y="187832"/>
                    <a:pt x="106533" y="186292"/>
                  </a:cubicBezTo>
                  <a:cubicBezTo>
                    <a:pt x="106571" y="186291"/>
                    <a:pt x="106610" y="186289"/>
                    <a:pt x="106649" y="186288"/>
                  </a:cubicBezTo>
                  <a:cubicBezTo>
                    <a:pt x="131082" y="186344"/>
                    <a:pt x="154601" y="177032"/>
                    <a:pt x="172340" y="160281"/>
                  </a:cubicBezTo>
                  <a:lnTo>
                    <a:pt x="189857" y="182586"/>
                  </a:lnTo>
                  <a:cubicBezTo>
                    <a:pt x="167064" y="204487"/>
                    <a:pt x="136280" y="216147"/>
                    <a:pt x="104649" y="214857"/>
                  </a:cubicBezTo>
                  <a:cubicBezTo>
                    <a:pt x="43337" y="214857"/>
                    <a:pt x="-76" y="171386"/>
                    <a:pt x="-76" y="107413"/>
                  </a:cubicBezTo>
                  <a:cubicBezTo>
                    <a:pt x="-76" y="43439"/>
                    <a:pt x="43908" y="-222"/>
                    <a:pt x="102935" y="-222"/>
                  </a:cubicBezTo>
                  <a:cubicBezTo>
                    <a:pt x="158725" y="-222"/>
                    <a:pt x="199568" y="43629"/>
                    <a:pt x="200234" y="106558"/>
                  </a:cubicBezTo>
                  <a:close/>
                  <a:moveTo>
                    <a:pt x="33722" y="92321"/>
                  </a:moveTo>
                  <a:lnTo>
                    <a:pt x="167008" y="92321"/>
                  </a:lnTo>
                  <a:cubicBezTo>
                    <a:pt x="162819" y="53690"/>
                    <a:pt x="137399" y="28822"/>
                    <a:pt x="102174" y="28822"/>
                  </a:cubicBezTo>
                  <a:cubicBezTo>
                    <a:pt x="63521" y="28822"/>
                    <a:pt x="38958" y="55019"/>
                    <a:pt x="33722" y="92321"/>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62" name="Freeform 61">
              <a:extLst>
                <a:ext uri="{FF2B5EF4-FFF2-40B4-BE49-F238E27FC236}">
                  <a16:creationId xmlns:a16="http://schemas.microsoft.com/office/drawing/2014/main" id="{B6D48C05-E324-60DD-64B4-2700D86636CD}"/>
                </a:ext>
              </a:extLst>
            </p:cNvPr>
            <p:cNvSpPr/>
            <p:nvPr/>
          </p:nvSpPr>
          <p:spPr>
            <a:xfrm>
              <a:off x="5479672" y="1816723"/>
              <a:ext cx="132429" cy="211047"/>
            </a:xfrm>
            <a:custGeom>
              <a:avLst/>
              <a:gdLst>
                <a:gd name="connsiteX0" fmla="*/ 132354 w 132429"/>
                <a:gd name="connsiteY0" fmla="*/ 7041 h 211047"/>
                <a:gd name="connsiteX1" fmla="*/ 124452 w 132429"/>
                <a:gd name="connsiteY1" fmla="*/ 39123 h 211047"/>
                <a:gd name="connsiteX2" fmla="*/ 88274 w 132429"/>
                <a:gd name="connsiteY2" fmla="*/ 30485 h 211047"/>
                <a:gd name="connsiteX3" fmla="*/ 32580 w 132429"/>
                <a:gd name="connsiteY3" fmla="*/ 94933 h 211047"/>
                <a:gd name="connsiteX4" fmla="*/ 32580 w 132429"/>
                <a:gd name="connsiteY4" fmla="*/ 210825 h 211047"/>
                <a:gd name="connsiteX5" fmla="*/ -76 w 132429"/>
                <a:gd name="connsiteY5" fmla="*/ 210825 h 211047"/>
                <a:gd name="connsiteX6" fmla="*/ -76 w 132429"/>
                <a:gd name="connsiteY6" fmla="*/ 3909 h 211047"/>
                <a:gd name="connsiteX7" fmla="*/ 32389 w 132429"/>
                <a:gd name="connsiteY7" fmla="*/ 3909 h 211047"/>
                <a:gd name="connsiteX8" fmla="*/ 32389 w 132429"/>
                <a:gd name="connsiteY8" fmla="*/ 32953 h 211047"/>
                <a:gd name="connsiteX9" fmla="*/ 93986 w 132429"/>
                <a:gd name="connsiteY9" fmla="*/ -172 h 211047"/>
                <a:gd name="connsiteX10" fmla="*/ 132354 w 132429"/>
                <a:gd name="connsiteY10" fmla="*/ 7042 h 211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2429" h="211047">
                  <a:moveTo>
                    <a:pt x="132354" y="7041"/>
                  </a:moveTo>
                  <a:lnTo>
                    <a:pt x="124452" y="39123"/>
                  </a:lnTo>
                  <a:cubicBezTo>
                    <a:pt x="113243" y="33445"/>
                    <a:pt x="100847" y="30486"/>
                    <a:pt x="88274" y="30485"/>
                  </a:cubicBezTo>
                  <a:cubicBezTo>
                    <a:pt x="55810" y="30485"/>
                    <a:pt x="32580" y="55828"/>
                    <a:pt x="32580" y="94933"/>
                  </a:cubicBezTo>
                  <a:lnTo>
                    <a:pt x="32580" y="210825"/>
                  </a:lnTo>
                  <a:lnTo>
                    <a:pt x="-76" y="210825"/>
                  </a:lnTo>
                  <a:lnTo>
                    <a:pt x="-76" y="3909"/>
                  </a:lnTo>
                  <a:lnTo>
                    <a:pt x="32389" y="3909"/>
                  </a:lnTo>
                  <a:lnTo>
                    <a:pt x="32389" y="32953"/>
                  </a:lnTo>
                  <a:cubicBezTo>
                    <a:pt x="45830" y="12074"/>
                    <a:pt x="69102" y="-442"/>
                    <a:pt x="93986" y="-172"/>
                  </a:cubicBezTo>
                  <a:cubicBezTo>
                    <a:pt x="107152" y="-612"/>
                    <a:pt x="120253" y="1851"/>
                    <a:pt x="132354" y="7042"/>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63" name="Freeform 62">
              <a:extLst>
                <a:ext uri="{FF2B5EF4-FFF2-40B4-BE49-F238E27FC236}">
                  <a16:creationId xmlns:a16="http://schemas.microsoft.com/office/drawing/2014/main" id="{FA2D99C7-C4BC-48F8-1CB0-BE49330B8557}"/>
                </a:ext>
              </a:extLst>
            </p:cNvPr>
            <p:cNvSpPr/>
            <p:nvPr/>
          </p:nvSpPr>
          <p:spPr>
            <a:xfrm>
              <a:off x="5639331" y="1817512"/>
              <a:ext cx="177937" cy="214453"/>
            </a:xfrm>
            <a:custGeom>
              <a:avLst/>
              <a:gdLst>
                <a:gd name="connsiteX0" fmla="*/ 90464 w 177937"/>
                <a:gd name="connsiteY0" fmla="*/ 27894 h 214453"/>
                <a:gd name="connsiteX1" fmla="*/ 41338 w 177937"/>
                <a:gd name="connsiteY1" fmla="*/ 60450 h 214453"/>
                <a:gd name="connsiteX2" fmla="*/ 83704 w 177937"/>
                <a:gd name="connsiteY2" fmla="*/ 89494 h 214453"/>
                <a:gd name="connsiteX3" fmla="*/ 108172 w 177937"/>
                <a:gd name="connsiteY3" fmla="*/ 92531 h 214453"/>
                <a:gd name="connsiteX4" fmla="*/ 177861 w 177937"/>
                <a:gd name="connsiteY4" fmla="*/ 150240 h 214453"/>
                <a:gd name="connsiteX5" fmla="*/ 86465 w 177937"/>
                <a:gd name="connsiteY5" fmla="*/ 214214 h 214453"/>
                <a:gd name="connsiteX6" fmla="*/ -76 w 177937"/>
                <a:gd name="connsiteY6" fmla="*/ 187732 h 214453"/>
                <a:gd name="connsiteX7" fmla="*/ 15062 w 177937"/>
                <a:gd name="connsiteY7" fmla="*/ 163339 h 214453"/>
                <a:gd name="connsiteX8" fmla="*/ 86941 w 177937"/>
                <a:gd name="connsiteY8" fmla="*/ 185834 h 214453"/>
                <a:gd name="connsiteX9" fmla="*/ 144064 w 177937"/>
                <a:gd name="connsiteY9" fmla="*/ 152423 h 214453"/>
                <a:gd name="connsiteX10" fmla="*/ 100651 w 177937"/>
                <a:gd name="connsiteY10" fmla="*/ 122240 h 214453"/>
                <a:gd name="connsiteX11" fmla="*/ 75897 w 177937"/>
                <a:gd name="connsiteY11" fmla="*/ 119393 h 214453"/>
                <a:gd name="connsiteX12" fmla="*/ 7350 w 177937"/>
                <a:gd name="connsiteY12" fmla="*/ 62443 h 214453"/>
                <a:gd name="connsiteX13" fmla="*/ 90178 w 177937"/>
                <a:gd name="connsiteY13" fmla="*/ -201 h 214453"/>
                <a:gd name="connsiteX14" fmla="*/ 172530 w 177937"/>
                <a:gd name="connsiteY14" fmla="*/ 22294 h 214453"/>
                <a:gd name="connsiteX15" fmla="*/ 158249 w 177937"/>
                <a:gd name="connsiteY15" fmla="*/ 47636 h 214453"/>
                <a:gd name="connsiteX16" fmla="*/ 90464 w 177937"/>
                <a:gd name="connsiteY16" fmla="*/ 27894 h 214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7937" h="214453">
                  <a:moveTo>
                    <a:pt x="90464" y="27894"/>
                  </a:moveTo>
                  <a:cubicBezTo>
                    <a:pt x="60855" y="27894"/>
                    <a:pt x="41338" y="40328"/>
                    <a:pt x="41338" y="60450"/>
                  </a:cubicBezTo>
                  <a:cubicBezTo>
                    <a:pt x="41338" y="77914"/>
                    <a:pt x="56285" y="86172"/>
                    <a:pt x="83704" y="89494"/>
                  </a:cubicBezTo>
                  <a:lnTo>
                    <a:pt x="108172" y="92531"/>
                  </a:lnTo>
                  <a:cubicBezTo>
                    <a:pt x="152251" y="98416"/>
                    <a:pt x="177861" y="116355"/>
                    <a:pt x="177861" y="150240"/>
                  </a:cubicBezTo>
                  <a:cubicBezTo>
                    <a:pt x="177861" y="189535"/>
                    <a:pt x="142350" y="214214"/>
                    <a:pt x="86465" y="214214"/>
                  </a:cubicBezTo>
                  <a:cubicBezTo>
                    <a:pt x="55541" y="214689"/>
                    <a:pt x="25256" y="205422"/>
                    <a:pt x="-76" y="187732"/>
                  </a:cubicBezTo>
                  <a:lnTo>
                    <a:pt x="15062" y="163339"/>
                  </a:lnTo>
                  <a:cubicBezTo>
                    <a:pt x="35594" y="179085"/>
                    <a:pt x="61066" y="187057"/>
                    <a:pt x="86941" y="185834"/>
                  </a:cubicBezTo>
                  <a:cubicBezTo>
                    <a:pt x="121976" y="185834"/>
                    <a:pt x="144064" y="174254"/>
                    <a:pt x="144064" y="152423"/>
                  </a:cubicBezTo>
                  <a:cubicBezTo>
                    <a:pt x="144064" y="135813"/>
                    <a:pt x="130259" y="125752"/>
                    <a:pt x="100651" y="122240"/>
                  </a:cubicBezTo>
                  <a:lnTo>
                    <a:pt x="75897" y="119393"/>
                  </a:lnTo>
                  <a:cubicBezTo>
                    <a:pt x="28295" y="113508"/>
                    <a:pt x="7350" y="93006"/>
                    <a:pt x="7350" y="62443"/>
                  </a:cubicBezTo>
                  <a:cubicBezTo>
                    <a:pt x="7350" y="23148"/>
                    <a:pt x="40195" y="-201"/>
                    <a:pt x="90178" y="-201"/>
                  </a:cubicBezTo>
                  <a:cubicBezTo>
                    <a:pt x="119218" y="-683"/>
                    <a:pt x="147792" y="7122"/>
                    <a:pt x="172530" y="22294"/>
                  </a:cubicBezTo>
                  <a:lnTo>
                    <a:pt x="158249" y="47636"/>
                  </a:lnTo>
                  <a:cubicBezTo>
                    <a:pt x="137944" y="34879"/>
                    <a:pt x="114464" y="28041"/>
                    <a:pt x="90464" y="27894"/>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64" name="Freeform 63">
              <a:extLst>
                <a:ext uri="{FF2B5EF4-FFF2-40B4-BE49-F238E27FC236}">
                  <a16:creationId xmlns:a16="http://schemas.microsoft.com/office/drawing/2014/main" id="{F09AA723-8FC2-76FF-5747-8F62C015B46C}"/>
                </a:ext>
              </a:extLst>
            </p:cNvPr>
            <p:cNvSpPr/>
            <p:nvPr/>
          </p:nvSpPr>
          <p:spPr>
            <a:xfrm>
              <a:off x="5858692" y="1817011"/>
              <a:ext cx="218591" cy="217974"/>
            </a:xfrm>
            <a:custGeom>
              <a:avLst/>
              <a:gdLst>
                <a:gd name="connsiteX0" fmla="*/ 218503 w 218591"/>
                <a:gd name="connsiteY0" fmla="*/ 107270 h 217974"/>
                <a:gd name="connsiteX1" fmla="*/ 110742 w 218591"/>
                <a:gd name="connsiteY1" fmla="*/ 217741 h 217974"/>
                <a:gd name="connsiteX2" fmla="*/ -65 w 218591"/>
                <a:gd name="connsiteY2" fmla="*/ 110307 h 217974"/>
                <a:gd name="connsiteX3" fmla="*/ 107696 w 218591"/>
                <a:gd name="connsiteY3" fmla="*/ -164 h 217974"/>
                <a:gd name="connsiteX4" fmla="*/ 109113 w 218591"/>
                <a:gd name="connsiteY4" fmla="*/ -175 h 217974"/>
                <a:gd name="connsiteX5" fmla="*/ 218468 w 218591"/>
                <a:gd name="connsiteY5" fmla="*/ 102561 h 217974"/>
                <a:gd name="connsiteX6" fmla="*/ 218504 w 218591"/>
                <a:gd name="connsiteY6" fmla="*/ 107270 h 217974"/>
                <a:gd name="connsiteX7" fmla="*/ 33330 w 218591"/>
                <a:gd name="connsiteY7" fmla="*/ 107270 h 217974"/>
                <a:gd name="connsiteX8" fmla="*/ 110440 w 218591"/>
                <a:gd name="connsiteY8" fmla="*/ 182247 h 217974"/>
                <a:gd name="connsiteX9" fmla="*/ 185645 w 218591"/>
                <a:gd name="connsiteY9" fmla="*/ 105372 h 217974"/>
                <a:gd name="connsiteX10" fmla="*/ 109493 w 218591"/>
                <a:gd name="connsiteY10" fmla="*/ 30388 h 217974"/>
                <a:gd name="connsiteX11" fmla="*/ 32933 w 218591"/>
                <a:gd name="connsiteY11" fmla="*/ 103032 h 217974"/>
                <a:gd name="connsiteX12" fmla="*/ 32948 w 218591"/>
                <a:gd name="connsiteY12" fmla="*/ 107270 h 217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8591" h="217974">
                  <a:moveTo>
                    <a:pt x="218503" y="107270"/>
                  </a:moveTo>
                  <a:cubicBezTo>
                    <a:pt x="219345" y="167443"/>
                    <a:pt x="171099" y="216902"/>
                    <a:pt x="110742" y="217741"/>
                  </a:cubicBezTo>
                  <a:cubicBezTo>
                    <a:pt x="50386" y="218580"/>
                    <a:pt x="776" y="170480"/>
                    <a:pt x="-65" y="110307"/>
                  </a:cubicBezTo>
                  <a:cubicBezTo>
                    <a:pt x="-907" y="50134"/>
                    <a:pt x="47340" y="675"/>
                    <a:pt x="107696" y="-164"/>
                  </a:cubicBezTo>
                  <a:cubicBezTo>
                    <a:pt x="108168" y="-171"/>
                    <a:pt x="108641" y="-174"/>
                    <a:pt x="109113" y="-175"/>
                  </a:cubicBezTo>
                  <a:cubicBezTo>
                    <a:pt x="167767" y="-1911"/>
                    <a:pt x="216727" y="44085"/>
                    <a:pt x="218468" y="102561"/>
                  </a:cubicBezTo>
                  <a:cubicBezTo>
                    <a:pt x="218515" y="104130"/>
                    <a:pt x="218527" y="105700"/>
                    <a:pt x="218504" y="107270"/>
                  </a:cubicBezTo>
                  <a:close/>
                  <a:moveTo>
                    <a:pt x="33330" y="107270"/>
                  </a:moveTo>
                  <a:cubicBezTo>
                    <a:pt x="33856" y="149203"/>
                    <a:pt x="68379" y="182771"/>
                    <a:pt x="110440" y="182247"/>
                  </a:cubicBezTo>
                  <a:cubicBezTo>
                    <a:pt x="152500" y="181723"/>
                    <a:pt x="186171" y="147305"/>
                    <a:pt x="185645" y="105372"/>
                  </a:cubicBezTo>
                  <a:cubicBezTo>
                    <a:pt x="185124" y="63811"/>
                    <a:pt x="151184" y="30391"/>
                    <a:pt x="109493" y="30388"/>
                  </a:cubicBezTo>
                  <a:cubicBezTo>
                    <a:pt x="68231" y="29371"/>
                    <a:pt x="33953" y="61895"/>
                    <a:pt x="32933" y="103032"/>
                  </a:cubicBezTo>
                  <a:cubicBezTo>
                    <a:pt x="32898" y="104445"/>
                    <a:pt x="32903" y="105858"/>
                    <a:pt x="32948" y="107270"/>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65" name="Freeform 64">
              <a:extLst>
                <a:ext uri="{FF2B5EF4-FFF2-40B4-BE49-F238E27FC236}">
                  <a16:creationId xmlns:a16="http://schemas.microsoft.com/office/drawing/2014/main" id="{D5045807-166C-7D0E-A9C5-233EA51C9B8F}"/>
                </a:ext>
              </a:extLst>
            </p:cNvPr>
            <p:cNvSpPr/>
            <p:nvPr/>
          </p:nvSpPr>
          <p:spPr>
            <a:xfrm>
              <a:off x="6138203" y="1816698"/>
              <a:ext cx="188790" cy="211073"/>
            </a:xfrm>
            <a:custGeom>
              <a:avLst/>
              <a:gdLst>
                <a:gd name="connsiteX0" fmla="*/ 188714 w 188790"/>
                <a:gd name="connsiteY0" fmla="*/ 82905 h 211073"/>
                <a:gd name="connsiteX1" fmla="*/ 188714 w 188790"/>
                <a:gd name="connsiteY1" fmla="*/ 210851 h 211073"/>
                <a:gd name="connsiteX2" fmla="*/ 156059 w 188790"/>
                <a:gd name="connsiteY2" fmla="*/ 210851 h 211073"/>
                <a:gd name="connsiteX3" fmla="*/ 156059 w 188790"/>
                <a:gd name="connsiteY3" fmla="*/ 93536 h 211073"/>
                <a:gd name="connsiteX4" fmla="*/ 96271 w 188790"/>
                <a:gd name="connsiteY4" fmla="*/ 31081 h 211073"/>
                <a:gd name="connsiteX5" fmla="*/ 32766 w 188790"/>
                <a:gd name="connsiteY5" fmla="*/ 89345 h 211073"/>
                <a:gd name="connsiteX6" fmla="*/ 32770 w 188790"/>
                <a:gd name="connsiteY6" fmla="*/ 94484 h 211073"/>
                <a:gd name="connsiteX7" fmla="*/ 32770 w 188790"/>
                <a:gd name="connsiteY7" fmla="*/ 210851 h 211073"/>
                <a:gd name="connsiteX8" fmla="*/ -76 w 188790"/>
                <a:gd name="connsiteY8" fmla="*/ 210851 h 211073"/>
                <a:gd name="connsiteX9" fmla="*/ -76 w 188790"/>
                <a:gd name="connsiteY9" fmla="*/ 3935 h 211073"/>
                <a:gd name="connsiteX10" fmla="*/ 32293 w 188790"/>
                <a:gd name="connsiteY10" fmla="*/ 3935 h 211073"/>
                <a:gd name="connsiteX11" fmla="*/ 32293 w 188790"/>
                <a:gd name="connsiteY11" fmla="*/ 33454 h 211073"/>
                <a:gd name="connsiteX12" fmla="*/ 102174 w 188790"/>
                <a:gd name="connsiteY12" fmla="*/ -147 h 211073"/>
                <a:gd name="connsiteX13" fmla="*/ 188714 w 188790"/>
                <a:gd name="connsiteY13" fmla="*/ 82905 h 211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8790" h="211073">
                  <a:moveTo>
                    <a:pt x="188714" y="82905"/>
                  </a:moveTo>
                  <a:lnTo>
                    <a:pt x="188714" y="210851"/>
                  </a:lnTo>
                  <a:lnTo>
                    <a:pt x="156059" y="210851"/>
                  </a:lnTo>
                  <a:lnTo>
                    <a:pt x="156059" y="93536"/>
                  </a:lnTo>
                  <a:cubicBezTo>
                    <a:pt x="156059" y="54051"/>
                    <a:pt x="134638" y="31081"/>
                    <a:pt x="96271" y="31081"/>
                  </a:cubicBezTo>
                  <a:cubicBezTo>
                    <a:pt x="62596" y="29687"/>
                    <a:pt x="34164" y="55773"/>
                    <a:pt x="32766" y="89345"/>
                  </a:cubicBezTo>
                  <a:cubicBezTo>
                    <a:pt x="32694" y="91058"/>
                    <a:pt x="32695" y="92772"/>
                    <a:pt x="32770" y="94484"/>
                  </a:cubicBezTo>
                  <a:lnTo>
                    <a:pt x="32770" y="210851"/>
                  </a:lnTo>
                  <a:lnTo>
                    <a:pt x="-76" y="210851"/>
                  </a:lnTo>
                  <a:lnTo>
                    <a:pt x="-76" y="3935"/>
                  </a:lnTo>
                  <a:lnTo>
                    <a:pt x="32293" y="3935"/>
                  </a:lnTo>
                  <a:lnTo>
                    <a:pt x="32293" y="33454"/>
                  </a:lnTo>
                  <a:cubicBezTo>
                    <a:pt x="48471" y="11291"/>
                    <a:pt x="74705" y="-1323"/>
                    <a:pt x="102174" y="-147"/>
                  </a:cubicBezTo>
                  <a:cubicBezTo>
                    <a:pt x="153298" y="138"/>
                    <a:pt x="188714" y="32884"/>
                    <a:pt x="188714" y="82905"/>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66" name="Freeform 65">
              <a:extLst>
                <a:ext uri="{FF2B5EF4-FFF2-40B4-BE49-F238E27FC236}">
                  <a16:creationId xmlns:a16="http://schemas.microsoft.com/office/drawing/2014/main" id="{02DD1059-B8B9-114D-4148-88EF82381A8D}"/>
                </a:ext>
              </a:extLst>
            </p:cNvPr>
            <p:cNvSpPr/>
            <p:nvPr/>
          </p:nvSpPr>
          <p:spPr>
            <a:xfrm>
              <a:off x="6385164" y="1816692"/>
              <a:ext cx="212401" cy="215254"/>
            </a:xfrm>
            <a:custGeom>
              <a:avLst/>
              <a:gdLst>
                <a:gd name="connsiteX0" fmla="*/ 179670 w 212401"/>
                <a:gd name="connsiteY0" fmla="*/ 210857 h 215254"/>
                <a:gd name="connsiteX1" fmla="*/ 179670 w 212401"/>
                <a:gd name="connsiteY1" fmla="*/ 180010 h 215254"/>
                <a:gd name="connsiteX2" fmla="*/ 103507 w 212401"/>
                <a:gd name="connsiteY2" fmla="*/ 214938 h 215254"/>
                <a:gd name="connsiteX3" fmla="*/ -76 w 212401"/>
                <a:gd name="connsiteY3" fmla="*/ 107304 h 215254"/>
                <a:gd name="connsiteX4" fmla="*/ 103507 w 212401"/>
                <a:gd name="connsiteY4" fmla="*/ -141 h 215254"/>
                <a:gd name="connsiteX5" fmla="*/ 179670 w 212401"/>
                <a:gd name="connsiteY5" fmla="*/ 34788 h 215254"/>
                <a:gd name="connsiteX6" fmla="*/ 179670 w 212401"/>
                <a:gd name="connsiteY6" fmla="*/ 3941 h 215254"/>
                <a:gd name="connsiteX7" fmla="*/ 212325 w 212401"/>
                <a:gd name="connsiteY7" fmla="*/ 3941 h 215254"/>
                <a:gd name="connsiteX8" fmla="*/ 212325 w 212401"/>
                <a:gd name="connsiteY8" fmla="*/ 210857 h 215254"/>
                <a:gd name="connsiteX9" fmla="*/ 33626 w 212401"/>
                <a:gd name="connsiteY9" fmla="*/ 107304 h 215254"/>
                <a:gd name="connsiteX10" fmla="*/ 107886 w 212401"/>
                <a:gd name="connsiteY10" fmla="*/ 184376 h 215254"/>
                <a:gd name="connsiteX11" fmla="*/ 181669 w 212401"/>
                <a:gd name="connsiteY11" fmla="*/ 107304 h 215254"/>
                <a:gd name="connsiteX12" fmla="*/ 107886 w 212401"/>
                <a:gd name="connsiteY12" fmla="*/ 30422 h 215254"/>
                <a:gd name="connsiteX13" fmla="*/ 33626 w 212401"/>
                <a:gd name="connsiteY13" fmla="*/ 107589 h 215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2401" h="215254">
                  <a:moveTo>
                    <a:pt x="179670" y="210857"/>
                  </a:moveTo>
                  <a:lnTo>
                    <a:pt x="179670" y="180010"/>
                  </a:lnTo>
                  <a:cubicBezTo>
                    <a:pt x="161452" y="203259"/>
                    <a:pt x="133069" y="216275"/>
                    <a:pt x="103507" y="214938"/>
                  </a:cubicBezTo>
                  <a:cubicBezTo>
                    <a:pt x="45051" y="214938"/>
                    <a:pt x="-76" y="169569"/>
                    <a:pt x="-76" y="107304"/>
                  </a:cubicBezTo>
                  <a:cubicBezTo>
                    <a:pt x="-76" y="45039"/>
                    <a:pt x="45051" y="-141"/>
                    <a:pt x="103507" y="-141"/>
                  </a:cubicBezTo>
                  <a:cubicBezTo>
                    <a:pt x="133051" y="-1382"/>
                    <a:pt x="161391" y="11615"/>
                    <a:pt x="179670" y="34788"/>
                  </a:cubicBezTo>
                  <a:lnTo>
                    <a:pt x="179670" y="3941"/>
                  </a:lnTo>
                  <a:lnTo>
                    <a:pt x="212325" y="3941"/>
                  </a:lnTo>
                  <a:lnTo>
                    <a:pt x="212325" y="210857"/>
                  </a:lnTo>
                  <a:close/>
                  <a:moveTo>
                    <a:pt x="33626" y="107304"/>
                  </a:moveTo>
                  <a:cubicBezTo>
                    <a:pt x="33626" y="150111"/>
                    <a:pt x="63806" y="184376"/>
                    <a:pt x="107886" y="184376"/>
                  </a:cubicBezTo>
                  <a:cubicBezTo>
                    <a:pt x="151965" y="184376"/>
                    <a:pt x="181669" y="151155"/>
                    <a:pt x="181669" y="107304"/>
                  </a:cubicBezTo>
                  <a:cubicBezTo>
                    <a:pt x="181669" y="63453"/>
                    <a:pt x="151014" y="30422"/>
                    <a:pt x="107886" y="30422"/>
                  </a:cubicBezTo>
                  <a:cubicBezTo>
                    <a:pt x="64758" y="30422"/>
                    <a:pt x="33626" y="64972"/>
                    <a:pt x="33626" y="107589"/>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67" name="Freeform 66">
              <a:extLst>
                <a:ext uri="{FF2B5EF4-FFF2-40B4-BE49-F238E27FC236}">
                  <a16:creationId xmlns:a16="http://schemas.microsoft.com/office/drawing/2014/main" id="{3490DAA8-A915-ED13-FD81-ACBACEC0B09E}"/>
                </a:ext>
              </a:extLst>
            </p:cNvPr>
            <p:cNvSpPr/>
            <p:nvPr/>
          </p:nvSpPr>
          <p:spPr>
            <a:xfrm>
              <a:off x="6674300" y="1713505"/>
              <a:ext cx="32369" cy="314266"/>
            </a:xfrm>
            <a:custGeom>
              <a:avLst/>
              <a:gdLst>
                <a:gd name="connsiteX0" fmla="*/ -76 w 32369"/>
                <a:gd name="connsiteY0" fmla="*/ 314044 h 314266"/>
                <a:gd name="connsiteX1" fmla="*/ -76 w 32369"/>
                <a:gd name="connsiteY1" fmla="*/ -222 h 314266"/>
                <a:gd name="connsiteX2" fmla="*/ 32293 w 32369"/>
                <a:gd name="connsiteY2" fmla="*/ -222 h 314266"/>
                <a:gd name="connsiteX3" fmla="*/ 32293 w 32369"/>
                <a:gd name="connsiteY3" fmla="*/ 314044 h 314266"/>
              </a:gdLst>
              <a:ahLst/>
              <a:cxnLst>
                <a:cxn ang="0">
                  <a:pos x="connsiteX0" y="connsiteY0"/>
                </a:cxn>
                <a:cxn ang="0">
                  <a:pos x="connsiteX1" y="connsiteY1"/>
                </a:cxn>
                <a:cxn ang="0">
                  <a:pos x="connsiteX2" y="connsiteY2"/>
                </a:cxn>
                <a:cxn ang="0">
                  <a:pos x="connsiteX3" y="connsiteY3"/>
                </a:cxn>
              </a:cxnLst>
              <a:rect l="l" t="t" r="r" b="b"/>
              <a:pathLst>
                <a:path w="32369" h="314266">
                  <a:moveTo>
                    <a:pt x="-76" y="314044"/>
                  </a:moveTo>
                  <a:lnTo>
                    <a:pt x="-76" y="-222"/>
                  </a:lnTo>
                  <a:lnTo>
                    <a:pt x="32293" y="-222"/>
                  </a:lnTo>
                  <a:lnTo>
                    <a:pt x="32293" y="314044"/>
                  </a:ln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grpSp>
      <p:sp>
        <p:nvSpPr>
          <p:cNvPr id="68" name="Text Placeholder 2">
            <a:extLst>
              <a:ext uri="{FF2B5EF4-FFF2-40B4-BE49-F238E27FC236}">
                <a16:creationId xmlns:a16="http://schemas.microsoft.com/office/drawing/2014/main" id="{80675CF8-5AFC-1DC0-FAC3-ED4CAFF4309C}"/>
              </a:ext>
            </a:extLst>
          </p:cNvPr>
          <p:cNvSpPr>
            <a:spLocks noGrp="1"/>
          </p:cNvSpPr>
          <p:nvPr>
            <p:ph type="body" idx="11" hasCustomPrompt="1"/>
          </p:nvPr>
        </p:nvSpPr>
        <p:spPr>
          <a:xfrm>
            <a:off x="777817" y="3428999"/>
            <a:ext cx="10083545" cy="857251"/>
          </a:xfrm>
          <a:prstGeom prst="rect">
            <a:avLst/>
          </a:prstGeom>
        </p:spPr>
        <p:txBody>
          <a:bodyPr lIns="0"/>
          <a:lstStyle>
            <a:lvl1pPr marL="0" indent="0">
              <a:buNone/>
              <a:defRPr sz="2000">
                <a:solidFill>
                  <a:schemeClr val="accent2"/>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here to edit sub-header</a:t>
            </a:r>
          </a:p>
        </p:txBody>
      </p:sp>
    </p:spTree>
    <p:extLst>
      <p:ext uri="{BB962C8B-B14F-4D97-AF65-F5344CB8AC3E}">
        <p14:creationId xmlns:p14="http://schemas.microsoft.com/office/powerpoint/2010/main" val="128369318"/>
      </p:ext>
    </p:extLst>
  </p:cSld>
  <p:clrMapOvr>
    <a:masterClrMapping/>
  </p:clrMapOvr>
  <p:extLst>
    <p:ext uri="{DCECCB84-F9BA-43D5-87BE-67443E8EF086}">
      <p15:sldGuideLst xmlns:p15="http://schemas.microsoft.com/office/powerpoint/2012/main">
        <p15:guide id="1" orient="horz" pos="60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cSld name="Cover 5">
    <p:bg>
      <p:bgPr>
        <a:solidFill>
          <a:schemeClr val="accent1"/>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E3765E2E-D1B8-225D-356E-7E95E05A52F3}"/>
              </a:ext>
            </a:extLst>
          </p:cNvPr>
          <p:cNvSpPr/>
          <p:nvPr userDrawn="1"/>
        </p:nvSpPr>
        <p:spPr>
          <a:xfrm rot="14149171">
            <a:off x="7629153" y="598294"/>
            <a:ext cx="7779387" cy="4004315"/>
          </a:xfrm>
          <a:custGeom>
            <a:avLst/>
            <a:gdLst>
              <a:gd name="connsiteX0" fmla="*/ 7779387 w 7779387"/>
              <a:gd name="connsiteY0" fmla="*/ 903224 h 4004315"/>
              <a:gd name="connsiteX1" fmla="*/ 5673431 w 7779387"/>
              <a:gd name="connsiteY1" fmla="*/ 4004315 h 4004315"/>
              <a:gd name="connsiteX2" fmla="*/ 0 w 7779387"/>
              <a:gd name="connsiteY2" fmla="*/ 151480 h 4004315"/>
              <a:gd name="connsiteX3" fmla="*/ 95273 w 7779387"/>
              <a:gd name="connsiteY3" fmla="*/ 11187 h 4004315"/>
              <a:gd name="connsiteX4" fmla="*/ 202458 w 7779387"/>
              <a:gd name="connsiteY4" fmla="*/ 4276 h 4004315"/>
              <a:gd name="connsiteX5" fmla="*/ 1729207 w 7779387"/>
              <a:gd name="connsiteY5" fmla="*/ 172236 h 4004315"/>
              <a:gd name="connsiteX6" fmla="*/ 2887529 w 7779387"/>
              <a:gd name="connsiteY6" fmla="*/ 653425 h 4004315"/>
              <a:gd name="connsiteX7" fmla="*/ 3986737 w 7779387"/>
              <a:gd name="connsiteY7" fmla="*/ 1210033 h 4004315"/>
              <a:gd name="connsiteX8" fmla="*/ 5936270 w 7779387"/>
              <a:gd name="connsiteY8" fmla="*/ 1672734 h 4004315"/>
              <a:gd name="connsiteX9" fmla="*/ 7479908 w 7779387"/>
              <a:gd name="connsiteY9" fmla="*/ 1080477 h 4004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79387" h="4004315">
                <a:moveTo>
                  <a:pt x="7779387" y="903224"/>
                </a:moveTo>
                <a:lnTo>
                  <a:pt x="5673431" y="4004315"/>
                </a:lnTo>
                <a:lnTo>
                  <a:pt x="0" y="151480"/>
                </a:lnTo>
                <a:lnTo>
                  <a:pt x="95273" y="11187"/>
                </a:lnTo>
                <a:lnTo>
                  <a:pt x="202458" y="4276"/>
                </a:lnTo>
                <a:cubicBezTo>
                  <a:pt x="713229" y="-14323"/>
                  <a:pt x="1223110" y="25268"/>
                  <a:pt x="1729207" y="172236"/>
                </a:cubicBezTo>
                <a:cubicBezTo>
                  <a:pt x="2117915" y="285092"/>
                  <a:pt x="2503341" y="460927"/>
                  <a:pt x="2887529" y="653425"/>
                </a:cubicBezTo>
                <a:cubicBezTo>
                  <a:pt x="3254446" y="837249"/>
                  <a:pt x="3620280" y="1036247"/>
                  <a:pt x="3986737" y="1210033"/>
                </a:cubicBezTo>
                <a:cubicBezTo>
                  <a:pt x="4631313" y="1515611"/>
                  <a:pt x="5277861" y="1743024"/>
                  <a:pt x="5936270" y="1672734"/>
                </a:cubicBezTo>
                <a:cubicBezTo>
                  <a:pt x="6459805" y="1616680"/>
                  <a:pt x="6971569" y="1373062"/>
                  <a:pt x="7479908" y="1080477"/>
                </a:cubicBezTo>
                <a:close/>
              </a:path>
            </a:pathLst>
          </a:custGeom>
          <a:solidFill>
            <a:schemeClr val="accent3"/>
          </a:solidFill>
          <a:ln w="2189" cap="flat">
            <a:noFill/>
            <a:prstDash val="solid"/>
            <a:miter/>
          </a:ln>
        </p:spPr>
        <p:txBody>
          <a:bodyPr rtlCol="0" anchor="ctr"/>
          <a:lstStyle/>
          <a:p>
            <a:endParaRPr lang="en-US"/>
          </a:p>
        </p:txBody>
      </p:sp>
      <p:sp>
        <p:nvSpPr>
          <p:cNvPr id="2" name="Freeform 1">
            <a:extLst>
              <a:ext uri="{FF2B5EF4-FFF2-40B4-BE49-F238E27FC236}">
                <a16:creationId xmlns:a16="http://schemas.microsoft.com/office/drawing/2014/main" id="{17748ECA-AE19-1632-0668-F4DA3A9A8396}"/>
              </a:ext>
            </a:extLst>
          </p:cNvPr>
          <p:cNvSpPr/>
          <p:nvPr/>
        </p:nvSpPr>
        <p:spPr>
          <a:xfrm flipH="1">
            <a:off x="9103400" y="-1"/>
            <a:ext cx="3094702" cy="6858000"/>
          </a:xfrm>
          <a:custGeom>
            <a:avLst/>
            <a:gdLst>
              <a:gd name="connsiteX0" fmla="*/ 156098 w 2583471"/>
              <a:gd name="connsiteY0" fmla="*/ 6909028 h 6909028"/>
              <a:gd name="connsiteX1" fmla="*/ 0 w 2583471"/>
              <a:gd name="connsiteY1" fmla="*/ 6909028 h 6909028"/>
              <a:gd name="connsiteX2" fmla="*/ 0 w 2583471"/>
              <a:gd name="connsiteY2" fmla="*/ 0 h 6909028"/>
              <a:gd name="connsiteX3" fmla="*/ 2583471 w 2583471"/>
              <a:gd name="connsiteY3" fmla="*/ 0 h 6909028"/>
              <a:gd name="connsiteX4" fmla="*/ 2577175 w 2583471"/>
              <a:gd name="connsiteY4" fmla="*/ 10681 h 6909028"/>
              <a:gd name="connsiteX5" fmla="*/ 1023486 w 2583471"/>
              <a:gd name="connsiteY5" fmla="*/ 1379147 h 6909028"/>
              <a:gd name="connsiteX6" fmla="*/ 582471 w 2583471"/>
              <a:gd name="connsiteY6" fmla="*/ 3335174 h 6909028"/>
              <a:gd name="connsiteX7" fmla="*/ 564551 w 2583471"/>
              <a:gd name="connsiteY7" fmla="*/ 5463770 h 6909028"/>
              <a:gd name="connsiteX8" fmla="*/ 241847 w 2583471"/>
              <a:gd name="connsiteY8" fmla="*/ 6756934 h 6909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83471" h="6909028">
                <a:moveTo>
                  <a:pt x="156098" y="6909028"/>
                </a:moveTo>
                <a:lnTo>
                  <a:pt x="0" y="6909028"/>
                </a:lnTo>
                <a:lnTo>
                  <a:pt x="0" y="0"/>
                </a:lnTo>
                <a:lnTo>
                  <a:pt x="2583471" y="0"/>
                </a:lnTo>
                <a:lnTo>
                  <a:pt x="2577175" y="10681"/>
                </a:lnTo>
                <a:cubicBezTo>
                  <a:pt x="2151191" y="674527"/>
                  <a:pt x="1451060" y="717877"/>
                  <a:pt x="1023486" y="1379147"/>
                </a:cubicBezTo>
                <a:cubicBezTo>
                  <a:pt x="703479" y="1874088"/>
                  <a:pt x="598127" y="2625341"/>
                  <a:pt x="582471" y="3335174"/>
                </a:cubicBezTo>
                <a:cubicBezTo>
                  <a:pt x="566814" y="4045005"/>
                  <a:pt x="625055" y="4760111"/>
                  <a:pt x="564551" y="5463770"/>
                </a:cubicBezTo>
                <a:cubicBezTo>
                  <a:pt x="524845" y="5925545"/>
                  <a:pt x="421076" y="6396876"/>
                  <a:pt x="241847" y="6756934"/>
                </a:cubicBezTo>
                <a:close/>
              </a:path>
            </a:pathLst>
          </a:custGeom>
          <a:solidFill>
            <a:srgbClr val="0DB4AC"/>
          </a:solidFill>
          <a:ln w="3426" cap="flat">
            <a:noFill/>
            <a:prstDash val="solid"/>
            <a:miter/>
          </a:ln>
        </p:spPr>
        <p:txBody>
          <a:bodyPr wrap="square" rtlCol="0" anchor="ctr">
            <a:noAutofit/>
          </a:bodyPr>
          <a:lstStyle/>
          <a:p>
            <a:endParaRPr lang="en-US" b="1" i="0">
              <a:latin typeface="Tenorite" pitchFamily="2" charset="0"/>
            </a:endParaRPr>
          </a:p>
        </p:txBody>
      </p:sp>
      <p:sp>
        <p:nvSpPr>
          <p:cNvPr id="19" name="Title 1">
            <a:extLst>
              <a:ext uri="{FF2B5EF4-FFF2-40B4-BE49-F238E27FC236}">
                <a16:creationId xmlns:a16="http://schemas.microsoft.com/office/drawing/2014/main" id="{8A496C34-024B-4C4D-8B29-BD16E1807734}"/>
              </a:ext>
            </a:extLst>
          </p:cNvPr>
          <p:cNvSpPr>
            <a:spLocks noGrp="1"/>
          </p:cNvSpPr>
          <p:nvPr>
            <p:ph type="title" hasCustomPrompt="1"/>
          </p:nvPr>
        </p:nvSpPr>
        <p:spPr>
          <a:xfrm>
            <a:off x="777818" y="1277738"/>
            <a:ext cx="10061776" cy="1994940"/>
          </a:xfrm>
          <a:prstGeom prst="rect">
            <a:avLst/>
          </a:prstGeom>
          <a:noFill/>
        </p:spPr>
        <p:txBody>
          <a:bodyPr lIns="0" tIns="0" rIns="0" bIns="0" anchor="b">
            <a:normAutofit/>
          </a:bodyPr>
          <a:lstStyle>
            <a:lvl1pPr>
              <a:lnSpc>
                <a:spcPct val="100000"/>
              </a:lnSpc>
              <a:defRPr sz="4800" b="1" i="0" spc="10" baseline="0">
                <a:solidFill>
                  <a:schemeClr val="bg1"/>
                </a:solidFill>
                <a:latin typeface="Tenorite" pitchFamily="2" charset="0"/>
                <a:ea typeface="Verdana" panose="020B0604030504040204" pitchFamily="34" charset="0"/>
                <a:cs typeface="Tenorite" panose="00000500000000000000" pitchFamily="2" charset="0"/>
              </a:defRPr>
            </a:lvl1pPr>
          </a:lstStyle>
          <a:p>
            <a:r>
              <a:rPr lang="en-US"/>
              <a:t>Click to edit title </a:t>
            </a:r>
            <a:br>
              <a:rPr lang="en-US"/>
            </a:br>
            <a:r>
              <a:rPr lang="en-US"/>
              <a:t>(sentence case)</a:t>
            </a:r>
          </a:p>
        </p:txBody>
      </p:sp>
      <p:sp>
        <p:nvSpPr>
          <p:cNvPr id="35" name="TextBox 34">
            <a:extLst>
              <a:ext uri="{FF2B5EF4-FFF2-40B4-BE49-F238E27FC236}">
                <a16:creationId xmlns:a16="http://schemas.microsoft.com/office/drawing/2014/main" id="{90912B69-8E0B-BA43-8893-FB467317B2F8}"/>
              </a:ext>
            </a:extLst>
          </p:cNvPr>
          <p:cNvSpPr txBox="1"/>
          <p:nvPr/>
        </p:nvSpPr>
        <p:spPr>
          <a:xfrm>
            <a:off x="9407294" y="6531309"/>
            <a:ext cx="2213206" cy="191268"/>
          </a:xfrm>
          <a:prstGeom prst="rect">
            <a:avLst/>
          </a:prstGeom>
          <a:noFill/>
        </p:spPr>
        <p:txBody>
          <a:bodyPr wrap="square" lIns="0" tIns="0" rIns="0" bIns="0" rtlCol="0" anchor="b" anchorCtr="0">
            <a:noAutofit/>
          </a:bodyPr>
          <a:lstStyle/>
          <a:p>
            <a:pPr algn="r"/>
            <a:r>
              <a:rPr lang="en-GB" sz="800" b="0" i="0">
                <a:solidFill>
                  <a:schemeClr val="bg1"/>
                </a:solidFill>
                <a:latin typeface="Tenorite" pitchFamily="2" charset="0"/>
              </a:rPr>
              <a:t>Copyright © </a:t>
            </a:r>
            <a:fld id="{D55A1E89-52E6-4DF9-BF41-F95E28320223}" type="datetimeyyyy">
              <a:rPr lang="en-US" sz="800" b="0" i="0" smtClean="0">
                <a:solidFill>
                  <a:schemeClr val="bg1"/>
                </a:solidFill>
                <a:latin typeface="Tenorite" pitchFamily="2" charset="0"/>
              </a:rPr>
              <a:t>2026</a:t>
            </a:fld>
            <a:r>
              <a:rPr lang="en-GB" sz="800" b="0" i="0">
                <a:solidFill>
                  <a:schemeClr val="bg1"/>
                </a:solidFill>
                <a:latin typeface="Tenorite" pitchFamily="2" charset="0"/>
              </a:rPr>
              <a:t> BTS</a:t>
            </a:r>
          </a:p>
        </p:txBody>
      </p:sp>
      <p:sp>
        <p:nvSpPr>
          <p:cNvPr id="3" name="Text Placeholder 3">
            <a:extLst>
              <a:ext uri="{FF2B5EF4-FFF2-40B4-BE49-F238E27FC236}">
                <a16:creationId xmlns:a16="http://schemas.microsoft.com/office/drawing/2014/main" id="{8EBF319B-E356-0035-896F-4C88A3613CB2}"/>
              </a:ext>
            </a:extLst>
          </p:cNvPr>
          <p:cNvSpPr>
            <a:spLocks noGrp="1"/>
          </p:cNvSpPr>
          <p:nvPr>
            <p:ph type="body" sz="quarter" idx="10" hasCustomPrompt="1"/>
          </p:nvPr>
        </p:nvSpPr>
        <p:spPr>
          <a:xfrm>
            <a:off x="777817" y="4975826"/>
            <a:ext cx="5046862" cy="1208871"/>
          </a:xfrm>
          <a:prstGeom prst="rect">
            <a:avLst/>
          </a:prstGeom>
        </p:spPr>
        <p:txBody>
          <a:bodyPr lIns="0" rIns="0" bIns="0" anchor="b"/>
          <a:lstStyle>
            <a:lvl1pPr marL="0" indent="0" algn="l">
              <a:spcBef>
                <a:spcPts val="600"/>
              </a:spcBef>
              <a:buNone/>
              <a:defRPr sz="1600" b="0" i="0">
                <a:solidFill>
                  <a:schemeClr val="bg1"/>
                </a:solidFill>
                <a:latin typeface="Tenorite" pitchFamily="2" charset="0"/>
                <a:ea typeface="Verdana" panose="020B0604030504040204" pitchFamily="34" charset="0"/>
                <a:cs typeface="Tenorite" panose="00000500000000000000" pitchFamily="2" charset="0"/>
              </a:defRPr>
            </a:lvl1pPr>
          </a:lstStyle>
          <a:p>
            <a:pPr lvl="0"/>
            <a:r>
              <a:rPr lang="en-US"/>
              <a:t>Click to edit presenter name</a:t>
            </a:r>
          </a:p>
        </p:txBody>
      </p:sp>
      <p:grpSp>
        <p:nvGrpSpPr>
          <p:cNvPr id="48" name="Group 47">
            <a:extLst>
              <a:ext uri="{FF2B5EF4-FFF2-40B4-BE49-F238E27FC236}">
                <a16:creationId xmlns:a16="http://schemas.microsoft.com/office/drawing/2014/main" id="{1AC46542-BC95-5658-D0EC-832D9BF5EB61}"/>
              </a:ext>
            </a:extLst>
          </p:cNvPr>
          <p:cNvGrpSpPr/>
          <p:nvPr/>
        </p:nvGrpSpPr>
        <p:grpSpPr>
          <a:xfrm>
            <a:off x="380999" y="304800"/>
            <a:ext cx="1494599" cy="406032"/>
            <a:chOff x="55677" y="311884"/>
            <a:chExt cx="6650992" cy="1806849"/>
          </a:xfrm>
          <a:solidFill>
            <a:schemeClr val="bg2"/>
          </a:solidFill>
        </p:grpSpPr>
        <p:sp>
          <p:nvSpPr>
            <p:cNvPr id="49" name="Freeform 48">
              <a:extLst>
                <a:ext uri="{FF2B5EF4-FFF2-40B4-BE49-F238E27FC236}">
                  <a16:creationId xmlns:a16="http://schemas.microsoft.com/office/drawing/2014/main" id="{BBFB4581-D5CA-9DDD-0ECB-5C4F50D2E31A}"/>
                </a:ext>
              </a:extLst>
            </p:cNvPr>
            <p:cNvSpPr/>
            <p:nvPr/>
          </p:nvSpPr>
          <p:spPr>
            <a:xfrm>
              <a:off x="821884" y="972782"/>
              <a:ext cx="537334" cy="535704"/>
            </a:xfrm>
            <a:custGeom>
              <a:avLst/>
              <a:gdLst>
                <a:gd name="connsiteX0" fmla="*/ 195950 w 537334"/>
                <a:gd name="connsiteY0" fmla="*/ 267535 h 535704"/>
                <a:gd name="connsiteX1" fmla="*/ 268592 w 537334"/>
                <a:gd name="connsiteY1" fmla="*/ 195114 h 535704"/>
                <a:gd name="connsiteX2" fmla="*/ 341233 w 537334"/>
                <a:gd name="connsiteY2" fmla="*/ 267535 h 535704"/>
                <a:gd name="connsiteX3" fmla="*/ 268592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2" y="195114"/>
                  </a:cubicBezTo>
                  <a:cubicBezTo>
                    <a:pt x="308710" y="195114"/>
                    <a:pt x="341233" y="227538"/>
                    <a:pt x="341233" y="267535"/>
                  </a:cubicBezTo>
                  <a:cubicBezTo>
                    <a:pt x="341233" y="307532"/>
                    <a:pt x="308710" y="339956"/>
                    <a:pt x="268592" y="339956"/>
                  </a:cubicBezTo>
                  <a:cubicBezTo>
                    <a:pt x="228495" y="339904"/>
                    <a:pt x="196003" y="307510"/>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1" i="0">
                <a:latin typeface="Tenorite" pitchFamily="2" charset="0"/>
              </a:endParaRPr>
            </a:p>
          </p:txBody>
        </p:sp>
        <p:sp>
          <p:nvSpPr>
            <p:cNvPr id="50" name="Freeform 49">
              <a:extLst>
                <a:ext uri="{FF2B5EF4-FFF2-40B4-BE49-F238E27FC236}">
                  <a16:creationId xmlns:a16="http://schemas.microsoft.com/office/drawing/2014/main" id="{2A06DE1A-E2F5-0E61-81C8-65D05C4CE513}"/>
                </a:ext>
              </a:extLst>
            </p:cNvPr>
            <p:cNvSpPr/>
            <p:nvPr/>
          </p:nvSpPr>
          <p:spPr>
            <a:xfrm>
              <a:off x="55677" y="972782"/>
              <a:ext cx="537334" cy="535704"/>
            </a:xfrm>
            <a:custGeom>
              <a:avLst/>
              <a:gdLst>
                <a:gd name="connsiteX0" fmla="*/ 195950 w 537334"/>
                <a:gd name="connsiteY0" fmla="*/ 267535 h 535704"/>
                <a:gd name="connsiteX1" fmla="*/ 268591 w 537334"/>
                <a:gd name="connsiteY1" fmla="*/ 195114 h 535704"/>
                <a:gd name="connsiteX2" fmla="*/ 341232 w 537334"/>
                <a:gd name="connsiteY2" fmla="*/ 267535 h 535704"/>
                <a:gd name="connsiteX3" fmla="*/ 268591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1" y="195114"/>
                  </a:cubicBezTo>
                  <a:cubicBezTo>
                    <a:pt x="308710" y="195114"/>
                    <a:pt x="341232" y="227538"/>
                    <a:pt x="341232" y="267535"/>
                  </a:cubicBezTo>
                  <a:cubicBezTo>
                    <a:pt x="341232" y="307532"/>
                    <a:pt x="308710" y="339956"/>
                    <a:pt x="268591" y="339956"/>
                  </a:cubicBezTo>
                  <a:cubicBezTo>
                    <a:pt x="228473" y="339956"/>
                    <a:pt x="195950" y="307532"/>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1" i="0">
                <a:latin typeface="Tenorite" pitchFamily="2" charset="0"/>
              </a:endParaRPr>
            </a:p>
          </p:txBody>
        </p:sp>
        <p:sp>
          <p:nvSpPr>
            <p:cNvPr id="51" name="Freeform 50">
              <a:extLst>
                <a:ext uri="{FF2B5EF4-FFF2-40B4-BE49-F238E27FC236}">
                  <a16:creationId xmlns:a16="http://schemas.microsoft.com/office/drawing/2014/main" id="{5710A6F5-0799-8F6A-95C7-77891E1D124E}"/>
                </a:ext>
              </a:extLst>
            </p:cNvPr>
            <p:cNvSpPr/>
            <p:nvPr/>
          </p:nvSpPr>
          <p:spPr>
            <a:xfrm>
              <a:off x="1633122" y="516712"/>
              <a:ext cx="655673" cy="969280"/>
            </a:xfrm>
            <a:custGeom>
              <a:avLst/>
              <a:gdLst>
                <a:gd name="connsiteX0" fmla="*/ 655598 w 655673"/>
                <a:gd name="connsiteY0" fmla="*/ 635619 h 969280"/>
                <a:gd name="connsiteX1" fmla="*/ 337710 w 655673"/>
                <a:gd name="connsiteY1" fmla="*/ 302180 h 969280"/>
                <a:gd name="connsiteX2" fmla="*/ 138637 w 655673"/>
                <a:gd name="connsiteY2" fmla="*/ 394153 h 969280"/>
                <a:gd name="connsiteX3" fmla="*/ 138637 w 655673"/>
                <a:gd name="connsiteY3" fmla="*/ -222 h 969280"/>
                <a:gd name="connsiteX4" fmla="*/ -76 w 655673"/>
                <a:gd name="connsiteY4" fmla="*/ -222 h 969280"/>
                <a:gd name="connsiteX5" fmla="*/ -76 w 655673"/>
                <a:gd name="connsiteY5" fmla="*/ 952542 h 969280"/>
                <a:gd name="connsiteX6" fmla="*/ 138637 w 655673"/>
                <a:gd name="connsiteY6" fmla="*/ 952542 h 969280"/>
                <a:gd name="connsiteX7" fmla="*/ 138637 w 655673"/>
                <a:gd name="connsiteY7" fmla="*/ 877085 h 969280"/>
                <a:gd name="connsiteX8" fmla="*/ 337710 w 655673"/>
                <a:gd name="connsiteY8" fmla="*/ 969058 h 969280"/>
                <a:gd name="connsiteX9" fmla="*/ 655598 w 655673"/>
                <a:gd name="connsiteY9" fmla="*/ 635619 h 969280"/>
                <a:gd name="connsiteX10" fmla="*/ 512791 w 655673"/>
                <a:gd name="connsiteY10" fmla="*/ 635619 h 969280"/>
                <a:gd name="connsiteX11" fmla="*/ 321049 w 655673"/>
                <a:gd name="connsiteY11" fmla="*/ 838738 h 969280"/>
                <a:gd name="connsiteX12" fmla="*/ 129212 w 655673"/>
                <a:gd name="connsiteY12" fmla="*/ 635619 h 969280"/>
                <a:gd name="connsiteX13" fmla="*/ 321049 w 655673"/>
                <a:gd name="connsiteY13" fmla="*/ 432499 h 969280"/>
                <a:gd name="connsiteX14" fmla="*/ 512791 w 655673"/>
                <a:gd name="connsiteY14" fmla="*/ 635619 h 96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5673" h="969280">
                  <a:moveTo>
                    <a:pt x="655598" y="635619"/>
                  </a:moveTo>
                  <a:cubicBezTo>
                    <a:pt x="655598" y="441801"/>
                    <a:pt x="515552" y="302180"/>
                    <a:pt x="337710" y="302180"/>
                  </a:cubicBezTo>
                  <a:cubicBezTo>
                    <a:pt x="246789" y="302180"/>
                    <a:pt x="183098" y="338532"/>
                    <a:pt x="138637" y="394153"/>
                  </a:cubicBezTo>
                  <a:lnTo>
                    <a:pt x="138637" y="-222"/>
                  </a:lnTo>
                  <a:lnTo>
                    <a:pt x="-76" y="-222"/>
                  </a:lnTo>
                  <a:lnTo>
                    <a:pt x="-76" y="952542"/>
                  </a:lnTo>
                  <a:lnTo>
                    <a:pt x="138637" y="952542"/>
                  </a:lnTo>
                  <a:lnTo>
                    <a:pt x="138637" y="877085"/>
                  </a:lnTo>
                  <a:cubicBezTo>
                    <a:pt x="183098" y="932705"/>
                    <a:pt x="246789" y="969058"/>
                    <a:pt x="337710" y="969058"/>
                  </a:cubicBezTo>
                  <a:cubicBezTo>
                    <a:pt x="515552" y="969058"/>
                    <a:pt x="655598" y="829437"/>
                    <a:pt x="655598" y="635619"/>
                  </a:cubicBezTo>
                  <a:moveTo>
                    <a:pt x="512791" y="635619"/>
                  </a:moveTo>
                  <a:cubicBezTo>
                    <a:pt x="512791" y="746765"/>
                    <a:pt x="440435" y="838738"/>
                    <a:pt x="321049" y="838738"/>
                  </a:cubicBezTo>
                  <a:cubicBezTo>
                    <a:pt x="206804" y="838738"/>
                    <a:pt x="129212" y="751416"/>
                    <a:pt x="129212" y="635619"/>
                  </a:cubicBezTo>
                  <a:cubicBezTo>
                    <a:pt x="129212" y="519821"/>
                    <a:pt x="206899" y="432499"/>
                    <a:pt x="321049" y="432499"/>
                  </a:cubicBezTo>
                  <a:cubicBezTo>
                    <a:pt x="440435" y="432499"/>
                    <a:pt x="512791" y="524472"/>
                    <a:pt x="512791" y="635619"/>
                  </a:cubicBezTo>
                </a:path>
              </a:pathLst>
            </a:custGeom>
            <a:grpFill/>
            <a:ln w="9511" cap="flat">
              <a:noFill/>
              <a:prstDash val="solid"/>
              <a:miter/>
            </a:ln>
          </p:spPr>
          <p:txBody>
            <a:bodyPr rtlCol="0" anchor="ctr"/>
            <a:lstStyle/>
            <a:p>
              <a:endParaRPr lang="en-US" b="1" i="0">
                <a:latin typeface="Tenorite" pitchFamily="2" charset="0"/>
              </a:endParaRPr>
            </a:p>
          </p:txBody>
        </p:sp>
        <p:sp>
          <p:nvSpPr>
            <p:cNvPr id="52" name="Freeform 51">
              <a:extLst>
                <a:ext uri="{FF2B5EF4-FFF2-40B4-BE49-F238E27FC236}">
                  <a16:creationId xmlns:a16="http://schemas.microsoft.com/office/drawing/2014/main" id="{A2C41C3F-0D29-A5C2-348D-FDE2A14FB3FE}"/>
                </a:ext>
              </a:extLst>
            </p:cNvPr>
            <p:cNvSpPr/>
            <p:nvPr/>
          </p:nvSpPr>
          <p:spPr>
            <a:xfrm>
              <a:off x="2403803" y="643804"/>
              <a:ext cx="423565" cy="842282"/>
            </a:xfrm>
            <a:custGeom>
              <a:avLst/>
              <a:gdLst>
                <a:gd name="connsiteX0" fmla="*/ 382837 w 423565"/>
                <a:gd name="connsiteY0" fmla="*/ 317366 h 842282"/>
                <a:gd name="connsiteX1" fmla="*/ 382837 w 423565"/>
                <a:gd name="connsiteY1" fmla="*/ 191603 h 842282"/>
                <a:gd name="connsiteX2" fmla="*/ 139303 w 423565"/>
                <a:gd name="connsiteY2" fmla="*/ 191603 h 842282"/>
                <a:gd name="connsiteX3" fmla="*/ 139303 w 423565"/>
                <a:gd name="connsiteY3" fmla="*/ -222 h 842282"/>
                <a:gd name="connsiteX4" fmla="*/ -76 w 423565"/>
                <a:gd name="connsiteY4" fmla="*/ -222 h 842282"/>
                <a:gd name="connsiteX5" fmla="*/ -76 w 423565"/>
                <a:gd name="connsiteY5" fmla="*/ 595944 h 842282"/>
                <a:gd name="connsiteX6" fmla="*/ 228415 w 423565"/>
                <a:gd name="connsiteY6" fmla="*/ 842060 h 842282"/>
                <a:gd name="connsiteX7" fmla="*/ 423489 w 423565"/>
                <a:gd name="connsiteY7" fmla="*/ 779226 h 842282"/>
                <a:gd name="connsiteX8" fmla="*/ 368461 w 423565"/>
                <a:gd name="connsiteY8" fmla="*/ 668744 h 842282"/>
                <a:gd name="connsiteX9" fmla="*/ 240316 w 423565"/>
                <a:gd name="connsiteY9" fmla="*/ 711741 h 842282"/>
                <a:gd name="connsiteX10" fmla="*/ 139494 w 423565"/>
                <a:gd name="connsiteY10" fmla="*/ 593286 h 842282"/>
                <a:gd name="connsiteX11" fmla="*/ 139494 w 423565"/>
                <a:gd name="connsiteY11" fmla="*/ 317366 h 8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3565" h="842282">
                  <a:moveTo>
                    <a:pt x="382837" y="317366"/>
                  </a:moveTo>
                  <a:lnTo>
                    <a:pt x="382837" y="191603"/>
                  </a:lnTo>
                  <a:lnTo>
                    <a:pt x="139303" y="191603"/>
                  </a:lnTo>
                  <a:lnTo>
                    <a:pt x="139303" y="-222"/>
                  </a:lnTo>
                  <a:lnTo>
                    <a:pt x="-76" y="-222"/>
                  </a:lnTo>
                  <a:lnTo>
                    <a:pt x="-76" y="595944"/>
                  </a:lnTo>
                  <a:cubicBezTo>
                    <a:pt x="-76" y="764704"/>
                    <a:pt x="84180" y="842060"/>
                    <a:pt x="228415" y="842060"/>
                  </a:cubicBezTo>
                  <a:cubicBezTo>
                    <a:pt x="298354" y="841491"/>
                    <a:pt x="366437" y="819561"/>
                    <a:pt x="423489" y="779226"/>
                  </a:cubicBezTo>
                  <a:lnTo>
                    <a:pt x="368461" y="668744"/>
                  </a:lnTo>
                  <a:cubicBezTo>
                    <a:pt x="330379" y="692568"/>
                    <a:pt x="283443" y="711741"/>
                    <a:pt x="240316" y="711741"/>
                  </a:cubicBezTo>
                  <a:cubicBezTo>
                    <a:pt x="184621" y="711741"/>
                    <a:pt x="139494" y="677951"/>
                    <a:pt x="139494" y="593286"/>
                  </a:cubicBezTo>
                  <a:lnTo>
                    <a:pt x="139494" y="317366"/>
                  </a:lnTo>
                  <a:close/>
                </a:path>
              </a:pathLst>
            </a:custGeom>
            <a:grpFill/>
            <a:ln w="9511" cap="flat">
              <a:noFill/>
              <a:prstDash val="solid"/>
              <a:miter/>
            </a:ln>
          </p:spPr>
          <p:txBody>
            <a:bodyPr rtlCol="0" anchor="ctr"/>
            <a:lstStyle/>
            <a:p>
              <a:endParaRPr lang="en-US" b="1" i="0">
                <a:latin typeface="Tenorite" pitchFamily="2" charset="0"/>
              </a:endParaRPr>
            </a:p>
          </p:txBody>
        </p:sp>
        <p:sp>
          <p:nvSpPr>
            <p:cNvPr id="53" name="Freeform 52">
              <a:extLst>
                <a:ext uri="{FF2B5EF4-FFF2-40B4-BE49-F238E27FC236}">
                  <a16:creationId xmlns:a16="http://schemas.microsoft.com/office/drawing/2014/main" id="{2330A6E5-84CF-282C-13DF-187B42D6C213}"/>
                </a:ext>
              </a:extLst>
            </p:cNvPr>
            <p:cNvSpPr/>
            <p:nvPr/>
          </p:nvSpPr>
          <p:spPr>
            <a:xfrm>
              <a:off x="2926571" y="819728"/>
              <a:ext cx="562087" cy="665599"/>
            </a:xfrm>
            <a:custGeom>
              <a:avLst/>
              <a:gdLst>
                <a:gd name="connsiteX0" fmla="*/ 509649 w 562087"/>
                <a:gd name="connsiteY0" fmla="*/ 46621 h 665599"/>
                <a:gd name="connsiteX1" fmla="*/ 288680 w 562087"/>
                <a:gd name="connsiteY1" fmla="*/ -172 h 665599"/>
                <a:gd name="connsiteX2" fmla="*/ 25915 w 562087"/>
                <a:gd name="connsiteY2" fmla="*/ 202947 h 665599"/>
                <a:gd name="connsiteX3" fmla="*/ 241553 w 562087"/>
                <a:gd name="connsiteY3" fmla="*/ 388887 h 665599"/>
                <a:gd name="connsiteX4" fmla="*/ 308196 w 562087"/>
                <a:gd name="connsiteY4" fmla="*/ 397430 h 665599"/>
                <a:gd name="connsiteX5" fmla="*/ 418348 w 562087"/>
                <a:gd name="connsiteY5" fmla="*/ 467573 h 665599"/>
                <a:gd name="connsiteX6" fmla="*/ 273732 w 562087"/>
                <a:gd name="connsiteY6" fmla="*/ 545024 h 665599"/>
                <a:gd name="connsiteX7" fmla="*/ 64282 w 562087"/>
                <a:gd name="connsiteY7" fmla="*/ 480196 h 665599"/>
                <a:gd name="connsiteX8" fmla="*/ -76 w 562087"/>
                <a:gd name="connsiteY8" fmla="*/ 584034 h 665599"/>
                <a:gd name="connsiteX9" fmla="*/ 272685 w 562087"/>
                <a:gd name="connsiteY9" fmla="*/ 665377 h 665599"/>
                <a:gd name="connsiteX10" fmla="*/ 562012 w 562087"/>
                <a:gd name="connsiteY10" fmla="*/ 458271 h 665599"/>
                <a:gd name="connsiteX11" fmla="*/ 341042 w 562087"/>
                <a:gd name="connsiteY11" fmla="*/ 271097 h 665599"/>
                <a:gd name="connsiteX12" fmla="*/ 275351 w 562087"/>
                <a:gd name="connsiteY12" fmla="*/ 261131 h 665599"/>
                <a:gd name="connsiteX13" fmla="*/ 170626 w 562087"/>
                <a:gd name="connsiteY13" fmla="*/ 195639 h 665599"/>
                <a:gd name="connsiteX14" fmla="*/ 290774 w 562087"/>
                <a:gd name="connsiteY14" fmla="*/ 120276 h 665599"/>
                <a:gd name="connsiteX15" fmla="*/ 461095 w 562087"/>
                <a:gd name="connsiteY15" fmla="*/ 160805 h 665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2087" h="665599">
                  <a:moveTo>
                    <a:pt x="509649" y="46621"/>
                  </a:moveTo>
                  <a:cubicBezTo>
                    <a:pt x="440427" y="14752"/>
                    <a:pt x="364919" y="-1238"/>
                    <a:pt x="288680" y="-172"/>
                  </a:cubicBezTo>
                  <a:cubicBezTo>
                    <a:pt x="126832" y="-172"/>
                    <a:pt x="25915" y="77943"/>
                    <a:pt x="25915" y="202947"/>
                  </a:cubicBezTo>
                  <a:cubicBezTo>
                    <a:pt x="25915" y="305456"/>
                    <a:pt x="100270" y="369620"/>
                    <a:pt x="241553" y="388887"/>
                  </a:cubicBezTo>
                  <a:lnTo>
                    <a:pt x="308196" y="397430"/>
                  </a:lnTo>
                  <a:cubicBezTo>
                    <a:pt x="384360" y="408060"/>
                    <a:pt x="418348" y="431220"/>
                    <a:pt x="418348" y="467573"/>
                  </a:cubicBezTo>
                  <a:cubicBezTo>
                    <a:pt x="418348" y="515031"/>
                    <a:pt x="369318" y="545024"/>
                    <a:pt x="273732" y="545024"/>
                  </a:cubicBezTo>
                  <a:cubicBezTo>
                    <a:pt x="170816" y="545024"/>
                    <a:pt x="109124" y="515220"/>
                    <a:pt x="64282" y="480196"/>
                  </a:cubicBezTo>
                  <a:lnTo>
                    <a:pt x="-76" y="584034"/>
                  </a:lnTo>
                  <a:cubicBezTo>
                    <a:pt x="92177" y="652848"/>
                    <a:pt x="207660" y="665377"/>
                    <a:pt x="272685" y="665377"/>
                  </a:cubicBezTo>
                  <a:cubicBezTo>
                    <a:pt x="455859" y="665377"/>
                    <a:pt x="562012" y="579953"/>
                    <a:pt x="562012" y="458271"/>
                  </a:cubicBezTo>
                  <a:cubicBezTo>
                    <a:pt x="562012" y="349782"/>
                    <a:pt x="479755" y="291599"/>
                    <a:pt x="341042" y="271097"/>
                  </a:cubicBezTo>
                  <a:lnTo>
                    <a:pt x="275351" y="261131"/>
                  </a:lnTo>
                  <a:cubicBezTo>
                    <a:pt x="216895" y="252588"/>
                    <a:pt x="170626" y="240629"/>
                    <a:pt x="170626" y="195639"/>
                  </a:cubicBezTo>
                  <a:cubicBezTo>
                    <a:pt x="170626" y="150649"/>
                    <a:pt x="214420" y="120276"/>
                    <a:pt x="290774" y="120276"/>
                  </a:cubicBezTo>
                  <a:cubicBezTo>
                    <a:pt x="349796" y="121531"/>
                    <a:pt x="407867" y="135350"/>
                    <a:pt x="461095" y="160805"/>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54" name="Freeform 53">
              <a:extLst>
                <a:ext uri="{FF2B5EF4-FFF2-40B4-BE49-F238E27FC236}">
                  <a16:creationId xmlns:a16="http://schemas.microsoft.com/office/drawing/2014/main" id="{5AADCEBC-7BBA-5706-A242-11DE28D23530}"/>
                </a:ext>
              </a:extLst>
            </p:cNvPr>
            <p:cNvSpPr/>
            <p:nvPr/>
          </p:nvSpPr>
          <p:spPr>
            <a:xfrm>
              <a:off x="433544" y="311884"/>
              <a:ext cx="537334" cy="535704"/>
            </a:xfrm>
            <a:custGeom>
              <a:avLst/>
              <a:gdLst>
                <a:gd name="connsiteX0" fmla="*/ 268591 w 537334"/>
                <a:gd name="connsiteY0" fmla="*/ -222 h 535704"/>
                <a:gd name="connsiteX1" fmla="*/ -76 w 537334"/>
                <a:gd name="connsiteY1" fmla="*/ 267630 h 535704"/>
                <a:gd name="connsiteX2" fmla="*/ 268591 w 537334"/>
                <a:gd name="connsiteY2" fmla="*/ 535483 h 535704"/>
                <a:gd name="connsiteX3" fmla="*/ 537259 w 537334"/>
                <a:gd name="connsiteY3" fmla="*/ 267630 h 535704"/>
                <a:gd name="connsiteX4" fmla="*/ 537259 w 537334"/>
                <a:gd name="connsiteY4" fmla="*/ 267535 h 535704"/>
                <a:gd name="connsiteX5" fmla="*/ 268687 w 537334"/>
                <a:gd name="connsiteY5" fmla="*/ -222 h 535704"/>
                <a:gd name="connsiteX6" fmla="*/ 268591 w 537334"/>
                <a:gd name="connsiteY6" fmla="*/ -222 h 535704"/>
                <a:gd name="connsiteX7" fmla="*/ 268591 w 537334"/>
                <a:gd name="connsiteY7" fmla="*/ 339956 h 535704"/>
                <a:gd name="connsiteX8" fmla="*/ 195950 w 537334"/>
                <a:gd name="connsiteY8" fmla="*/ 267535 h 535704"/>
                <a:gd name="connsiteX9" fmla="*/ 268591 w 537334"/>
                <a:gd name="connsiteY9" fmla="*/ 195114 h 535704"/>
                <a:gd name="connsiteX10" fmla="*/ 341232 w 537334"/>
                <a:gd name="connsiteY10" fmla="*/ 267535 h 535704"/>
                <a:gd name="connsiteX11" fmla="*/ 268591 w 537334"/>
                <a:gd name="connsiteY11" fmla="*/ 339956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268591" y="-222"/>
                  </a:moveTo>
                  <a:cubicBezTo>
                    <a:pt x="120210" y="-222"/>
                    <a:pt x="-76" y="119699"/>
                    <a:pt x="-76" y="267630"/>
                  </a:cubicBezTo>
                  <a:cubicBezTo>
                    <a:pt x="-76" y="415561"/>
                    <a:pt x="120210" y="535483"/>
                    <a:pt x="268591" y="535483"/>
                  </a:cubicBezTo>
                  <a:cubicBezTo>
                    <a:pt x="416972" y="535483"/>
                    <a:pt x="537259" y="415561"/>
                    <a:pt x="537259" y="267630"/>
                  </a:cubicBezTo>
                  <a:cubicBezTo>
                    <a:pt x="537259" y="267599"/>
                    <a:pt x="537259" y="267567"/>
                    <a:pt x="537259" y="267535"/>
                  </a:cubicBezTo>
                  <a:cubicBezTo>
                    <a:pt x="537259" y="119657"/>
                    <a:pt x="417015" y="-222"/>
                    <a:pt x="268687" y="-222"/>
                  </a:cubicBezTo>
                  <a:cubicBezTo>
                    <a:pt x="268655" y="-222"/>
                    <a:pt x="268623" y="-222"/>
                    <a:pt x="268591" y="-222"/>
                  </a:cubicBezTo>
                  <a:close/>
                  <a:moveTo>
                    <a:pt x="268591" y="339956"/>
                  </a:moveTo>
                  <a:cubicBezTo>
                    <a:pt x="228473" y="339956"/>
                    <a:pt x="195950" y="307532"/>
                    <a:pt x="195950" y="267535"/>
                  </a:cubicBezTo>
                  <a:cubicBezTo>
                    <a:pt x="195950" y="227538"/>
                    <a:pt x="228473" y="195114"/>
                    <a:pt x="268591" y="195114"/>
                  </a:cubicBezTo>
                  <a:cubicBezTo>
                    <a:pt x="308710" y="195114"/>
                    <a:pt x="341232" y="227538"/>
                    <a:pt x="341232" y="267535"/>
                  </a:cubicBezTo>
                  <a:cubicBezTo>
                    <a:pt x="341232" y="307532"/>
                    <a:pt x="308710" y="339956"/>
                    <a:pt x="268591" y="339956"/>
                  </a:cubicBezTo>
                  <a:close/>
                </a:path>
              </a:pathLst>
            </a:custGeom>
            <a:solidFill>
              <a:schemeClr val="accent2"/>
            </a:solidFill>
            <a:ln w="9511" cap="flat">
              <a:noFill/>
              <a:prstDash val="solid"/>
              <a:miter/>
            </a:ln>
          </p:spPr>
          <p:txBody>
            <a:bodyPr rtlCol="0" anchor="ctr"/>
            <a:lstStyle/>
            <a:p>
              <a:endParaRPr lang="en-US" b="1" i="0">
                <a:latin typeface="Tenorite" pitchFamily="2" charset="0"/>
              </a:endParaRPr>
            </a:p>
          </p:txBody>
        </p:sp>
        <p:sp>
          <p:nvSpPr>
            <p:cNvPr id="55" name="Freeform 54">
              <a:extLst>
                <a:ext uri="{FF2B5EF4-FFF2-40B4-BE49-F238E27FC236}">
                  <a16:creationId xmlns:a16="http://schemas.microsoft.com/office/drawing/2014/main" id="{FFDF40AB-749A-44A6-7A47-A60DEF1746EF}"/>
                </a:ext>
              </a:extLst>
            </p:cNvPr>
            <p:cNvSpPr/>
            <p:nvPr/>
          </p:nvSpPr>
          <p:spPr>
            <a:xfrm>
              <a:off x="1633122" y="1718208"/>
              <a:ext cx="241914" cy="313928"/>
            </a:xfrm>
            <a:custGeom>
              <a:avLst/>
              <a:gdLst>
                <a:gd name="connsiteX0" fmla="*/ 125499 w 241914"/>
                <a:gd name="connsiteY0" fmla="*/ 33041 h 313928"/>
                <a:gd name="connsiteX1" fmla="*/ 46193 w 241914"/>
                <a:gd name="connsiteY1" fmla="*/ 88282 h 313928"/>
                <a:gd name="connsiteX2" fmla="*/ 116930 w 241914"/>
                <a:gd name="connsiteY2" fmla="*/ 137923 h 313928"/>
                <a:gd name="connsiteX3" fmla="*/ 146063 w 241914"/>
                <a:gd name="connsiteY3" fmla="*/ 141339 h 313928"/>
                <a:gd name="connsiteX4" fmla="*/ 241839 w 241914"/>
                <a:gd name="connsiteY4" fmla="*/ 221733 h 313928"/>
                <a:gd name="connsiteX5" fmla="*/ 120453 w 241914"/>
                <a:gd name="connsiteY5" fmla="*/ 313707 h 313928"/>
                <a:gd name="connsiteX6" fmla="*/ -76 w 241914"/>
                <a:gd name="connsiteY6" fmla="*/ 274412 h 313928"/>
                <a:gd name="connsiteX7" fmla="*/ 18965 w 241914"/>
                <a:gd name="connsiteY7" fmla="*/ 246411 h 313928"/>
                <a:gd name="connsiteX8" fmla="*/ 119882 w 241914"/>
                <a:gd name="connsiteY8" fmla="*/ 280486 h 313928"/>
                <a:gd name="connsiteX9" fmla="*/ 204899 w 241914"/>
                <a:gd name="connsiteY9" fmla="*/ 224866 h 313928"/>
                <a:gd name="connsiteX10" fmla="*/ 130640 w 241914"/>
                <a:gd name="connsiteY10" fmla="*/ 174845 h 313928"/>
                <a:gd name="connsiteX11" fmla="*/ 99794 w 241914"/>
                <a:gd name="connsiteY11" fmla="*/ 171333 h 313928"/>
                <a:gd name="connsiteX12" fmla="*/ 9254 w 241914"/>
                <a:gd name="connsiteY12" fmla="*/ 90465 h 313928"/>
                <a:gd name="connsiteX13" fmla="*/ 125404 w 241914"/>
                <a:gd name="connsiteY13" fmla="*/ -180 h 313928"/>
                <a:gd name="connsiteX14" fmla="*/ 235650 w 241914"/>
                <a:gd name="connsiteY14" fmla="*/ 33231 h 313928"/>
                <a:gd name="connsiteX15" fmla="*/ 217657 w 241914"/>
                <a:gd name="connsiteY15" fmla="*/ 61705 h 313928"/>
                <a:gd name="connsiteX16" fmla="*/ 125499 w 241914"/>
                <a:gd name="connsiteY16" fmla="*/ 33041 h 313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1914" h="313928">
                  <a:moveTo>
                    <a:pt x="125499" y="33041"/>
                  </a:moveTo>
                  <a:cubicBezTo>
                    <a:pt x="79229" y="33041"/>
                    <a:pt x="46193" y="54017"/>
                    <a:pt x="46193" y="88282"/>
                  </a:cubicBezTo>
                  <a:cubicBezTo>
                    <a:pt x="46193" y="116756"/>
                    <a:pt x="68947" y="132417"/>
                    <a:pt x="116930" y="137923"/>
                  </a:cubicBezTo>
                  <a:lnTo>
                    <a:pt x="146063" y="141339"/>
                  </a:lnTo>
                  <a:cubicBezTo>
                    <a:pt x="196712" y="147699"/>
                    <a:pt x="241839" y="168486"/>
                    <a:pt x="241839" y="221733"/>
                  </a:cubicBezTo>
                  <a:cubicBezTo>
                    <a:pt x="241839" y="282100"/>
                    <a:pt x="186620" y="313707"/>
                    <a:pt x="120453" y="313707"/>
                  </a:cubicBezTo>
                  <a:cubicBezTo>
                    <a:pt x="76183" y="313707"/>
                    <a:pt x="28390" y="298235"/>
                    <a:pt x="-76" y="274412"/>
                  </a:cubicBezTo>
                  <a:lnTo>
                    <a:pt x="18965" y="246411"/>
                  </a:lnTo>
                  <a:cubicBezTo>
                    <a:pt x="47973" y="268445"/>
                    <a:pt x="83414" y="280412"/>
                    <a:pt x="119882" y="280486"/>
                  </a:cubicBezTo>
                  <a:cubicBezTo>
                    <a:pt x="167484" y="280486"/>
                    <a:pt x="204899" y="261503"/>
                    <a:pt x="204899" y="224866"/>
                  </a:cubicBezTo>
                  <a:cubicBezTo>
                    <a:pt x="204899" y="195157"/>
                    <a:pt x="179099" y="180255"/>
                    <a:pt x="130640" y="174845"/>
                  </a:cubicBezTo>
                  <a:lnTo>
                    <a:pt x="99794" y="171333"/>
                  </a:lnTo>
                  <a:cubicBezTo>
                    <a:pt x="47431" y="165448"/>
                    <a:pt x="9254" y="141150"/>
                    <a:pt x="9254" y="90465"/>
                  </a:cubicBezTo>
                  <a:cubicBezTo>
                    <a:pt x="9254" y="32376"/>
                    <a:pt x="61236" y="-180"/>
                    <a:pt x="125404" y="-180"/>
                  </a:cubicBezTo>
                  <a:cubicBezTo>
                    <a:pt x="164782" y="-1022"/>
                    <a:pt x="203404" y="10682"/>
                    <a:pt x="235650" y="33231"/>
                  </a:cubicBezTo>
                  <a:lnTo>
                    <a:pt x="217657" y="61705"/>
                  </a:lnTo>
                  <a:cubicBezTo>
                    <a:pt x="190605" y="42971"/>
                    <a:pt x="158437" y="32966"/>
                    <a:pt x="125499" y="33041"/>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56" name="Freeform 55">
              <a:extLst>
                <a:ext uri="{FF2B5EF4-FFF2-40B4-BE49-F238E27FC236}">
                  <a16:creationId xmlns:a16="http://schemas.microsoft.com/office/drawing/2014/main" id="{EC36CE0F-D7A2-3005-29E9-7E32A718C454}"/>
                </a:ext>
              </a:extLst>
            </p:cNvPr>
            <p:cNvSpPr/>
            <p:nvPr/>
          </p:nvSpPr>
          <p:spPr>
            <a:xfrm>
              <a:off x="1910358" y="1755458"/>
              <a:ext cx="178127" cy="276685"/>
            </a:xfrm>
            <a:custGeom>
              <a:avLst/>
              <a:gdLst>
                <a:gd name="connsiteX0" fmla="*/ 77897 w 178127"/>
                <a:gd name="connsiteY0" fmla="*/ 94978 h 276685"/>
                <a:gd name="connsiteX1" fmla="*/ 77897 w 178127"/>
                <a:gd name="connsiteY1" fmla="*/ 199386 h 276685"/>
                <a:gd name="connsiteX2" fmla="*/ 119120 w 178127"/>
                <a:gd name="connsiteY2" fmla="*/ 245894 h 276685"/>
                <a:gd name="connsiteX3" fmla="*/ 162724 w 178127"/>
                <a:gd name="connsiteY3" fmla="*/ 231277 h 276685"/>
                <a:gd name="connsiteX4" fmla="*/ 178052 w 178127"/>
                <a:gd name="connsiteY4" fmla="*/ 255955 h 276685"/>
                <a:gd name="connsiteX5" fmla="*/ 116454 w 178127"/>
                <a:gd name="connsiteY5" fmla="*/ 276457 h 276685"/>
                <a:gd name="connsiteX6" fmla="*/ 45241 w 178127"/>
                <a:gd name="connsiteY6" fmla="*/ 200525 h 276685"/>
                <a:gd name="connsiteX7" fmla="*/ 45241 w 178127"/>
                <a:gd name="connsiteY7" fmla="*/ 94978 h 276685"/>
                <a:gd name="connsiteX8" fmla="*/ -76 w 178127"/>
                <a:gd name="connsiteY8" fmla="*/ 94978 h 276685"/>
                <a:gd name="connsiteX9" fmla="*/ -76 w 178127"/>
                <a:gd name="connsiteY9" fmla="*/ 65460 h 276685"/>
                <a:gd name="connsiteX10" fmla="*/ 45241 w 178127"/>
                <a:gd name="connsiteY10" fmla="*/ 65460 h 276685"/>
                <a:gd name="connsiteX11" fmla="*/ 45241 w 178127"/>
                <a:gd name="connsiteY11" fmla="*/ -222 h 276685"/>
                <a:gd name="connsiteX12" fmla="*/ 77897 w 178127"/>
                <a:gd name="connsiteY12" fmla="*/ -222 h 276685"/>
                <a:gd name="connsiteX13" fmla="*/ 77897 w 178127"/>
                <a:gd name="connsiteY13" fmla="*/ 65460 h 276685"/>
                <a:gd name="connsiteX14" fmla="*/ 167484 w 178127"/>
                <a:gd name="connsiteY14" fmla="*/ 65460 h 276685"/>
                <a:gd name="connsiteX15" fmla="*/ 167484 w 178127"/>
                <a:gd name="connsiteY15" fmla="*/ 94978 h 2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8127" h="276685">
                  <a:moveTo>
                    <a:pt x="77897" y="94978"/>
                  </a:moveTo>
                  <a:lnTo>
                    <a:pt x="77897" y="199386"/>
                  </a:lnTo>
                  <a:cubicBezTo>
                    <a:pt x="77897" y="231657"/>
                    <a:pt x="95224" y="245894"/>
                    <a:pt x="119120" y="245894"/>
                  </a:cubicBezTo>
                  <a:cubicBezTo>
                    <a:pt x="134818" y="245619"/>
                    <a:pt x="150048" y="240514"/>
                    <a:pt x="162724" y="231277"/>
                  </a:cubicBezTo>
                  <a:lnTo>
                    <a:pt x="178052" y="255955"/>
                  </a:lnTo>
                  <a:cubicBezTo>
                    <a:pt x="160401" y="269472"/>
                    <a:pt x="138710" y="276692"/>
                    <a:pt x="116454" y="276457"/>
                  </a:cubicBezTo>
                  <a:cubicBezTo>
                    <a:pt x="71803" y="276457"/>
                    <a:pt x="45241" y="251969"/>
                    <a:pt x="45241" y="200525"/>
                  </a:cubicBezTo>
                  <a:lnTo>
                    <a:pt x="45241" y="94978"/>
                  </a:lnTo>
                  <a:lnTo>
                    <a:pt x="-76" y="94978"/>
                  </a:lnTo>
                  <a:lnTo>
                    <a:pt x="-76" y="65460"/>
                  </a:lnTo>
                  <a:lnTo>
                    <a:pt x="45241" y="65460"/>
                  </a:lnTo>
                  <a:lnTo>
                    <a:pt x="45241" y="-222"/>
                  </a:lnTo>
                  <a:lnTo>
                    <a:pt x="77897" y="-222"/>
                  </a:lnTo>
                  <a:lnTo>
                    <a:pt x="77897" y="65460"/>
                  </a:lnTo>
                  <a:lnTo>
                    <a:pt x="167484" y="65460"/>
                  </a:lnTo>
                  <a:lnTo>
                    <a:pt x="167484" y="94978"/>
                  </a:lnTo>
                  <a:close/>
                </a:path>
              </a:pathLst>
            </a:custGeom>
            <a:grpFill/>
            <a:ln w="9511" cap="flat">
              <a:noFill/>
              <a:prstDash val="solid"/>
              <a:miter/>
            </a:ln>
          </p:spPr>
          <p:txBody>
            <a:bodyPr rtlCol="0" anchor="ctr"/>
            <a:lstStyle/>
            <a:p>
              <a:endParaRPr lang="en-US" b="1" i="0">
                <a:latin typeface="Tenorite" pitchFamily="2" charset="0"/>
              </a:endParaRPr>
            </a:p>
          </p:txBody>
        </p:sp>
        <p:sp>
          <p:nvSpPr>
            <p:cNvPr id="57" name="Freeform 56">
              <a:extLst>
                <a:ext uri="{FF2B5EF4-FFF2-40B4-BE49-F238E27FC236}">
                  <a16:creationId xmlns:a16="http://schemas.microsoft.com/office/drawing/2014/main" id="{2BE7C370-85D6-BD0E-420F-553AA86934CC}"/>
                </a:ext>
              </a:extLst>
            </p:cNvPr>
            <p:cNvSpPr/>
            <p:nvPr/>
          </p:nvSpPr>
          <p:spPr>
            <a:xfrm>
              <a:off x="2135326" y="1816732"/>
              <a:ext cx="132048" cy="211039"/>
            </a:xfrm>
            <a:custGeom>
              <a:avLst/>
              <a:gdLst>
                <a:gd name="connsiteX0" fmla="*/ 131973 w 132048"/>
                <a:gd name="connsiteY0" fmla="*/ 7033 h 211039"/>
                <a:gd name="connsiteX1" fmla="*/ 124071 w 132048"/>
                <a:gd name="connsiteY1" fmla="*/ 39114 h 211039"/>
                <a:gd name="connsiteX2" fmla="*/ 88179 w 132048"/>
                <a:gd name="connsiteY2" fmla="*/ 30857 h 211039"/>
                <a:gd name="connsiteX3" fmla="*/ 32579 w 132048"/>
                <a:gd name="connsiteY3" fmla="*/ 95304 h 211039"/>
                <a:gd name="connsiteX4" fmla="*/ 32579 w 132048"/>
                <a:gd name="connsiteY4" fmla="*/ 210817 h 211039"/>
                <a:gd name="connsiteX5" fmla="*/ -76 w 132048"/>
                <a:gd name="connsiteY5" fmla="*/ 210817 h 211039"/>
                <a:gd name="connsiteX6" fmla="*/ -76 w 132048"/>
                <a:gd name="connsiteY6" fmla="*/ 3901 h 211039"/>
                <a:gd name="connsiteX7" fmla="*/ 32293 w 132048"/>
                <a:gd name="connsiteY7" fmla="*/ 3901 h 211039"/>
                <a:gd name="connsiteX8" fmla="*/ 32293 w 132048"/>
                <a:gd name="connsiteY8" fmla="*/ 32945 h 211039"/>
                <a:gd name="connsiteX9" fmla="*/ 93891 w 132048"/>
                <a:gd name="connsiteY9" fmla="*/ -181 h 211039"/>
                <a:gd name="connsiteX10" fmla="*/ 131973 w 132048"/>
                <a:gd name="connsiteY10" fmla="*/ 7033 h 211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2048" h="211039">
                  <a:moveTo>
                    <a:pt x="131973" y="7033"/>
                  </a:moveTo>
                  <a:lnTo>
                    <a:pt x="124071" y="39114"/>
                  </a:lnTo>
                  <a:cubicBezTo>
                    <a:pt x="112916" y="33612"/>
                    <a:pt x="100625" y="30784"/>
                    <a:pt x="88179" y="30857"/>
                  </a:cubicBezTo>
                  <a:cubicBezTo>
                    <a:pt x="55714" y="30857"/>
                    <a:pt x="32579" y="56199"/>
                    <a:pt x="32579" y="95304"/>
                  </a:cubicBezTo>
                  <a:lnTo>
                    <a:pt x="32579" y="210817"/>
                  </a:lnTo>
                  <a:lnTo>
                    <a:pt x="-76" y="210817"/>
                  </a:lnTo>
                  <a:lnTo>
                    <a:pt x="-76" y="3901"/>
                  </a:lnTo>
                  <a:lnTo>
                    <a:pt x="32293" y="3901"/>
                  </a:lnTo>
                  <a:lnTo>
                    <a:pt x="32293" y="32945"/>
                  </a:lnTo>
                  <a:cubicBezTo>
                    <a:pt x="45748" y="12079"/>
                    <a:pt x="69011" y="-432"/>
                    <a:pt x="93891" y="-181"/>
                  </a:cubicBezTo>
                  <a:cubicBezTo>
                    <a:pt x="106961" y="-579"/>
                    <a:pt x="119960" y="1883"/>
                    <a:pt x="131973" y="7033"/>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58" name="Freeform 57">
              <a:extLst>
                <a:ext uri="{FF2B5EF4-FFF2-40B4-BE49-F238E27FC236}">
                  <a16:creationId xmlns:a16="http://schemas.microsoft.com/office/drawing/2014/main" id="{4504ABC0-67EA-B82B-BE3A-25E777C2453D}"/>
                </a:ext>
              </a:extLst>
            </p:cNvPr>
            <p:cNvSpPr/>
            <p:nvPr/>
          </p:nvSpPr>
          <p:spPr>
            <a:xfrm>
              <a:off x="2292224" y="1816698"/>
              <a:ext cx="212496" cy="215242"/>
            </a:xfrm>
            <a:custGeom>
              <a:avLst/>
              <a:gdLst>
                <a:gd name="connsiteX0" fmla="*/ 179765 w 212496"/>
                <a:gd name="connsiteY0" fmla="*/ 210851 h 215242"/>
                <a:gd name="connsiteX1" fmla="*/ 179765 w 212496"/>
                <a:gd name="connsiteY1" fmla="*/ 180004 h 215242"/>
                <a:gd name="connsiteX2" fmla="*/ 103602 w 212496"/>
                <a:gd name="connsiteY2" fmla="*/ 214933 h 215242"/>
                <a:gd name="connsiteX3" fmla="*/ -76 w 212496"/>
                <a:gd name="connsiteY3" fmla="*/ 107298 h 215242"/>
                <a:gd name="connsiteX4" fmla="*/ 103602 w 212496"/>
                <a:gd name="connsiteY4" fmla="*/ -146 h 215242"/>
                <a:gd name="connsiteX5" fmla="*/ 179765 w 212496"/>
                <a:gd name="connsiteY5" fmla="*/ 34782 h 215242"/>
                <a:gd name="connsiteX6" fmla="*/ 179765 w 212496"/>
                <a:gd name="connsiteY6" fmla="*/ 3935 h 215242"/>
                <a:gd name="connsiteX7" fmla="*/ 212420 w 212496"/>
                <a:gd name="connsiteY7" fmla="*/ 3935 h 215242"/>
                <a:gd name="connsiteX8" fmla="*/ 212420 w 212496"/>
                <a:gd name="connsiteY8" fmla="*/ 210851 h 215242"/>
                <a:gd name="connsiteX9" fmla="*/ 33626 w 212496"/>
                <a:gd name="connsiteY9" fmla="*/ 107298 h 215242"/>
                <a:gd name="connsiteX10" fmla="*/ 107886 w 212496"/>
                <a:gd name="connsiteY10" fmla="*/ 184370 h 215242"/>
                <a:gd name="connsiteX11" fmla="*/ 181670 w 212496"/>
                <a:gd name="connsiteY11" fmla="*/ 107298 h 215242"/>
                <a:gd name="connsiteX12" fmla="*/ 107886 w 212496"/>
                <a:gd name="connsiteY12" fmla="*/ 30416 h 215242"/>
                <a:gd name="connsiteX13" fmla="*/ 33626 w 212496"/>
                <a:gd name="connsiteY13" fmla="*/ 107583 h 215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2496" h="215242">
                  <a:moveTo>
                    <a:pt x="179765" y="210851"/>
                  </a:moveTo>
                  <a:lnTo>
                    <a:pt x="179765" y="180004"/>
                  </a:lnTo>
                  <a:cubicBezTo>
                    <a:pt x="161516" y="203215"/>
                    <a:pt x="133155" y="216222"/>
                    <a:pt x="103602" y="214933"/>
                  </a:cubicBezTo>
                  <a:cubicBezTo>
                    <a:pt x="45051" y="214933"/>
                    <a:pt x="-76" y="169563"/>
                    <a:pt x="-76" y="107298"/>
                  </a:cubicBezTo>
                  <a:cubicBezTo>
                    <a:pt x="-76" y="45034"/>
                    <a:pt x="45051" y="-146"/>
                    <a:pt x="103602" y="-146"/>
                  </a:cubicBezTo>
                  <a:cubicBezTo>
                    <a:pt x="133136" y="-1341"/>
                    <a:pt x="161456" y="11647"/>
                    <a:pt x="179765" y="34782"/>
                  </a:cubicBezTo>
                  <a:lnTo>
                    <a:pt x="179765" y="3935"/>
                  </a:lnTo>
                  <a:lnTo>
                    <a:pt x="212420" y="3935"/>
                  </a:lnTo>
                  <a:lnTo>
                    <a:pt x="212420" y="210851"/>
                  </a:lnTo>
                  <a:close/>
                  <a:moveTo>
                    <a:pt x="33626" y="107298"/>
                  </a:moveTo>
                  <a:cubicBezTo>
                    <a:pt x="33626" y="150105"/>
                    <a:pt x="63806" y="184370"/>
                    <a:pt x="107886" y="184370"/>
                  </a:cubicBezTo>
                  <a:cubicBezTo>
                    <a:pt x="151966" y="184370"/>
                    <a:pt x="181670" y="151149"/>
                    <a:pt x="181670" y="107298"/>
                  </a:cubicBezTo>
                  <a:cubicBezTo>
                    <a:pt x="181670" y="63447"/>
                    <a:pt x="151014" y="30416"/>
                    <a:pt x="107886" y="30416"/>
                  </a:cubicBezTo>
                  <a:cubicBezTo>
                    <a:pt x="64758" y="30416"/>
                    <a:pt x="33626" y="64966"/>
                    <a:pt x="33626" y="107583"/>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59" name="Freeform 58">
              <a:extLst>
                <a:ext uri="{FF2B5EF4-FFF2-40B4-BE49-F238E27FC236}">
                  <a16:creationId xmlns:a16="http://schemas.microsoft.com/office/drawing/2014/main" id="{886E7C98-FC6C-8908-36FA-4FE23A3A8FD6}"/>
                </a:ext>
              </a:extLst>
            </p:cNvPr>
            <p:cNvSpPr/>
            <p:nvPr/>
          </p:nvSpPr>
          <p:spPr>
            <a:xfrm>
              <a:off x="2554607" y="1755458"/>
              <a:ext cx="178127" cy="276685"/>
            </a:xfrm>
            <a:custGeom>
              <a:avLst/>
              <a:gdLst>
                <a:gd name="connsiteX0" fmla="*/ 77992 w 178127"/>
                <a:gd name="connsiteY0" fmla="*/ 94978 h 276685"/>
                <a:gd name="connsiteX1" fmla="*/ 77992 w 178127"/>
                <a:gd name="connsiteY1" fmla="*/ 199386 h 276685"/>
                <a:gd name="connsiteX2" fmla="*/ 119120 w 178127"/>
                <a:gd name="connsiteY2" fmla="*/ 245894 h 276685"/>
                <a:gd name="connsiteX3" fmla="*/ 162724 w 178127"/>
                <a:gd name="connsiteY3" fmla="*/ 231277 h 276685"/>
                <a:gd name="connsiteX4" fmla="*/ 178052 w 178127"/>
                <a:gd name="connsiteY4" fmla="*/ 255955 h 276685"/>
                <a:gd name="connsiteX5" fmla="*/ 116550 w 178127"/>
                <a:gd name="connsiteY5" fmla="*/ 276457 h 276685"/>
                <a:gd name="connsiteX6" fmla="*/ 45336 w 178127"/>
                <a:gd name="connsiteY6" fmla="*/ 200525 h 276685"/>
                <a:gd name="connsiteX7" fmla="*/ 45336 w 178127"/>
                <a:gd name="connsiteY7" fmla="*/ 94978 h 276685"/>
                <a:gd name="connsiteX8" fmla="*/ -76 w 178127"/>
                <a:gd name="connsiteY8" fmla="*/ 94978 h 276685"/>
                <a:gd name="connsiteX9" fmla="*/ -76 w 178127"/>
                <a:gd name="connsiteY9" fmla="*/ 65460 h 276685"/>
                <a:gd name="connsiteX10" fmla="*/ 45336 w 178127"/>
                <a:gd name="connsiteY10" fmla="*/ 65460 h 276685"/>
                <a:gd name="connsiteX11" fmla="*/ 45336 w 178127"/>
                <a:gd name="connsiteY11" fmla="*/ -222 h 276685"/>
                <a:gd name="connsiteX12" fmla="*/ 77992 w 178127"/>
                <a:gd name="connsiteY12" fmla="*/ -222 h 276685"/>
                <a:gd name="connsiteX13" fmla="*/ 77992 w 178127"/>
                <a:gd name="connsiteY13" fmla="*/ 65460 h 276685"/>
                <a:gd name="connsiteX14" fmla="*/ 167579 w 178127"/>
                <a:gd name="connsiteY14" fmla="*/ 65460 h 276685"/>
                <a:gd name="connsiteX15" fmla="*/ 167579 w 178127"/>
                <a:gd name="connsiteY15" fmla="*/ 94978 h 2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8127" h="276685">
                  <a:moveTo>
                    <a:pt x="77992" y="94978"/>
                  </a:moveTo>
                  <a:lnTo>
                    <a:pt x="77992" y="199386"/>
                  </a:lnTo>
                  <a:cubicBezTo>
                    <a:pt x="77992" y="231657"/>
                    <a:pt x="95224" y="245894"/>
                    <a:pt x="119120" y="245894"/>
                  </a:cubicBezTo>
                  <a:cubicBezTo>
                    <a:pt x="134818" y="245619"/>
                    <a:pt x="150048" y="240514"/>
                    <a:pt x="162724" y="231277"/>
                  </a:cubicBezTo>
                  <a:lnTo>
                    <a:pt x="178052" y="255955"/>
                  </a:lnTo>
                  <a:cubicBezTo>
                    <a:pt x="160444" y="269485"/>
                    <a:pt x="138779" y="276708"/>
                    <a:pt x="116550" y="276457"/>
                  </a:cubicBezTo>
                  <a:cubicBezTo>
                    <a:pt x="71803" y="276457"/>
                    <a:pt x="45336" y="251969"/>
                    <a:pt x="45336" y="200525"/>
                  </a:cubicBezTo>
                  <a:lnTo>
                    <a:pt x="45336" y="94978"/>
                  </a:lnTo>
                  <a:lnTo>
                    <a:pt x="-76" y="94978"/>
                  </a:lnTo>
                  <a:lnTo>
                    <a:pt x="-76" y="65460"/>
                  </a:lnTo>
                  <a:lnTo>
                    <a:pt x="45336" y="65460"/>
                  </a:lnTo>
                  <a:lnTo>
                    <a:pt x="45336" y="-222"/>
                  </a:lnTo>
                  <a:lnTo>
                    <a:pt x="77992" y="-222"/>
                  </a:lnTo>
                  <a:lnTo>
                    <a:pt x="77992" y="65460"/>
                  </a:lnTo>
                  <a:lnTo>
                    <a:pt x="167579" y="65460"/>
                  </a:lnTo>
                  <a:lnTo>
                    <a:pt x="167579" y="94978"/>
                  </a:lnTo>
                  <a:close/>
                </a:path>
              </a:pathLst>
            </a:custGeom>
            <a:grpFill/>
            <a:ln w="9511" cap="flat">
              <a:noFill/>
              <a:prstDash val="solid"/>
              <a:miter/>
            </a:ln>
          </p:spPr>
          <p:txBody>
            <a:bodyPr rtlCol="0" anchor="ctr"/>
            <a:lstStyle/>
            <a:p>
              <a:endParaRPr lang="en-US" b="1" i="0">
                <a:latin typeface="Tenorite" pitchFamily="2" charset="0"/>
              </a:endParaRPr>
            </a:p>
          </p:txBody>
        </p:sp>
        <p:sp>
          <p:nvSpPr>
            <p:cNvPr id="60" name="Freeform 59">
              <a:extLst>
                <a:ext uri="{FF2B5EF4-FFF2-40B4-BE49-F238E27FC236}">
                  <a16:creationId xmlns:a16="http://schemas.microsoft.com/office/drawing/2014/main" id="{A1781193-1D25-9B29-1B49-049513BB5796}"/>
                </a:ext>
              </a:extLst>
            </p:cNvPr>
            <p:cNvSpPr/>
            <p:nvPr/>
          </p:nvSpPr>
          <p:spPr>
            <a:xfrm>
              <a:off x="2763772" y="1817058"/>
              <a:ext cx="200311" cy="215195"/>
            </a:xfrm>
            <a:custGeom>
              <a:avLst/>
              <a:gdLst>
                <a:gd name="connsiteX0" fmla="*/ 200234 w 200311"/>
                <a:gd name="connsiteY0" fmla="*/ 106558 h 215195"/>
                <a:gd name="connsiteX1" fmla="*/ 199663 w 200311"/>
                <a:gd name="connsiteY1" fmla="*/ 118802 h 215195"/>
                <a:gd name="connsiteX2" fmla="*/ 33722 w 200311"/>
                <a:gd name="connsiteY2" fmla="*/ 118802 h 215195"/>
                <a:gd name="connsiteX3" fmla="*/ 107009 w 200311"/>
                <a:gd name="connsiteY3" fmla="*/ 186292 h 215195"/>
                <a:gd name="connsiteX4" fmla="*/ 107124 w 200311"/>
                <a:gd name="connsiteY4" fmla="*/ 186288 h 215195"/>
                <a:gd name="connsiteX5" fmla="*/ 172816 w 200311"/>
                <a:gd name="connsiteY5" fmla="*/ 160281 h 215195"/>
                <a:gd name="connsiteX6" fmla="*/ 190333 w 200311"/>
                <a:gd name="connsiteY6" fmla="*/ 182586 h 215195"/>
                <a:gd name="connsiteX7" fmla="*/ 104649 w 200311"/>
                <a:gd name="connsiteY7" fmla="*/ 214857 h 215195"/>
                <a:gd name="connsiteX8" fmla="*/ -76 w 200311"/>
                <a:gd name="connsiteY8" fmla="*/ 107413 h 215195"/>
                <a:gd name="connsiteX9" fmla="*/ 102840 w 200311"/>
                <a:gd name="connsiteY9" fmla="*/ -222 h 215195"/>
                <a:gd name="connsiteX10" fmla="*/ 200234 w 200311"/>
                <a:gd name="connsiteY10" fmla="*/ 106558 h 215195"/>
                <a:gd name="connsiteX11" fmla="*/ 33722 w 200311"/>
                <a:gd name="connsiteY11" fmla="*/ 92321 h 215195"/>
                <a:gd name="connsiteX12" fmla="*/ 167008 w 200311"/>
                <a:gd name="connsiteY12" fmla="*/ 92321 h 215195"/>
                <a:gd name="connsiteX13" fmla="*/ 102078 w 200311"/>
                <a:gd name="connsiteY13" fmla="*/ 28822 h 215195"/>
                <a:gd name="connsiteX14" fmla="*/ 33722 w 200311"/>
                <a:gd name="connsiteY14" fmla="*/ 92321 h 215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0311" h="215195">
                  <a:moveTo>
                    <a:pt x="200234" y="106558"/>
                  </a:moveTo>
                  <a:cubicBezTo>
                    <a:pt x="200254" y="110647"/>
                    <a:pt x="200064" y="114733"/>
                    <a:pt x="199663" y="118802"/>
                  </a:cubicBezTo>
                  <a:lnTo>
                    <a:pt x="33722" y="118802"/>
                  </a:lnTo>
                  <a:cubicBezTo>
                    <a:pt x="35266" y="157615"/>
                    <a:pt x="68077" y="187832"/>
                    <a:pt x="107009" y="186292"/>
                  </a:cubicBezTo>
                  <a:cubicBezTo>
                    <a:pt x="107047" y="186291"/>
                    <a:pt x="107086" y="186289"/>
                    <a:pt x="107124" y="186288"/>
                  </a:cubicBezTo>
                  <a:cubicBezTo>
                    <a:pt x="131558" y="186344"/>
                    <a:pt x="155077" y="177032"/>
                    <a:pt x="172816" y="160281"/>
                  </a:cubicBezTo>
                  <a:lnTo>
                    <a:pt x="190333" y="182586"/>
                  </a:lnTo>
                  <a:cubicBezTo>
                    <a:pt x="167424" y="204609"/>
                    <a:pt x="136442" y="216278"/>
                    <a:pt x="104649" y="214857"/>
                  </a:cubicBezTo>
                  <a:cubicBezTo>
                    <a:pt x="43337" y="214857"/>
                    <a:pt x="-76" y="171386"/>
                    <a:pt x="-76" y="107413"/>
                  </a:cubicBezTo>
                  <a:cubicBezTo>
                    <a:pt x="-76" y="43439"/>
                    <a:pt x="43908" y="-222"/>
                    <a:pt x="102840" y="-222"/>
                  </a:cubicBezTo>
                  <a:cubicBezTo>
                    <a:pt x="159106" y="-222"/>
                    <a:pt x="199663" y="43629"/>
                    <a:pt x="200234" y="106558"/>
                  </a:cubicBezTo>
                  <a:close/>
                  <a:moveTo>
                    <a:pt x="33722" y="92321"/>
                  </a:moveTo>
                  <a:lnTo>
                    <a:pt x="167008" y="92321"/>
                  </a:lnTo>
                  <a:cubicBezTo>
                    <a:pt x="162819" y="53690"/>
                    <a:pt x="137399" y="28822"/>
                    <a:pt x="102078" y="28822"/>
                  </a:cubicBezTo>
                  <a:cubicBezTo>
                    <a:pt x="63806" y="28822"/>
                    <a:pt x="39053" y="55019"/>
                    <a:pt x="33722" y="92321"/>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61" name="Freeform 60">
              <a:extLst>
                <a:ext uri="{FF2B5EF4-FFF2-40B4-BE49-F238E27FC236}">
                  <a16:creationId xmlns:a16="http://schemas.microsoft.com/office/drawing/2014/main" id="{AE4DEFC0-63DF-9D83-D67A-CA73CDB8AE82}"/>
                </a:ext>
              </a:extLst>
            </p:cNvPr>
            <p:cNvSpPr/>
            <p:nvPr/>
          </p:nvSpPr>
          <p:spPr>
            <a:xfrm>
              <a:off x="3009209" y="1816967"/>
              <a:ext cx="209735" cy="301766"/>
            </a:xfrm>
            <a:custGeom>
              <a:avLst/>
              <a:gdLst>
                <a:gd name="connsiteX0" fmla="*/ 176814 w 209735"/>
                <a:gd name="connsiteY0" fmla="*/ 34988 h 301766"/>
                <a:gd name="connsiteX1" fmla="*/ 176814 w 209735"/>
                <a:gd name="connsiteY1" fmla="*/ 3950 h 301766"/>
                <a:gd name="connsiteX2" fmla="*/ 209660 w 209735"/>
                <a:gd name="connsiteY2" fmla="*/ 3950 h 301766"/>
                <a:gd name="connsiteX3" fmla="*/ 209660 w 209735"/>
                <a:gd name="connsiteY3" fmla="*/ 196629 h 301766"/>
                <a:gd name="connsiteX4" fmla="*/ 99889 w 209735"/>
                <a:gd name="connsiteY4" fmla="*/ 301511 h 301766"/>
                <a:gd name="connsiteX5" fmla="*/ 12491 w 209735"/>
                <a:gd name="connsiteY5" fmla="*/ 273701 h 301766"/>
                <a:gd name="connsiteX6" fmla="*/ 26962 w 209735"/>
                <a:gd name="connsiteY6" fmla="*/ 247504 h 301766"/>
                <a:gd name="connsiteX7" fmla="*/ 99889 w 209735"/>
                <a:gd name="connsiteY7" fmla="*/ 271803 h 301766"/>
                <a:gd name="connsiteX8" fmla="*/ 176814 w 209735"/>
                <a:gd name="connsiteY8" fmla="*/ 197958 h 301766"/>
                <a:gd name="connsiteX9" fmla="*/ 176814 w 209735"/>
                <a:gd name="connsiteY9" fmla="*/ 176792 h 301766"/>
                <a:gd name="connsiteX10" fmla="*/ 102745 w 209735"/>
                <a:gd name="connsiteY10" fmla="*/ 211911 h 301766"/>
                <a:gd name="connsiteX11" fmla="*/ -76 w 209735"/>
                <a:gd name="connsiteY11" fmla="*/ 105795 h 301766"/>
                <a:gd name="connsiteX12" fmla="*/ 102745 w 209735"/>
                <a:gd name="connsiteY12" fmla="*/ -131 h 301766"/>
                <a:gd name="connsiteX13" fmla="*/ 176814 w 209735"/>
                <a:gd name="connsiteY13" fmla="*/ 34988 h 301766"/>
                <a:gd name="connsiteX14" fmla="*/ 33246 w 209735"/>
                <a:gd name="connsiteY14" fmla="*/ 106174 h 301766"/>
                <a:gd name="connsiteX15" fmla="*/ 106458 w 209735"/>
                <a:gd name="connsiteY15" fmla="*/ 182107 h 301766"/>
                <a:gd name="connsiteX16" fmla="*/ 173644 w 209735"/>
                <a:gd name="connsiteY16" fmla="*/ 98173 h 301766"/>
                <a:gd name="connsiteX17" fmla="*/ 106458 w 209735"/>
                <a:gd name="connsiteY17" fmla="*/ 31191 h 301766"/>
                <a:gd name="connsiteX18" fmla="*/ 33246 w 209735"/>
                <a:gd name="connsiteY18" fmla="*/ 106174 h 301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9735" h="301766">
                  <a:moveTo>
                    <a:pt x="176814" y="34988"/>
                  </a:moveTo>
                  <a:lnTo>
                    <a:pt x="176814" y="3950"/>
                  </a:lnTo>
                  <a:lnTo>
                    <a:pt x="209660" y="3950"/>
                  </a:lnTo>
                  <a:lnTo>
                    <a:pt x="209660" y="196629"/>
                  </a:lnTo>
                  <a:cubicBezTo>
                    <a:pt x="209660" y="264114"/>
                    <a:pt x="164057" y="301511"/>
                    <a:pt x="99889" y="301511"/>
                  </a:cubicBezTo>
                  <a:cubicBezTo>
                    <a:pt x="68464" y="302191"/>
                    <a:pt x="37709" y="292405"/>
                    <a:pt x="12491" y="273701"/>
                  </a:cubicBezTo>
                  <a:lnTo>
                    <a:pt x="26962" y="247504"/>
                  </a:lnTo>
                  <a:cubicBezTo>
                    <a:pt x="47945" y="263349"/>
                    <a:pt x="73566" y="271886"/>
                    <a:pt x="99889" y="271803"/>
                  </a:cubicBezTo>
                  <a:cubicBezTo>
                    <a:pt x="144825" y="271803"/>
                    <a:pt x="176814" y="246175"/>
                    <a:pt x="176814" y="197958"/>
                  </a:cubicBezTo>
                  <a:lnTo>
                    <a:pt x="176814" y="176792"/>
                  </a:lnTo>
                  <a:cubicBezTo>
                    <a:pt x="159587" y="200133"/>
                    <a:pt x="131777" y="213318"/>
                    <a:pt x="102745" y="211911"/>
                  </a:cubicBezTo>
                  <a:cubicBezTo>
                    <a:pt x="44480" y="211911"/>
                    <a:pt x="-76" y="168439"/>
                    <a:pt x="-76" y="105795"/>
                  </a:cubicBezTo>
                  <a:cubicBezTo>
                    <a:pt x="-76" y="43150"/>
                    <a:pt x="44480" y="-131"/>
                    <a:pt x="102745" y="-131"/>
                  </a:cubicBezTo>
                  <a:cubicBezTo>
                    <a:pt x="131760" y="-1453"/>
                    <a:pt x="159531" y="11714"/>
                    <a:pt x="176814" y="34988"/>
                  </a:cubicBezTo>
                  <a:close/>
                  <a:moveTo>
                    <a:pt x="33246" y="106174"/>
                  </a:moveTo>
                  <a:cubicBezTo>
                    <a:pt x="33246" y="148032"/>
                    <a:pt x="62378" y="182107"/>
                    <a:pt x="106458" y="182107"/>
                  </a:cubicBezTo>
                  <a:cubicBezTo>
                    <a:pt x="148259" y="177426"/>
                    <a:pt x="178339" y="139847"/>
                    <a:pt x="173644" y="98173"/>
                  </a:cubicBezTo>
                  <a:cubicBezTo>
                    <a:pt x="169675" y="62948"/>
                    <a:pt x="141790" y="35148"/>
                    <a:pt x="106458" y="31191"/>
                  </a:cubicBezTo>
                  <a:cubicBezTo>
                    <a:pt x="62378" y="30242"/>
                    <a:pt x="33246" y="64032"/>
                    <a:pt x="33246" y="106174"/>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62" name="Freeform 61">
              <a:extLst>
                <a:ext uri="{FF2B5EF4-FFF2-40B4-BE49-F238E27FC236}">
                  <a16:creationId xmlns:a16="http://schemas.microsoft.com/office/drawing/2014/main" id="{5DA038CF-29DD-8E73-43D6-5D89A6755071}"/>
                </a:ext>
              </a:extLst>
            </p:cNvPr>
            <p:cNvSpPr/>
            <p:nvPr/>
          </p:nvSpPr>
          <p:spPr>
            <a:xfrm>
              <a:off x="3261977" y="1821234"/>
              <a:ext cx="223064" cy="295093"/>
            </a:xfrm>
            <a:custGeom>
              <a:avLst/>
              <a:gdLst>
                <a:gd name="connsiteX0" fmla="*/ 17823 w 223064"/>
                <a:gd name="connsiteY0" fmla="*/ 294776 h 295093"/>
                <a:gd name="connsiteX1" fmla="*/ 95129 w 223064"/>
                <a:gd name="connsiteY1" fmla="*/ 161894 h 295093"/>
                <a:gd name="connsiteX2" fmla="*/ -76 w 223064"/>
                <a:gd name="connsiteY2" fmla="*/ -222 h 295093"/>
                <a:gd name="connsiteX3" fmla="*/ 36483 w 223064"/>
                <a:gd name="connsiteY3" fmla="*/ -222 h 295093"/>
                <a:gd name="connsiteX4" fmla="*/ 113884 w 223064"/>
                <a:gd name="connsiteY4" fmla="*/ 129528 h 295093"/>
                <a:gd name="connsiteX5" fmla="*/ 187001 w 223064"/>
                <a:gd name="connsiteY5" fmla="*/ -222 h 295093"/>
                <a:gd name="connsiteX6" fmla="*/ 222988 w 223064"/>
                <a:gd name="connsiteY6" fmla="*/ -222 h 295093"/>
                <a:gd name="connsiteX7" fmla="*/ 54000 w 223064"/>
                <a:gd name="connsiteY7" fmla="*/ 294871 h 29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3064" h="295093">
                  <a:moveTo>
                    <a:pt x="17823" y="294776"/>
                  </a:moveTo>
                  <a:lnTo>
                    <a:pt x="95129" y="161894"/>
                  </a:lnTo>
                  <a:lnTo>
                    <a:pt x="-76" y="-222"/>
                  </a:lnTo>
                  <a:lnTo>
                    <a:pt x="36483" y="-222"/>
                  </a:lnTo>
                  <a:lnTo>
                    <a:pt x="113884" y="129528"/>
                  </a:lnTo>
                  <a:lnTo>
                    <a:pt x="187001" y="-222"/>
                  </a:lnTo>
                  <a:lnTo>
                    <a:pt x="222988" y="-222"/>
                  </a:lnTo>
                  <a:lnTo>
                    <a:pt x="54000" y="294871"/>
                  </a:lnTo>
                  <a:close/>
                </a:path>
              </a:pathLst>
            </a:custGeom>
            <a:grpFill/>
            <a:ln w="9511" cap="flat">
              <a:noFill/>
              <a:prstDash val="solid"/>
              <a:miter/>
            </a:ln>
          </p:spPr>
          <p:txBody>
            <a:bodyPr rtlCol="0" anchor="ctr"/>
            <a:lstStyle/>
            <a:p>
              <a:endParaRPr lang="en-US" b="1" i="0">
                <a:latin typeface="Tenorite" pitchFamily="2" charset="0"/>
              </a:endParaRPr>
            </a:p>
          </p:txBody>
        </p:sp>
        <p:sp>
          <p:nvSpPr>
            <p:cNvPr id="63" name="Freeform 62">
              <a:extLst>
                <a:ext uri="{FF2B5EF4-FFF2-40B4-BE49-F238E27FC236}">
                  <a16:creationId xmlns:a16="http://schemas.microsoft.com/office/drawing/2014/main" id="{543CD034-18E6-3E3C-9303-BC353E36B86D}"/>
                </a:ext>
              </a:extLst>
            </p:cNvPr>
            <p:cNvSpPr/>
            <p:nvPr/>
          </p:nvSpPr>
          <p:spPr>
            <a:xfrm>
              <a:off x="3633465" y="1816691"/>
              <a:ext cx="345116" cy="211080"/>
            </a:xfrm>
            <a:custGeom>
              <a:avLst/>
              <a:gdLst>
                <a:gd name="connsiteX0" fmla="*/ 345041 w 345116"/>
                <a:gd name="connsiteY0" fmla="*/ 82911 h 211080"/>
                <a:gd name="connsiteX1" fmla="*/ 345041 w 345116"/>
                <a:gd name="connsiteY1" fmla="*/ 210858 h 211080"/>
                <a:gd name="connsiteX2" fmla="*/ 312386 w 345116"/>
                <a:gd name="connsiteY2" fmla="*/ 210858 h 211080"/>
                <a:gd name="connsiteX3" fmla="*/ 312386 w 345116"/>
                <a:gd name="connsiteY3" fmla="*/ 93542 h 211080"/>
                <a:gd name="connsiteX4" fmla="*/ 252311 w 345116"/>
                <a:gd name="connsiteY4" fmla="*/ 31087 h 211080"/>
                <a:gd name="connsiteX5" fmla="*/ 188806 w 345116"/>
                <a:gd name="connsiteY5" fmla="*/ 89352 h 211080"/>
                <a:gd name="connsiteX6" fmla="*/ 188810 w 345116"/>
                <a:gd name="connsiteY6" fmla="*/ 94491 h 211080"/>
                <a:gd name="connsiteX7" fmla="*/ 188810 w 345116"/>
                <a:gd name="connsiteY7" fmla="*/ 210858 h 211080"/>
                <a:gd name="connsiteX8" fmla="*/ 156155 w 345116"/>
                <a:gd name="connsiteY8" fmla="*/ 210858 h 211080"/>
                <a:gd name="connsiteX9" fmla="*/ 156155 w 345116"/>
                <a:gd name="connsiteY9" fmla="*/ 93542 h 211080"/>
                <a:gd name="connsiteX10" fmla="*/ 96366 w 345116"/>
                <a:gd name="connsiteY10" fmla="*/ 31087 h 211080"/>
                <a:gd name="connsiteX11" fmla="*/ 32770 w 345116"/>
                <a:gd name="connsiteY11" fmla="*/ 89451 h 211080"/>
                <a:gd name="connsiteX12" fmla="*/ 32770 w 345116"/>
                <a:gd name="connsiteY12" fmla="*/ 94491 h 211080"/>
                <a:gd name="connsiteX13" fmla="*/ 32770 w 345116"/>
                <a:gd name="connsiteY13" fmla="*/ 210858 h 211080"/>
                <a:gd name="connsiteX14" fmla="*/ -76 w 345116"/>
                <a:gd name="connsiteY14" fmla="*/ 210858 h 211080"/>
                <a:gd name="connsiteX15" fmla="*/ -76 w 345116"/>
                <a:gd name="connsiteY15" fmla="*/ 3941 h 211080"/>
                <a:gd name="connsiteX16" fmla="*/ 32389 w 345116"/>
                <a:gd name="connsiteY16" fmla="*/ 3941 h 211080"/>
                <a:gd name="connsiteX17" fmla="*/ 32389 w 345116"/>
                <a:gd name="connsiteY17" fmla="*/ 33460 h 211080"/>
                <a:gd name="connsiteX18" fmla="*/ 102269 w 345116"/>
                <a:gd name="connsiteY18" fmla="*/ -140 h 211080"/>
                <a:gd name="connsiteX19" fmla="*/ 180051 w 345116"/>
                <a:gd name="connsiteY19" fmla="*/ 43236 h 211080"/>
                <a:gd name="connsiteX20" fmla="*/ 258214 w 345116"/>
                <a:gd name="connsiteY20" fmla="*/ -140 h 211080"/>
                <a:gd name="connsiteX21" fmla="*/ 345041 w 345116"/>
                <a:gd name="connsiteY21" fmla="*/ 82911 h 211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45116" h="211080">
                  <a:moveTo>
                    <a:pt x="345041" y="82911"/>
                  </a:moveTo>
                  <a:lnTo>
                    <a:pt x="345041" y="210858"/>
                  </a:lnTo>
                  <a:lnTo>
                    <a:pt x="312386" y="210858"/>
                  </a:lnTo>
                  <a:lnTo>
                    <a:pt x="312386" y="93542"/>
                  </a:lnTo>
                  <a:cubicBezTo>
                    <a:pt x="312386" y="54057"/>
                    <a:pt x="290679" y="31087"/>
                    <a:pt x="252311" y="31087"/>
                  </a:cubicBezTo>
                  <a:cubicBezTo>
                    <a:pt x="218637" y="29693"/>
                    <a:pt x="190204" y="55779"/>
                    <a:pt x="188806" y="89352"/>
                  </a:cubicBezTo>
                  <a:cubicBezTo>
                    <a:pt x="188735" y="91064"/>
                    <a:pt x="188736" y="92779"/>
                    <a:pt x="188810" y="94491"/>
                  </a:cubicBezTo>
                  <a:lnTo>
                    <a:pt x="188810" y="210858"/>
                  </a:lnTo>
                  <a:lnTo>
                    <a:pt x="156155" y="210858"/>
                  </a:lnTo>
                  <a:lnTo>
                    <a:pt x="156155" y="93542"/>
                  </a:lnTo>
                  <a:cubicBezTo>
                    <a:pt x="156155" y="54057"/>
                    <a:pt x="134639" y="31087"/>
                    <a:pt x="96366" y="31087"/>
                  </a:cubicBezTo>
                  <a:cubicBezTo>
                    <a:pt x="62639" y="29695"/>
                    <a:pt x="34165" y="55826"/>
                    <a:pt x="32770" y="89451"/>
                  </a:cubicBezTo>
                  <a:cubicBezTo>
                    <a:pt x="32700" y="91130"/>
                    <a:pt x="32700" y="92812"/>
                    <a:pt x="32770" y="94491"/>
                  </a:cubicBezTo>
                  <a:lnTo>
                    <a:pt x="32770" y="210858"/>
                  </a:lnTo>
                  <a:lnTo>
                    <a:pt x="-76" y="210858"/>
                  </a:lnTo>
                  <a:lnTo>
                    <a:pt x="-76" y="3941"/>
                  </a:lnTo>
                  <a:lnTo>
                    <a:pt x="32389" y="3941"/>
                  </a:lnTo>
                  <a:lnTo>
                    <a:pt x="32389" y="33460"/>
                  </a:lnTo>
                  <a:cubicBezTo>
                    <a:pt x="48532" y="11257"/>
                    <a:pt x="74790" y="-1369"/>
                    <a:pt x="102269" y="-140"/>
                  </a:cubicBezTo>
                  <a:cubicBezTo>
                    <a:pt x="138828" y="-140"/>
                    <a:pt x="166627" y="15996"/>
                    <a:pt x="180051" y="43236"/>
                  </a:cubicBezTo>
                  <a:cubicBezTo>
                    <a:pt x="196426" y="11155"/>
                    <a:pt x="229081" y="-140"/>
                    <a:pt x="258214" y="-140"/>
                  </a:cubicBezTo>
                  <a:cubicBezTo>
                    <a:pt x="309720" y="145"/>
                    <a:pt x="345041" y="32891"/>
                    <a:pt x="345041" y="82911"/>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64" name="Freeform 63">
              <a:extLst>
                <a:ext uri="{FF2B5EF4-FFF2-40B4-BE49-F238E27FC236}">
                  <a16:creationId xmlns:a16="http://schemas.microsoft.com/office/drawing/2014/main" id="{D7252FB9-40D5-5E7F-6597-3B7AFD862708}"/>
                </a:ext>
              </a:extLst>
            </p:cNvPr>
            <p:cNvSpPr/>
            <p:nvPr/>
          </p:nvSpPr>
          <p:spPr>
            <a:xfrm>
              <a:off x="4036276" y="1816698"/>
              <a:ext cx="212496" cy="215242"/>
            </a:xfrm>
            <a:custGeom>
              <a:avLst/>
              <a:gdLst>
                <a:gd name="connsiteX0" fmla="*/ 179766 w 212496"/>
                <a:gd name="connsiteY0" fmla="*/ 210851 h 215242"/>
                <a:gd name="connsiteX1" fmla="*/ 179766 w 212496"/>
                <a:gd name="connsiteY1" fmla="*/ 180004 h 215242"/>
                <a:gd name="connsiteX2" fmla="*/ 103602 w 212496"/>
                <a:gd name="connsiteY2" fmla="*/ 214933 h 215242"/>
                <a:gd name="connsiteX3" fmla="*/ -76 w 212496"/>
                <a:gd name="connsiteY3" fmla="*/ 107298 h 215242"/>
                <a:gd name="connsiteX4" fmla="*/ 103602 w 212496"/>
                <a:gd name="connsiteY4" fmla="*/ -146 h 215242"/>
                <a:gd name="connsiteX5" fmla="*/ 179766 w 212496"/>
                <a:gd name="connsiteY5" fmla="*/ 34782 h 215242"/>
                <a:gd name="connsiteX6" fmla="*/ 179766 w 212496"/>
                <a:gd name="connsiteY6" fmla="*/ 3935 h 215242"/>
                <a:gd name="connsiteX7" fmla="*/ 212421 w 212496"/>
                <a:gd name="connsiteY7" fmla="*/ 3935 h 215242"/>
                <a:gd name="connsiteX8" fmla="*/ 212421 w 212496"/>
                <a:gd name="connsiteY8" fmla="*/ 210851 h 215242"/>
                <a:gd name="connsiteX9" fmla="*/ 33627 w 212496"/>
                <a:gd name="connsiteY9" fmla="*/ 107298 h 215242"/>
                <a:gd name="connsiteX10" fmla="*/ 107886 w 212496"/>
                <a:gd name="connsiteY10" fmla="*/ 184370 h 215242"/>
                <a:gd name="connsiteX11" fmla="*/ 181670 w 212496"/>
                <a:gd name="connsiteY11" fmla="*/ 107298 h 215242"/>
                <a:gd name="connsiteX12" fmla="*/ 108267 w 212496"/>
                <a:gd name="connsiteY12" fmla="*/ 30511 h 215242"/>
                <a:gd name="connsiteX13" fmla="*/ 34007 w 212496"/>
                <a:gd name="connsiteY13" fmla="*/ 107583 h 215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2496" h="215242">
                  <a:moveTo>
                    <a:pt x="179766" y="210851"/>
                  </a:moveTo>
                  <a:lnTo>
                    <a:pt x="179766" y="180004"/>
                  </a:lnTo>
                  <a:cubicBezTo>
                    <a:pt x="161517" y="203215"/>
                    <a:pt x="133155" y="216222"/>
                    <a:pt x="103602" y="214933"/>
                  </a:cubicBezTo>
                  <a:cubicBezTo>
                    <a:pt x="45051" y="214933"/>
                    <a:pt x="-76" y="169563"/>
                    <a:pt x="-76" y="107298"/>
                  </a:cubicBezTo>
                  <a:cubicBezTo>
                    <a:pt x="-76" y="45034"/>
                    <a:pt x="45051" y="-146"/>
                    <a:pt x="103602" y="-146"/>
                  </a:cubicBezTo>
                  <a:cubicBezTo>
                    <a:pt x="133137" y="-1341"/>
                    <a:pt x="161457" y="11647"/>
                    <a:pt x="179766" y="34782"/>
                  </a:cubicBezTo>
                  <a:lnTo>
                    <a:pt x="179766" y="3935"/>
                  </a:lnTo>
                  <a:lnTo>
                    <a:pt x="212421" y="3935"/>
                  </a:lnTo>
                  <a:lnTo>
                    <a:pt x="212421" y="210851"/>
                  </a:lnTo>
                  <a:close/>
                  <a:moveTo>
                    <a:pt x="33627" y="107298"/>
                  </a:moveTo>
                  <a:cubicBezTo>
                    <a:pt x="33627" y="150105"/>
                    <a:pt x="63806" y="184370"/>
                    <a:pt x="107886" y="184370"/>
                  </a:cubicBezTo>
                  <a:cubicBezTo>
                    <a:pt x="151966" y="184370"/>
                    <a:pt x="181670" y="151149"/>
                    <a:pt x="181670" y="107298"/>
                  </a:cubicBezTo>
                  <a:cubicBezTo>
                    <a:pt x="181670" y="63447"/>
                    <a:pt x="151204" y="30511"/>
                    <a:pt x="108267" y="30511"/>
                  </a:cubicBezTo>
                  <a:cubicBezTo>
                    <a:pt x="65330" y="30511"/>
                    <a:pt x="34007" y="64966"/>
                    <a:pt x="34007" y="107583"/>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65" name="Freeform 64">
              <a:extLst>
                <a:ext uri="{FF2B5EF4-FFF2-40B4-BE49-F238E27FC236}">
                  <a16:creationId xmlns:a16="http://schemas.microsoft.com/office/drawing/2014/main" id="{B4DCA5C9-21B4-3A06-E0B3-D290469C5872}"/>
                </a:ext>
              </a:extLst>
            </p:cNvPr>
            <p:cNvSpPr/>
            <p:nvPr/>
          </p:nvSpPr>
          <p:spPr>
            <a:xfrm>
              <a:off x="4309609" y="1713505"/>
              <a:ext cx="212496" cy="318434"/>
            </a:xfrm>
            <a:custGeom>
              <a:avLst/>
              <a:gdLst>
                <a:gd name="connsiteX0" fmla="*/ 179766 w 212496"/>
                <a:gd name="connsiteY0" fmla="*/ 138260 h 318434"/>
                <a:gd name="connsiteX1" fmla="*/ 179766 w 212496"/>
                <a:gd name="connsiteY1" fmla="*/ -222 h 318434"/>
                <a:gd name="connsiteX2" fmla="*/ 212421 w 212496"/>
                <a:gd name="connsiteY2" fmla="*/ -222 h 318434"/>
                <a:gd name="connsiteX3" fmla="*/ 212421 w 212496"/>
                <a:gd name="connsiteY3" fmla="*/ 314044 h 318434"/>
                <a:gd name="connsiteX4" fmla="*/ 179766 w 212496"/>
                <a:gd name="connsiteY4" fmla="*/ 314044 h 318434"/>
                <a:gd name="connsiteX5" fmla="*/ 179766 w 212496"/>
                <a:gd name="connsiteY5" fmla="*/ 283196 h 318434"/>
                <a:gd name="connsiteX6" fmla="*/ 103602 w 212496"/>
                <a:gd name="connsiteY6" fmla="*/ 318125 h 318434"/>
                <a:gd name="connsiteX7" fmla="*/ -76 w 212496"/>
                <a:gd name="connsiteY7" fmla="*/ 210491 h 318434"/>
                <a:gd name="connsiteX8" fmla="*/ 103602 w 212496"/>
                <a:gd name="connsiteY8" fmla="*/ 103046 h 318434"/>
                <a:gd name="connsiteX9" fmla="*/ 179766 w 212496"/>
                <a:gd name="connsiteY9" fmla="*/ 138260 h 318434"/>
                <a:gd name="connsiteX10" fmla="*/ 33626 w 212496"/>
                <a:gd name="connsiteY10" fmla="*/ 210775 h 318434"/>
                <a:gd name="connsiteX11" fmla="*/ 107886 w 212496"/>
                <a:gd name="connsiteY11" fmla="*/ 287847 h 318434"/>
                <a:gd name="connsiteX12" fmla="*/ 181765 w 212496"/>
                <a:gd name="connsiteY12" fmla="*/ 210775 h 318434"/>
                <a:gd name="connsiteX13" fmla="*/ 107886 w 212496"/>
                <a:gd name="connsiteY13" fmla="*/ 133894 h 318434"/>
                <a:gd name="connsiteX14" fmla="*/ 33626 w 212496"/>
                <a:gd name="connsiteY14" fmla="*/ 210775 h 318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2496" h="318434">
                  <a:moveTo>
                    <a:pt x="179766" y="138260"/>
                  </a:moveTo>
                  <a:lnTo>
                    <a:pt x="179766" y="-222"/>
                  </a:lnTo>
                  <a:lnTo>
                    <a:pt x="212421" y="-222"/>
                  </a:lnTo>
                  <a:lnTo>
                    <a:pt x="212421" y="314044"/>
                  </a:lnTo>
                  <a:lnTo>
                    <a:pt x="179766" y="314044"/>
                  </a:lnTo>
                  <a:lnTo>
                    <a:pt x="179766" y="283196"/>
                  </a:lnTo>
                  <a:cubicBezTo>
                    <a:pt x="161517" y="306408"/>
                    <a:pt x="133155" y="319414"/>
                    <a:pt x="103602" y="318125"/>
                  </a:cubicBezTo>
                  <a:cubicBezTo>
                    <a:pt x="45146" y="318125"/>
                    <a:pt x="-76" y="272755"/>
                    <a:pt x="-76" y="210491"/>
                  </a:cubicBezTo>
                  <a:cubicBezTo>
                    <a:pt x="-76" y="148226"/>
                    <a:pt x="45146" y="103046"/>
                    <a:pt x="103602" y="103046"/>
                  </a:cubicBezTo>
                  <a:cubicBezTo>
                    <a:pt x="133187" y="101919"/>
                    <a:pt x="161516" y="115018"/>
                    <a:pt x="179766" y="138260"/>
                  </a:cubicBezTo>
                  <a:close/>
                  <a:moveTo>
                    <a:pt x="33626" y="210775"/>
                  </a:moveTo>
                  <a:cubicBezTo>
                    <a:pt x="33626" y="253583"/>
                    <a:pt x="63901" y="287847"/>
                    <a:pt x="107886" y="287847"/>
                  </a:cubicBezTo>
                  <a:cubicBezTo>
                    <a:pt x="151871" y="287847"/>
                    <a:pt x="181765" y="254626"/>
                    <a:pt x="181765" y="210775"/>
                  </a:cubicBezTo>
                  <a:cubicBezTo>
                    <a:pt x="181765" y="166924"/>
                    <a:pt x="151109" y="133894"/>
                    <a:pt x="107886" y="133894"/>
                  </a:cubicBezTo>
                  <a:cubicBezTo>
                    <a:pt x="64663" y="133894"/>
                    <a:pt x="33626" y="168158"/>
                    <a:pt x="33626" y="210775"/>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66" name="Freeform 65">
              <a:extLst>
                <a:ext uri="{FF2B5EF4-FFF2-40B4-BE49-F238E27FC236}">
                  <a16:creationId xmlns:a16="http://schemas.microsoft.com/office/drawing/2014/main" id="{F2260E93-5F12-4214-0073-A4C62C408C53}"/>
                </a:ext>
              </a:extLst>
            </p:cNvPr>
            <p:cNvSpPr/>
            <p:nvPr/>
          </p:nvSpPr>
          <p:spPr>
            <a:xfrm>
              <a:off x="4582750" y="1817058"/>
              <a:ext cx="200786" cy="215195"/>
            </a:xfrm>
            <a:custGeom>
              <a:avLst/>
              <a:gdLst>
                <a:gd name="connsiteX0" fmla="*/ 200710 w 200786"/>
                <a:gd name="connsiteY0" fmla="*/ 106558 h 215195"/>
                <a:gd name="connsiteX1" fmla="*/ 200044 w 200786"/>
                <a:gd name="connsiteY1" fmla="*/ 118802 h 215195"/>
                <a:gd name="connsiteX2" fmla="*/ 33722 w 200786"/>
                <a:gd name="connsiteY2" fmla="*/ 118802 h 215195"/>
                <a:gd name="connsiteX3" fmla="*/ 107009 w 200786"/>
                <a:gd name="connsiteY3" fmla="*/ 186292 h 215195"/>
                <a:gd name="connsiteX4" fmla="*/ 107124 w 200786"/>
                <a:gd name="connsiteY4" fmla="*/ 186288 h 215195"/>
                <a:gd name="connsiteX5" fmla="*/ 172816 w 200786"/>
                <a:gd name="connsiteY5" fmla="*/ 160281 h 215195"/>
                <a:gd name="connsiteX6" fmla="*/ 190333 w 200786"/>
                <a:gd name="connsiteY6" fmla="*/ 182586 h 215195"/>
                <a:gd name="connsiteX7" fmla="*/ 104649 w 200786"/>
                <a:gd name="connsiteY7" fmla="*/ 214857 h 215195"/>
                <a:gd name="connsiteX8" fmla="*/ -76 w 200786"/>
                <a:gd name="connsiteY8" fmla="*/ 107413 h 215195"/>
                <a:gd name="connsiteX9" fmla="*/ 102840 w 200786"/>
                <a:gd name="connsiteY9" fmla="*/ -222 h 215195"/>
                <a:gd name="connsiteX10" fmla="*/ 200710 w 200786"/>
                <a:gd name="connsiteY10" fmla="*/ 106558 h 215195"/>
                <a:gd name="connsiteX11" fmla="*/ 34197 w 200786"/>
                <a:gd name="connsiteY11" fmla="*/ 92321 h 215195"/>
                <a:gd name="connsiteX12" fmla="*/ 167484 w 200786"/>
                <a:gd name="connsiteY12" fmla="*/ 92321 h 215195"/>
                <a:gd name="connsiteX13" fmla="*/ 102650 w 200786"/>
                <a:gd name="connsiteY13" fmla="*/ 28822 h 215195"/>
                <a:gd name="connsiteX14" fmla="*/ 34197 w 200786"/>
                <a:gd name="connsiteY14" fmla="*/ 92321 h 215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0786" h="215195">
                  <a:moveTo>
                    <a:pt x="200710" y="106558"/>
                  </a:moveTo>
                  <a:cubicBezTo>
                    <a:pt x="200702" y="110648"/>
                    <a:pt x="200479" y="114735"/>
                    <a:pt x="200044" y="118802"/>
                  </a:cubicBezTo>
                  <a:lnTo>
                    <a:pt x="33722" y="118802"/>
                  </a:lnTo>
                  <a:cubicBezTo>
                    <a:pt x="35265" y="157615"/>
                    <a:pt x="68077" y="187832"/>
                    <a:pt x="107009" y="186292"/>
                  </a:cubicBezTo>
                  <a:cubicBezTo>
                    <a:pt x="107047" y="186291"/>
                    <a:pt x="107086" y="186289"/>
                    <a:pt x="107124" y="186288"/>
                  </a:cubicBezTo>
                  <a:cubicBezTo>
                    <a:pt x="131558" y="186344"/>
                    <a:pt x="155077" y="177032"/>
                    <a:pt x="172816" y="160281"/>
                  </a:cubicBezTo>
                  <a:lnTo>
                    <a:pt x="190333" y="182586"/>
                  </a:lnTo>
                  <a:cubicBezTo>
                    <a:pt x="167424" y="204609"/>
                    <a:pt x="136442" y="216278"/>
                    <a:pt x="104649" y="214857"/>
                  </a:cubicBezTo>
                  <a:cubicBezTo>
                    <a:pt x="43337" y="214857"/>
                    <a:pt x="-76" y="171386"/>
                    <a:pt x="-76" y="107413"/>
                  </a:cubicBezTo>
                  <a:cubicBezTo>
                    <a:pt x="-76" y="43439"/>
                    <a:pt x="43908" y="-222"/>
                    <a:pt x="102840" y="-222"/>
                  </a:cubicBezTo>
                  <a:cubicBezTo>
                    <a:pt x="159487" y="-222"/>
                    <a:pt x="200044" y="43629"/>
                    <a:pt x="200710" y="106558"/>
                  </a:cubicBezTo>
                  <a:close/>
                  <a:moveTo>
                    <a:pt x="34197" y="92321"/>
                  </a:moveTo>
                  <a:lnTo>
                    <a:pt x="167484" y="92321"/>
                  </a:lnTo>
                  <a:cubicBezTo>
                    <a:pt x="163295" y="53690"/>
                    <a:pt x="137875" y="28822"/>
                    <a:pt x="102650" y="28822"/>
                  </a:cubicBezTo>
                  <a:cubicBezTo>
                    <a:pt x="64187" y="28822"/>
                    <a:pt x="39434" y="55019"/>
                    <a:pt x="34197" y="92321"/>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67" name="Freeform 66">
              <a:extLst>
                <a:ext uri="{FF2B5EF4-FFF2-40B4-BE49-F238E27FC236}">
                  <a16:creationId xmlns:a16="http://schemas.microsoft.com/office/drawing/2014/main" id="{AA64561E-9371-D57E-8EE1-998F3587E03A}"/>
                </a:ext>
              </a:extLst>
            </p:cNvPr>
            <p:cNvSpPr/>
            <p:nvPr/>
          </p:nvSpPr>
          <p:spPr>
            <a:xfrm>
              <a:off x="4961379" y="1816985"/>
              <a:ext cx="212115" cy="298393"/>
            </a:xfrm>
            <a:custGeom>
              <a:avLst/>
              <a:gdLst>
                <a:gd name="connsiteX0" fmla="*/ 212040 w 212115"/>
                <a:gd name="connsiteY0" fmla="*/ 107296 h 298393"/>
                <a:gd name="connsiteX1" fmla="*/ 108362 w 212115"/>
                <a:gd name="connsiteY1" fmla="*/ 214930 h 298393"/>
                <a:gd name="connsiteX2" fmla="*/ 32769 w 212115"/>
                <a:gd name="connsiteY2" fmla="*/ 180191 h 298393"/>
                <a:gd name="connsiteX3" fmla="*/ 32769 w 212115"/>
                <a:gd name="connsiteY3" fmla="*/ 298172 h 298393"/>
                <a:gd name="connsiteX4" fmla="*/ -76 w 212115"/>
                <a:gd name="connsiteY4" fmla="*/ 298172 h 298393"/>
                <a:gd name="connsiteX5" fmla="*/ -76 w 212115"/>
                <a:gd name="connsiteY5" fmla="*/ 3933 h 298393"/>
                <a:gd name="connsiteX6" fmla="*/ 32769 w 212115"/>
                <a:gd name="connsiteY6" fmla="*/ 3933 h 298393"/>
                <a:gd name="connsiteX7" fmla="*/ 32769 w 212115"/>
                <a:gd name="connsiteY7" fmla="*/ 34495 h 298393"/>
                <a:gd name="connsiteX8" fmla="*/ 108362 w 212115"/>
                <a:gd name="connsiteY8" fmla="*/ -149 h 298393"/>
                <a:gd name="connsiteX9" fmla="*/ 212040 w 212115"/>
                <a:gd name="connsiteY9" fmla="*/ 107296 h 298393"/>
                <a:gd name="connsiteX10" fmla="*/ 30580 w 212115"/>
                <a:gd name="connsiteY10" fmla="*/ 107296 h 298393"/>
                <a:gd name="connsiteX11" fmla="*/ 104458 w 212115"/>
                <a:gd name="connsiteY11" fmla="*/ 184367 h 298393"/>
                <a:gd name="connsiteX12" fmla="*/ 178527 w 212115"/>
                <a:gd name="connsiteY12" fmla="*/ 107296 h 298393"/>
                <a:gd name="connsiteX13" fmla="*/ 104458 w 212115"/>
                <a:gd name="connsiteY13" fmla="*/ 30414 h 298393"/>
                <a:gd name="connsiteX14" fmla="*/ 30580 w 212115"/>
                <a:gd name="connsiteY14" fmla="*/ 107296 h 298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2115" h="298393">
                  <a:moveTo>
                    <a:pt x="212040" y="107296"/>
                  </a:moveTo>
                  <a:cubicBezTo>
                    <a:pt x="212040" y="169560"/>
                    <a:pt x="166722" y="214930"/>
                    <a:pt x="108362" y="214930"/>
                  </a:cubicBezTo>
                  <a:cubicBezTo>
                    <a:pt x="79040" y="216078"/>
                    <a:pt x="50938" y="203164"/>
                    <a:pt x="32769" y="180191"/>
                  </a:cubicBezTo>
                  <a:lnTo>
                    <a:pt x="32769" y="298172"/>
                  </a:lnTo>
                  <a:lnTo>
                    <a:pt x="-76" y="298172"/>
                  </a:lnTo>
                  <a:lnTo>
                    <a:pt x="-76" y="3933"/>
                  </a:lnTo>
                  <a:lnTo>
                    <a:pt x="32769" y="3933"/>
                  </a:lnTo>
                  <a:lnTo>
                    <a:pt x="32769" y="34495"/>
                  </a:lnTo>
                  <a:cubicBezTo>
                    <a:pt x="50958" y="11558"/>
                    <a:pt x="79056" y="-1320"/>
                    <a:pt x="108362" y="-149"/>
                  </a:cubicBezTo>
                  <a:cubicBezTo>
                    <a:pt x="166722" y="-149"/>
                    <a:pt x="212040" y="45221"/>
                    <a:pt x="212040" y="107296"/>
                  </a:cubicBezTo>
                  <a:close/>
                  <a:moveTo>
                    <a:pt x="30580" y="107296"/>
                  </a:moveTo>
                  <a:cubicBezTo>
                    <a:pt x="30580" y="151147"/>
                    <a:pt x="61330" y="184367"/>
                    <a:pt x="104458" y="184367"/>
                  </a:cubicBezTo>
                  <a:cubicBezTo>
                    <a:pt x="147586" y="184367"/>
                    <a:pt x="178527" y="150103"/>
                    <a:pt x="178527" y="107296"/>
                  </a:cubicBezTo>
                  <a:cubicBezTo>
                    <a:pt x="178527" y="64489"/>
                    <a:pt x="148538" y="30414"/>
                    <a:pt x="104458" y="30414"/>
                  </a:cubicBezTo>
                  <a:cubicBezTo>
                    <a:pt x="60379" y="30414"/>
                    <a:pt x="30580" y="63540"/>
                    <a:pt x="30580" y="107296"/>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68" name="Freeform 67">
              <a:extLst>
                <a:ext uri="{FF2B5EF4-FFF2-40B4-BE49-F238E27FC236}">
                  <a16:creationId xmlns:a16="http://schemas.microsoft.com/office/drawing/2014/main" id="{824413CC-6442-9158-000A-05290C94BC76}"/>
                </a:ext>
              </a:extLst>
            </p:cNvPr>
            <p:cNvSpPr/>
            <p:nvPr/>
          </p:nvSpPr>
          <p:spPr>
            <a:xfrm>
              <a:off x="5218812" y="1817058"/>
              <a:ext cx="200310" cy="215175"/>
            </a:xfrm>
            <a:custGeom>
              <a:avLst/>
              <a:gdLst>
                <a:gd name="connsiteX0" fmla="*/ 200234 w 200310"/>
                <a:gd name="connsiteY0" fmla="*/ 106558 h 215175"/>
                <a:gd name="connsiteX1" fmla="*/ 199568 w 200310"/>
                <a:gd name="connsiteY1" fmla="*/ 118802 h 215175"/>
                <a:gd name="connsiteX2" fmla="*/ 33246 w 200310"/>
                <a:gd name="connsiteY2" fmla="*/ 118802 h 215175"/>
                <a:gd name="connsiteX3" fmla="*/ 106533 w 200310"/>
                <a:gd name="connsiteY3" fmla="*/ 186292 h 215175"/>
                <a:gd name="connsiteX4" fmla="*/ 106649 w 200310"/>
                <a:gd name="connsiteY4" fmla="*/ 186288 h 215175"/>
                <a:gd name="connsiteX5" fmla="*/ 172340 w 200310"/>
                <a:gd name="connsiteY5" fmla="*/ 160281 h 215175"/>
                <a:gd name="connsiteX6" fmla="*/ 189857 w 200310"/>
                <a:gd name="connsiteY6" fmla="*/ 182586 h 215175"/>
                <a:gd name="connsiteX7" fmla="*/ 104649 w 200310"/>
                <a:gd name="connsiteY7" fmla="*/ 214857 h 215175"/>
                <a:gd name="connsiteX8" fmla="*/ -76 w 200310"/>
                <a:gd name="connsiteY8" fmla="*/ 107413 h 215175"/>
                <a:gd name="connsiteX9" fmla="*/ 102935 w 200310"/>
                <a:gd name="connsiteY9" fmla="*/ -222 h 215175"/>
                <a:gd name="connsiteX10" fmla="*/ 200234 w 200310"/>
                <a:gd name="connsiteY10" fmla="*/ 106558 h 215175"/>
                <a:gd name="connsiteX11" fmla="*/ 33722 w 200310"/>
                <a:gd name="connsiteY11" fmla="*/ 92321 h 215175"/>
                <a:gd name="connsiteX12" fmla="*/ 167008 w 200310"/>
                <a:gd name="connsiteY12" fmla="*/ 92321 h 215175"/>
                <a:gd name="connsiteX13" fmla="*/ 102174 w 200310"/>
                <a:gd name="connsiteY13" fmla="*/ 28822 h 215175"/>
                <a:gd name="connsiteX14" fmla="*/ 33722 w 200310"/>
                <a:gd name="connsiteY14" fmla="*/ 92321 h 215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0310" h="215175">
                  <a:moveTo>
                    <a:pt x="200234" y="106558"/>
                  </a:moveTo>
                  <a:cubicBezTo>
                    <a:pt x="200226" y="110648"/>
                    <a:pt x="200004" y="114735"/>
                    <a:pt x="199568" y="118802"/>
                  </a:cubicBezTo>
                  <a:lnTo>
                    <a:pt x="33246" y="118802"/>
                  </a:lnTo>
                  <a:cubicBezTo>
                    <a:pt x="34790" y="157615"/>
                    <a:pt x="67602" y="187832"/>
                    <a:pt x="106533" y="186292"/>
                  </a:cubicBezTo>
                  <a:cubicBezTo>
                    <a:pt x="106571" y="186291"/>
                    <a:pt x="106610" y="186289"/>
                    <a:pt x="106649" y="186288"/>
                  </a:cubicBezTo>
                  <a:cubicBezTo>
                    <a:pt x="131082" y="186344"/>
                    <a:pt x="154601" y="177032"/>
                    <a:pt x="172340" y="160281"/>
                  </a:cubicBezTo>
                  <a:lnTo>
                    <a:pt x="189857" y="182586"/>
                  </a:lnTo>
                  <a:cubicBezTo>
                    <a:pt x="167064" y="204487"/>
                    <a:pt x="136280" y="216147"/>
                    <a:pt x="104649" y="214857"/>
                  </a:cubicBezTo>
                  <a:cubicBezTo>
                    <a:pt x="43337" y="214857"/>
                    <a:pt x="-76" y="171386"/>
                    <a:pt x="-76" y="107413"/>
                  </a:cubicBezTo>
                  <a:cubicBezTo>
                    <a:pt x="-76" y="43439"/>
                    <a:pt x="43908" y="-222"/>
                    <a:pt x="102935" y="-222"/>
                  </a:cubicBezTo>
                  <a:cubicBezTo>
                    <a:pt x="158725" y="-222"/>
                    <a:pt x="199568" y="43629"/>
                    <a:pt x="200234" y="106558"/>
                  </a:cubicBezTo>
                  <a:close/>
                  <a:moveTo>
                    <a:pt x="33722" y="92321"/>
                  </a:moveTo>
                  <a:lnTo>
                    <a:pt x="167008" y="92321"/>
                  </a:lnTo>
                  <a:cubicBezTo>
                    <a:pt x="162819" y="53690"/>
                    <a:pt x="137399" y="28822"/>
                    <a:pt x="102174" y="28822"/>
                  </a:cubicBezTo>
                  <a:cubicBezTo>
                    <a:pt x="63521" y="28822"/>
                    <a:pt x="38958" y="55019"/>
                    <a:pt x="33722" y="92321"/>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69" name="Freeform 68">
              <a:extLst>
                <a:ext uri="{FF2B5EF4-FFF2-40B4-BE49-F238E27FC236}">
                  <a16:creationId xmlns:a16="http://schemas.microsoft.com/office/drawing/2014/main" id="{D3DD842F-618A-33BE-4767-C996EFDB7BC1}"/>
                </a:ext>
              </a:extLst>
            </p:cNvPr>
            <p:cNvSpPr/>
            <p:nvPr/>
          </p:nvSpPr>
          <p:spPr>
            <a:xfrm>
              <a:off x="5479672" y="1816723"/>
              <a:ext cx="132429" cy="211047"/>
            </a:xfrm>
            <a:custGeom>
              <a:avLst/>
              <a:gdLst>
                <a:gd name="connsiteX0" fmla="*/ 132354 w 132429"/>
                <a:gd name="connsiteY0" fmla="*/ 7041 h 211047"/>
                <a:gd name="connsiteX1" fmla="*/ 124452 w 132429"/>
                <a:gd name="connsiteY1" fmla="*/ 39123 h 211047"/>
                <a:gd name="connsiteX2" fmla="*/ 88274 w 132429"/>
                <a:gd name="connsiteY2" fmla="*/ 30485 h 211047"/>
                <a:gd name="connsiteX3" fmla="*/ 32580 w 132429"/>
                <a:gd name="connsiteY3" fmla="*/ 94933 h 211047"/>
                <a:gd name="connsiteX4" fmla="*/ 32580 w 132429"/>
                <a:gd name="connsiteY4" fmla="*/ 210825 h 211047"/>
                <a:gd name="connsiteX5" fmla="*/ -76 w 132429"/>
                <a:gd name="connsiteY5" fmla="*/ 210825 h 211047"/>
                <a:gd name="connsiteX6" fmla="*/ -76 w 132429"/>
                <a:gd name="connsiteY6" fmla="*/ 3909 h 211047"/>
                <a:gd name="connsiteX7" fmla="*/ 32389 w 132429"/>
                <a:gd name="connsiteY7" fmla="*/ 3909 h 211047"/>
                <a:gd name="connsiteX8" fmla="*/ 32389 w 132429"/>
                <a:gd name="connsiteY8" fmla="*/ 32953 h 211047"/>
                <a:gd name="connsiteX9" fmla="*/ 93986 w 132429"/>
                <a:gd name="connsiteY9" fmla="*/ -172 h 211047"/>
                <a:gd name="connsiteX10" fmla="*/ 132354 w 132429"/>
                <a:gd name="connsiteY10" fmla="*/ 7042 h 211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2429" h="211047">
                  <a:moveTo>
                    <a:pt x="132354" y="7041"/>
                  </a:moveTo>
                  <a:lnTo>
                    <a:pt x="124452" y="39123"/>
                  </a:lnTo>
                  <a:cubicBezTo>
                    <a:pt x="113243" y="33445"/>
                    <a:pt x="100847" y="30486"/>
                    <a:pt x="88274" y="30485"/>
                  </a:cubicBezTo>
                  <a:cubicBezTo>
                    <a:pt x="55810" y="30485"/>
                    <a:pt x="32580" y="55828"/>
                    <a:pt x="32580" y="94933"/>
                  </a:cubicBezTo>
                  <a:lnTo>
                    <a:pt x="32580" y="210825"/>
                  </a:lnTo>
                  <a:lnTo>
                    <a:pt x="-76" y="210825"/>
                  </a:lnTo>
                  <a:lnTo>
                    <a:pt x="-76" y="3909"/>
                  </a:lnTo>
                  <a:lnTo>
                    <a:pt x="32389" y="3909"/>
                  </a:lnTo>
                  <a:lnTo>
                    <a:pt x="32389" y="32953"/>
                  </a:lnTo>
                  <a:cubicBezTo>
                    <a:pt x="45830" y="12074"/>
                    <a:pt x="69102" y="-442"/>
                    <a:pt x="93986" y="-172"/>
                  </a:cubicBezTo>
                  <a:cubicBezTo>
                    <a:pt x="107152" y="-612"/>
                    <a:pt x="120253" y="1851"/>
                    <a:pt x="132354" y="7042"/>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70" name="Freeform 69">
              <a:extLst>
                <a:ext uri="{FF2B5EF4-FFF2-40B4-BE49-F238E27FC236}">
                  <a16:creationId xmlns:a16="http://schemas.microsoft.com/office/drawing/2014/main" id="{B5619BCE-5157-09BD-FB7C-6290BEE6E7F0}"/>
                </a:ext>
              </a:extLst>
            </p:cNvPr>
            <p:cNvSpPr/>
            <p:nvPr/>
          </p:nvSpPr>
          <p:spPr>
            <a:xfrm>
              <a:off x="5639331" y="1817512"/>
              <a:ext cx="177937" cy="214453"/>
            </a:xfrm>
            <a:custGeom>
              <a:avLst/>
              <a:gdLst>
                <a:gd name="connsiteX0" fmla="*/ 90464 w 177937"/>
                <a:gd name="connsiteY0" fmla="*/ 27894 h 214453"/>
                <a:gd name="connsiteX1" fmla="*/ 41338 w 177937"/>
                <a:gd name="connsiteY1" fmla="*/ 60450 h 214453"/>
                <a:gd name="connsiteX2" fmla="*/ 83704 w 177937"/>
                <a:gd name="connsiteY2" fmla="*/ 89494 h 214453"/>
                <a:gd name="connsiteX3" fmla="*/ 108172 w 177937"/>
                <a:gd name="connsiteY3" fmla="*/ 92531 h 214453"/>
                <a:gd name="connsiteX4" fmla="*/ 177861 w 177937"/>
                <a:gd name="connsiteY4" fmla="*/ 150240 h 214453"/>
                <a:gd name="connsiteX5" fmla="*/ 86465 w 177937"/>
                <a:gd name="connsiteY5" fmla="*/ 214214 h 214453"/>
                <a:gd name="connsiteX6" fmla="*/ -76 w 177937"/>
                <a:gd name="connsiteY6" fmla="*/ 187732 h 214453"/>
                <a:gd name="connsiteX7" fmla="*/ 15062 w 177937"/>
                <a:gd name="connsiteY7" fmla="*/ 163339 h 214453"/>
                <a:gd name="connsiteX8" fmla="*/ 86941 w 177937"/>
                <a:gd name="connsiteY8" fmla="*/ 185834 h 214453"/>
                <a:gd name="connsiteX9" fmla="*/ 144064 w 177937"/>
                <a:gd name="connsiteY9" fmla="*/ 152423 h 214453"/>
                <a:gd name="connsiteX10" fmla="*/ 100651 w 177937"/>
                <a:gd name="connsiteY10" fmla="*/ 122240 h 214453"/>
                <a:gd name="connsiteX11" fmla="*/ 75897 w 177937"/>
                <a:gd name="connsiteY11" fmla="*/ 119393 h 214453"/>
                <a:gd name="connsiteX12" fmla="*/ 7350 w 177937"/>
                <a:gd name="connsiteY12" fmla="*/ 62443 h 214453"/>
                <a:gd name="connsiteX13" fmla="*/ 90178 w 177937"/>
                <a:gd name="connsiteY13" fmla="*/ -201 h 214453"/>
                <a:gd name="connsiteX14" fmla="*/ 172530 w 177937"/>
                <a:gd name="connsiteY14" fmla="*/ 22294 h 214453"/>
                <a:gd name="connsiteX15" fmla="*/ 158249 w 177937"/>
                <a:gd name="connsiteY15" fmla="*/ 47636 h 214453"/>
                <a:gd name="connsiteX16" fmla="*/ 90464 w 177937"/>
                <a:gd name="connsiteY16" fmla="*/ 27894 h 214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7937" h="214453">
                  <a:moveTo>
                    <a:pt x="90464" y="27894"/>
                  </a:moveTo>
                  <a:cubicBezTo>
                    <a:pt x="60855" y="27894"/>
                    <a:pt x="41338" y="40328"/>
                    <a:pt x="41338" y="60450"/>
                  </a:cubicBezTo>
                  <a:cubicBezTo>
                    <a:pt x="41338" y="77914"/>
                    <a:pt x="56285" y="86172"/>
                    <a:pt x="83704" y="89494"/>
                  </a:cubicBezTo>
                  <a:lnTo>
                    <a:pt x="108172" y="92531"/>
                  </a:lnTo>
                  <a:cubicBezTo>
                    <a:pt x="152251" y="98416"/>
                    <a:pt x="177861" y="116355"/>
                    <a:pt x="177861" y="150240"/>
                  </a:cubicBezTo>
                  <a:cubicBezTo>
                    <a:pt x="177861" y="189535"/>
                    <a:pt x="142350" y="214214"/>
                    <a:pt x="86465" y="214214"/>
                  </a:cubicBezTo>
                  <a:cubicBezTo>
                    <a:pt x="55541" y="214689"/>
                    <a:pt x="25256" y="205422"/>
                    <a:pt x="-76" y="187732"/>
                  </a:cubicBezTo>
                  <a:lnTo>
                    <a:pt x="15062" y="163339"/>
                  </a:lnTo>
                  <a:cubicBezTo>
                    <a:pt x="35594" y="179085"/>
                    <a:pt x="61066" y="187057"/>
                    <a:pt x="86941" y="185834"/>
                  </a:cubicBezTo>
                  <a:cubicBezTo>
                    <a:pt x="121976" y="185834"/>
                    <a:pt x="144064" y="174254"/>
                    <a:pt x="144064" y="152423"/>
                  </a:cubicBezTo>
                  <a:cubicBezTo>
                    <a:pt x="144064" y="135813"/>
                    <a:pt x="130259" y="125752"/>
                    <a:pt x="100651" y="122240"/>
                  </a:cubicBezTo>
                  <a:lnTo>
                    <a:pt x="75897" y="119393"/>
                  </a:lnTo>
                  <a:cubicBezTo>
                    <a:pt x="28295" y="113508"/>
                    <a:pt x="7350" y="93006"/>
                    <a:pt x="7350" y="62443"/>
                  </a:cubicBezTo>
                  <a:cubicBezTo>
                    <a:pt x="7350" y="23148"/>
                    <a:pt x="40195" y="-201"/>
                    <a:pt x="90178" y="-201"/>
                  </a:cubicBezTo>
                  <a:cubicBezTo>
                    <a:pt x="119218" y="-683"/>
                    <a:pt x="147792" y="7122"/>
                    <a:pt x="172530" y="22294"/>
                  </a:cubicBezTo>
                  <a:lnTo>
                    <a:pt x="158249" y="47636"/>
                  </a:lnTo>
                  <a:cubicBezTo>
                    <a:pt x="137944" y="34879"/>
                    <a:pt x="114464" y="28041"/>
                    <a:pt x="90464" y="27894"/>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71" name="Freeform 70">
              <a:extLst>
                <a:ext uri="{FF2B5EF4-FFF2-40B4-BE49-F238E27FC236}">
                  <a16:creationId xmlns:a16="http://schemas.microsoft.com/office/drawing/2014/main" id="{1D1DEBF6-D401-5024-6E3D-0704C1008BBA}"/>
                </a:ext>
              </a:extLst>
            </p:cNvPr>
            <p:cNvSpPr/>
            <p:nvPr/>
          </p:nvSpPr>
          <p:spPr>
            <a:xfrm>
              <a:off x="5858692" y="1817011"/>
              <a:ext cx="218591" cy="217974"/>
            </a:xfrm>
            <a:custGeom>
              <a:avLst/>
              <a:gdLst>
                <a:gd name="connsiteX0" fmla="*/ 218503 w 218591"/>
                <a:gd name="connsiteY0" fmla="*/ 107270 h 217974"/>
                <a:gd name="connsiteX1" fmla="*/ 110742 w 218591"/>
                <a:gd name="connsiteY1" fmla="*/ 217741 h 217974"/>
                <a:gd name="connsiteX2" fmla="*/ -65 w 218591"/>
                <a:gd name="connsiteY2" fmla="*/ 110307 h 217974"/>
                <a:gd name="connsiteX3" fmla="*/ 107696 w 218591"/>
                <a:gd name="connsiteY3" fmla="*/ -164 h 217974"/>
                <a:gd name="connsiteX4" fmla="*/ 109113 w 218591"/>
                <a:gd name="connsiteY4" fmla="*/ -175 h 217974"/>
                <a:gd name="connsiteX5" fmla="*/ 218468 w 218591"/>
                <a:gd name="connsiteY5" fmla="*/ 102561 h 217974"/>
                <a:gd name="connsiteX6" fmla="*/ 218504 w 218591"/>
                <a:gd name="connsiteY6" fmla="*/ 107270 h 217974"/>
                <a:gd name="connsiteX7" fmla="*/ 33330 w 218591"/>
                <a:gd name="connsiteY7" fmla="*/ 107270 h 217974"/>
                <a:gd name="connsiteX8" fmla="*/ 110440 w 218591"/>
                <a:gd name="connsiteY8" fmla="*/ 182247 h 217974"/>
                <a:gd name="connsiteX9" fmla="*/ 185645 w 218591"/>
                <a:gd name="connsiteY9" fmla="*/ 105372 h 217974"/>
                <a:gd name="connsiteX10" fmla="*/ 109493 w 218591"/>
                <a:gd name="connsiteY10" fmla="*/ 30388 h 217974"/>
                <a:gd name="connsiteX11" fmla="*/ 32933 w 218591"/>
                <a:gd name="connsiteY11" fmla="*/ 103032 h 217974"/>
                <a:gd name="connsiteX12" fmla="*/ 32948 w 218591"/>
                <a:gd name="connsiteY12" fmla="*/ 107270 h 217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8591" h="217974">
                  <a:moveTo>
                    <a:pt x="218503" y="107270"/>
                  </a:moveTo>
                  <a:cubicBezTo>
                    <a:pt x="219345" y="167443"/>
                    <a:pt x="171099" y="216902"/>
                    <a:pt x="110742" y="217741"/>
                  </a:cubicBezTo>
                  <a:cubicBezTo>
                    <a:pt x="50386" y="218580"/>
                    <a:pt x="776" y="170480"/>
                    <a:pt x="-65" y="110307"/>
                  </a:cubicBezTo>
                  <a:cubicBezTo>
                    <a:pt x="-907" y="50134"/>
                    <a:pt x="47340" y="675"/>
                    <a:pt x="107696" y="-164"/>
                  </a:cubicBezTo>
                  <a:cubicBezTo>
                    <a:pt x="108168" y="-171"/>
                    <a:pt x="108641" y="-174"/>
                    <a:pt x="109113" y="-175"/>
                  </a:cubicBezTo>
                  <a:cubicBezTo>
                    <a:pt x="167767" y="-1911"/>
                    <a:pt x="216727" y="44085"/>
                    <a:pt x="218468" y="102561"/>
                  </a:cubicBezTo>
                  <a:cubicBezTo>
                    <a:pt x="218515" y="104130"/>
                    <a:pt x="218527" y="105700"/>
                    <a:pt x="218504" y="107270"/>
                  </a:cubicBezTo>
                  <a:close/>
                  <a:moveTo>
                    <a:pt x="33330" y="107270"/>
                  </a:moveTo>
                  <a:cubicBezTo>
                    <a:pt x="33856" y="149203"/>
                    <a:pt x="68379" y="182771"/>
                    <a:pt x="110440" y="182247"/>
                  </a:cubicBezTo>
                  <a:cubicBezTo>
                    <a:pt x="152500" y="181723"/>
                    <a:pt x="186171" y="147305"/>
                    <a:pt x="185645" y="105372"/>
                  </a:cubicBezTo>
                  <a:cubicBezTo>
                    <a:pt x="185124" y="63811"/>
                    <a:pt x="151184" y="30391"/>
                    <a:pt x="109493" y="30388"/>
                  </a:cubicBezTo>
                  <a:cubicBezTo>
                    <a:pt x="68231" y="29371"/>
                    <a:pt x="33953" y="61895"/>
                    <a:pt x="32933" y="103032"/>
                  </a:cubicBezTo>
                  <a:cubicBezTo>
                    <a:pt x="32898" y="104445"/>
                    <a:pt x="32903" y="105858"/>
                    <a:pt x="32948" y="107270"/>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72" name="Freeform 71">
              <a:extLst>
                <a:ext uri="{FF2B5EF4-FFF2-40B4-BE49-F238E27FC236}">
                  <a16:creationId xmlns:a16="http://schemas.microsoft.com/office/drawing/2014/main" id="{60BAA6B0-9B87-9D18-2739-C7C5D353069A}"/>
                </a:ext>
              </a:extLst>
            </p:cNvPr>
            <p:cNvSpPr/>
            <p:nvPr/>
          </p:nvSpPr>
          <p:spPr>
            <a:xfrm>
              <a:off x="6138203" y="1816698"/>
              <a:ext cx="188790" cy="211073"/>
            </a:xfrm>
            <a:custGeom>
              <a:avLst/>
              <a:gdLst>
                <a:gd name="connsiteX0" fmla="*/ 188714 w 188790"/>
                <a:gd name="connsiteY0" fmla="*/ 82905 h 211073"/>
                <a:gd name="connsiteX1" fmla="*/ 188714 w 188790"/>
                <a:gd name="connsiteY1" fmla="*/ 210851 h 211073"/>
                <a:gd name="connsiteX2" fmla="*/ 156059 w 188790"/>
                <a:gd name="connsiteY2" fmla="*/ 210851 h 211073"/>
                <a:gd name="connsiteX3" fmla="*/ 156059 w 188790"/>
                <a:gd name="connsiteY3" fmla="*/ 93536 h 211073"/>
                <a:gd name="connsiteX4" fmla="*/ 96271 w 188790"/>
                <a:gd name="connsiteY4" fmla="*/ 31081 h 211073"/>
                <a:gd name="connsiteX5" fmla="*/ 32766 w 188790"/>
                <a:gd name="connsiteY5" fmla="*/ 89345 h 211073"/>
                <a:gd name="connsiteX6" fmla="*/ 32770 w 188790"/>
                <a:gd name="connsiteY6" fmla="*/ 94484 h 211073"/>
                <a:gd name="connsiteX7" fmla="*/ 32770 w 188790"/>
                <a:gd name="connsiteY7" fmla="*/ 210851 h 211073"/>
                <a:gd name="connsiteX8" fmla="*/ -76 w 188790"/>
                <a:gd name="connsiteY8" fmla="*/ 210851 h 211073"/>
                <a:gd name="connsiteX9" fmla="*/ -76 w 188790"/>
                <a:gd name="connsiteY9" fmla="*/ 3935 h 211073"/>
                <a:gd name="connsiteX10" fmla="*/ 32293 w 188790"/>
                <a:gd name="connsiteY10" fmla="*/ 3935 h 211073"/>
                <a:gd name="connsiteX11" fmla="*/ 32293 w 188790"/>
                <a:gd name="connsiteY11" fmla="*/ 33454 h 211073"/>
                <a:gd name="connsiteX12" fmla="*/ 102174 w 188790"/>
                <a:gd name="connsiteY12" fmla="*/ -147 h 211073"/>
                <a:gd name="connsiteX13" fmla="*/ 188714 w 188790"/>
                <a:gd name="connsiteY13" fmla="*/ 82905 h 211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8790" h="211073">
                  <a:moveTo>
                    <a:pt x="188714" y="82905"/>
                  </a:moveTo>
                  <a:lnTo>
                    <a:pt x="188714" y="210851"/>
                  </a:lnTo>
                  <a:lnTo>
                    <a:pt x="156059" y="210851"/>
                  </a:lnTo>
                  <a:lnTo>
                    <a:pt x="156059" y="93536"/>
                  </a:lnTo>
                  <a:cubicBezTo>
                    <a:pt x="156059" y="54051"/>
                    <a:pt x="134638" y="31081"/>
                    <a:pt x="96271" y="31081"/>
                  </a:cubicBezTo>
                  <a:cubicBezTo>
                    <a:pt x="62596" y="29687"/>
                    <a:pt x="34164" y="55773"/>
                    <a:pt x="32766" y="89345"/>
                  </a:cubicBezTo>
                  <a:cubicBezTo>
                    <a:pt x="32694" y="91058"/>
                    <a:pt x="32695" y="92772"/>
                    <a:pt x="32770" y="94484"/>
                  </a:cubicBezTo>
                  <a:lnTo>
                    <a:pt x="32770" y="210851"/>
                  </a:lnTo>
                  <a:lnTo>
                    <a:pt x="-76" y="210851"/>
                  </a:lnTo>
                  <a:lnTo>
                    <a:pt x="-76" y="3935"/>
                  </a:lnTo>
                  <a:lnTo>
                    <a:pt x="32293" y="3935"/>
                  </a:lnTo>
                  <a:lnTo>
                    <a:pt x="32293" y="33454"/>
                  </a:lnTo>
                  <a:cubicBezTo>
                    <a:pt x="48471" y="11291"/>
                    <a:pt x="74705" y="-1323"/>
                    <a:pt x="102174" y="-147"/>
                  </a:cubicBezTo>
                  <a:cubicBezTo>
                    <a:pt x="153298" y="138"/>
                    <a:pt x="188714" y="32884"/>
                    <a:pt x="188714" y="82905"/>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73" name="Freeform 72">
              <a:extLst>
                <a:ext uri="{FF2B5EF4-FFF2-40B4-BE49-F238E27FC236}">
                  <a16:creationId xmlns:a16="http://schemas.microsoft.com/office/drawing/2014/main" id="{BF14F9BF-B429-CBFA-955A-D24B37C2963C}"/>
                </a:ext>
              </a:extLst>
            </p:cNvPr>
            <p:cNvSpPr/>
            <p:nvPr/>
          </p:nvSpPr>
          <p:spPr>
            <a:xfrm>
              <a:off x="6385164" y="1816692"/>
              <a:ext cx="212401" cy="215254"/>
            </a:xfrm>
            <a:custGeom>
              <a:avLst/>
              <a:gdLst>
                <a:gd name="connsiteX0" fmla="*/ 179670 w 212401"/>
                <a:gd name="connsiteY0" fmla="*/ 210857 h 215254"/>
                <a:gd name="connsiteX1" fmla="*/ 179670 w 212401"/>
                <a:gd name="connsiteY1" fmla="*/ 180010 h 215254"/>
                <a:gd name="connsiteX2" fmla="*/ 103507 w 212401"/>
                <a:gd name="connsiteY2" fmla="*/ 214938 h 215254"/>
                <a:gd name="connsiteX3" fmla="*/ -76 w 212401"/>
                <a:gd name="connsiteY3" fmla="*/ 107304 h 215254"/>
                <a:gd name="connsiteX4" fmla="*/ 103507 w 212401"/>
                <a:gd name="connsiteY4" fmla="*/ -141 h 215254"/>
                <a:gd name="connsiteX5" fmla="*/ 179670 w 212401"/>
                <a:gd name="connsiteY5" fmla="*/ 34788 h 215254"/>
                <a:gd name="connsiteX6" fmla="*/ 179670 w 212401"/>
                <a:gd name="connsiteY6" fmla="*/ 3941 h 215254"/>
                <a:gd name="connsiteX7" fmla="*/ 212325 w 212401"/>
                <a:gd name="connsiteY7" fmla="*/ 3941 h 215254"/>
                <a:gd name="connsiteX8" fmla="*/ 212325 w 212401"/>
                <a:gd name="connsiteY8" fmla="*/ 210857 h 215254"/>
                <a:gd name="connsiteX9" fmla="*/ 33626 w 212401"/>
                <a:gd name="connsiteY9" fmla="*/ 107304 h 215254"/>
                <a:gd name="connsiteX10" fmla="*/ 107886 w 212401"/>
                <a:gd name="connsiteY10" fmla="*/ 184376 h 215254"/>
                <a:gd name="connsiteX11" fmla="*/ 181669 w 212401"/>
                <a:gd name="connsiteY11" fmla="*/ 107304 h 215254"/>
                <a:gd name="connsiteX12" fmla="*/ 107886 w 212401"/>
                <a:gd name="connsiteY12" fmla="*/ 30422 h 215254"/>
                <a:gd name="connsiteX13" fmla="*/ 33626 w 212401"/>
                <a:gd name="connsiteY13" fmla="*/ 107589 h 215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2401" h="215254">
                  <a:moveTo>
                    <a:pt x="179670" y="210857"/>
                  </a:moveTo>
                  <a:lnTo>
                    <a:pt x="179670" y="180010"/>
                  </a:lnTo>
                  <a:cubicBezTo>
                    <a:pt x="161452" y="203259"/>
                    <a:pt x="133069" y="216275"/>
                    <a:pt x="103507" y="214938"/>
                  </a:cubicBezTo>
                  <a:cubicBezTo>
                    <a:pt x="45051" y="214938"/>
                    <a:pt x="-76" y="169569"/>
                    <a:pt x="-76" y="107304"/>
                  </a:cubicBezTo>
                  <a:cubicBezTo>
                    <a:pt x="-76" y="45039"/>
                    <a:pt x="45051" y="-141"/>
                    <a:pt x="103507" y="-141"/>
                  </a:cubicBezTo>
                  <a:cubicBezTo>
                    <a:pt x="133051" y="-1382"/>
                    <a:pt x="161391" y="11615"/>
                    <a:pt x="179670" y="34788"/>
                  </a:cubicBezTo>
                  <a:lnTo>
                    <a:pt x="179670" y="3941"/>
                  </a:lnTo>
                  <a:lnTo>
                    <a:pt x="212325" y="3941"/>
                  </a:lnTo>
                  <a:lnTo>
                    <a:pt x="212325" y="210857"/>
                  </a:lnTo>
                  <a:close/>
                  <a:moveTo>
                    <a:pt x="33626" y="107304"/>
                  </a:moveTo>
                  <a:cubicBezTo>
                    <a:pt x="33626" y="150111"/>
                    <a:pt x="63806" y="184376"/>
                    <a:pt x="107886" y="184376"/>
                  </a:cubicBezTo>
                  <a:cubicBezTo>
                    <a:pt x="151965" y="184376"/>
                    <a:pt x="181669" y="151155"/>
                    <a:pt x="181669" y="107304"/>
                  </a:cubicBezTo>
                  <a:cubicBezTo>
                    <a:pt x="181669" y="63453"/>
                    <a:pt x="151014" y="30422"/>
                    <a:pt x="107886" y="30422"/>
                  </a:cubicBezTo>
                  <a:cubicBezTo>
                    <a:pt x="64758" y="30422"/>
                    <a:pt x="33626" y="64972"/>
                    <a:pt x="33626" y="107589"/>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74" name="Freeform 73">
              <a:extLst>
                <a:ext uri="{FF2B5EF4-FFF2-40B4-BE49-F238E27FC236}">
                  <a16:creationId xmlns:a16="http://schemas.microsoft.com/office/drawing/2014/main" id="{5D8A1932-0D51-F601-B79D-1D5998E821C0}"/>
                </a:ext>
              </a:extLst>
            </p:cNvPr>
            <p:cNvSpPr/>
            <p:nvPr/>
          </p:nvSpPr>
          <p:spPr>
            <a:xfrm>
              <a:off x="6674300" y="1713505"/>
              <a:ext cx="32369" cy="314266"/>
            </a:xfrm>
            <a:custGeom>
              <a:avLst/>
              <a:gdLst>
                <a:gd name="connsiteX0" fmla="*/ -76 w 32369"/>
                <a:gd name="connsiteY0" fmla="*/ 314044 h 314266"/>
                <a:gd name="connsiteX1" fmla="*/ -76 w 32369"/>
                <a:gd name="connsiteY1" fmla="*/ -222 h 314266"/>
                <a:gd name="connsiteX2" fmla="*/ 32293 w 32369"/>
                <a:gd name="connsiteY2" fmla="*/ -222 h 314266"/>
                <a:gd name="connsiteX3" fmla="*/ 32293 w 32369"/>
                <a:gd name="connsiteY3" fmla="*/ 314044 h 314266"/>
              </a:gdLst>
              <a:ahLst/>
              <a:cxnLst>
                <a:cxn ang="0">
                  <a:pos x="connsiteX0" y="connsiteY0"/>
                </a:cxn>
                <a:cxn ang="0">
                  <a:pos x="connsiteX1" y="connsiteY1"/>
                </a:cxn>
                <a:cxn ang="0">
                  <a:pos x="connsiteX2" y="connsiteY2"/>
                </a:cxn>
                <a:cxn ang="0">
                  <a:pos x="connsiteX3" y="connsiteY3"/>
                </a:cxn>
              </a:cxnLst>
              <a:rect l="l" t="t" r="r" b="b"/>
              <a:pathLst>
                <a:path w="32369" h="314266">
                  <a:moveTo>
                    <a:pt x="-76" y="314044"/>
                  </a:moveTo>
                  <a:lnTo>
                    <a:pt x="-76" y="-222"/>
                  </a:lnTo>
                  <a:lnTo>
                    <a:pt x="32293" y="-222"/>
                  </a:lnTo>
                  <a:lnTo>
                    <a:pt x="32293" y="314044"/>
                  </a:lnTo>
                  <a:close/>
                </a:path>
              </a:pathLst>
            </a:custGeom>
            <a:grpFill/>
            <a:ln w="9511" cap="flat">
              <a:noFill/>
              <a:prstDash val="solid"/>
              <a:miter/>
            </a:ln>
          </p:spPr>
          <p:txBody>
            <a:bodyPr rtlCol="0" anchor="ctr"/>
            <a:lstStyle/>
            <a:p>
              <a:endParaRPr lang="en-US" b="1" i="0">
                <a:latin typeface="Tenorite" pitchFamily="2" charset="0"/>
              </a:endParaRPr>
            </a:p>
          </p:txBody>
        </p:sp>
      </p:grpSp>
      <p:sp>
        <p:nvSpPr>
          <p:cNvPr id="77" name="Text Placeholder 2">
            <a:extLst>
              <a:ext uri="{FF2B5EF4-FFF2-40B4-BE49-F238E27FC236}">
                <a16:creationId xmlns:a16="http://schemas.microsoft.com/office/drawing/2014/main" id="{4D6C36B5-18AB-19CA-E46C-FD16FEF2A528}"/>
              </a:ext>
            </a:extLst>
          </p:cNvPr>
          <p:cNvSpPr>
            <a:spLocks noGrp="1"/>
          </p:cNvSpPr>
          <p:nvPr>
            <p:ph type="body" idx="11" hasCustomPrompt="1"/>
          </p:nvPr>
        </p:nvSpPr>
        <p:spPr>
          <a:xfrm>
            <a:off x="777818" y="3428999"/>
            <a:ext cx="10061776" cy="857251"/>
          </a:xfrm>
          <a:prstGeom prst="rect">
            <a:avLst/>
          </a:prstGeom>
        </p:spPr>
        <p:txBody>
          <a:bodyPr lIns="0"/>
          <a:lstStyle>
            <a:lvl1pPr marL="0" indent="0">
              <a:buNone/>
              <a:defRPr sz="2000">
                <a:solidFill>
                  <a:srgbClr val="0EB4AC"/>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here to edit sub-header</a:t>
            </a:r>
          </a:p>
        </p:txBody>
      </p:sp>
    </p:spTree>
    <p:extLst>
      <p:ext uri="{BB962C8B-B14F-4D97-AF65-F5344CB8AC3E}">
        <p14:creationId xmlns:p14="http://schemas.microsoft.com/office/powerpoint/2010/main" val="2025146076"/>
      </p:ext>
    </p:extLst>
  </p:cSld>
  <p:clrMapOvr>
    <a:masterClrMapping/>
  </p:clrMapOvr>
  <p:extLst>
    <p:ext uri="{DCECCB84-F9BA-43D5-87BE-67443E8EF086}">
      <p15:sldGuideLst xmlns:p15="http://schemas.microsoft.com/office/powerpoint/2012/main">
        <p15:guide id="1" orient="horz" pos="60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cSld name="1_Cover 5">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D3BDBD40-007C-BC8F-421D-A4F9E35DE49A}"/>
              </a:ext>
            </a:extLst>
          </p:cNvPr>
          <p:cNvSpPr/>
          <p:nvPr userDrawn="1"/>
        </p:nvSpPr>
        <p:spPr>
          <a:xfrm rot="16200000">
            <a:off x="7868256" y="2534257"/>
            <a:ext cx="6822434" cy="1825055"/>
          </a:xfrm>
          <a:custGeom>
            <a:avLst/>
            <a:gdLst>
              <a:gd name="connsiteX0" fmla="*/ 6822434 w 6822434"/>
              <a:gd name="connsiteY0" fmla="*/ 10398 h 1825055"/>
              <a:gd name="connsiteX1" fmla="*/ 6822434 w 6822434"/>
              <a:gd name="connsiteY1" fmla="*/ 1825054 h 1825055"/>
              <a:gd name="connsiteX2" fmla="*/ 0 w 6822434"/>
              <a:gd name="connsiteY2" fmla="*/ 1825055 h 1825055"/>
              <a:gd name="connsiteX3" fmla="*/ 0 w 6822434"/>
              <a:gd name="connsiteY3" fmla="*/ 28337 h 1825055"/>
              <a:gd name="connsiteX4" fmla="*/ 557556 w 6822434"/>
              <a:gd name="connsiteY4" fmla="*/ 1594 h 1825055"/>
              <a:gd name="connsiteX5" fmla="*/ 1599098 w 6822434"/>
              <a:gd name="connsiteY5" fmla="*/ 64179 h 1825055"/>
              <a:gd name="connsiteX6" fmla="*/ 2389301 w 6822434"/>
              <a:gd name="connsiteY6" fmla="*/ 243478 h 1825055"/>
              <a:gd name="connsiteX7" fmla="*/ 3139176 w 6822434"/>
              <a:gd name="connsiteY7" fmla="*/ 450880 h 1825055"/>
              <a:gd name="connsiteX8" fmla="*/ 4469140 w 6822434"/>
              <a:gd name="connsiteY8" fmla="*/ 623290 h 1825055"/>
              <a:gd name="connsiteX9" fmla="*/ 6145127 w 6822434"/>
              <a:gd name="connsiteY9" fmla="*/ 197813 h 1825055"/>
              <a:gd name="connsiteX10" fmla="*/ 6763073 w 6822434"/>
              <a:gd name="connsiteY10" fmla="*/ 22221 h 182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22434" h="1825055">
                <a:moveTo>
                  <a:pt x="6822434" y="10398"/>
                </a:moveTo>
                <a:lnTo>
                  <a:pt x="6822434" y="1825054"/>
                </a:lnTo>
                <a:lnTo>
                  <a:pt x="0" y="1825055"/>
                </a:lnTo>
                <a:lnTo>
                  <a:pt x="0" y="28337"/>
                </a:lnTo>
                <a:cubicBezTo>
                  <a:pt x="185834" y="15157"/>
                  <a:pt x="371800" y="5292"/>
                  <a:pt x="557556" y="1594"/>
                </a:cubicBezTo>
                <a:cubicBezTo>
                  <a:pt x="906002" y="-5336"/>
                  <a:pt x="1253841" y="9416"/>
                  <a:pt x="1599098" y="64179"/>
                </a:cubicBezTo>
                <a:cubicBezTo>
                  <a:pt x="1864273" y="106231"/>
                  <a:pt x="2127209" y="171750"/>
                  <a:pt x="2389301" y="243478"/>
                </a:cubicBezTo>
                <a:cubicBezTo>
                  <a:pt x="2639610" y="311974"/>
                  <a:pt x="2889181" y="386124"/>
                  <a:pt x="3139176" y="450880"/>
                </a:cubicBezTo>
                <a:cubicBezTo>
                  <a:pt x="3578903" y="564743"/>
                  <a:pt x="4019976" y="649481"/>
                  <a:pt x="4469140" y="623290"/>
                </a:cubicBezTo>
                <a:cubicBezTo>
                  <a:pt x="5040586" y="589871"/>
                  <a:pt x="5591473" y="377536"/>
                  <a:pt x="6145127" y="197813"/>
                </a:cubicBezTo>
                <a:cubicBezTo>
                  <a:pt x="6350315" y="131199"/>
                  <a:pt x="6555904" y="69081"/>
                  <a:pt x="6763073" y="22221"/>
                </a:cubicBezTo>
                <a:close/>
              </a:path>
            </a:pathLst>
          </a:custGeom>
          <a:solidFill>
            <a:srgbClr val="EA5F84"/>
          </a:solidFill>
          <a:ln w="2189" cap="flat">
            <a:noFill/>
            <a:prstDash val="solid"/>
            <a:miter/>
          </a:ln>
        </p:spPr>
        <p:txBody>
          <a:bodyPr rtlCol="0" anchor="ctr"/>
          <a:lstStyle/>
          <a:p>
            <a:endParaRPr lang="en-US"/>
          </a:p>
        </p:txBody>
      </p:sp>
      <p:sp>
        <p:nvSpPr>
          <p:cNvPr id="5" name="Graphic 3">
            <a:extLst>
              <a:ext uri="{FF2B5EF4-FFF2-40B4-BE49-F238E27FC236}">
                <a16:creationId xmlns:a16="http://schemas.microsoft.com/office/drawing/2014/main" id="{990DD633-AAC7-B314-FCE9-2BDBFA91359F}"/>
              </a:ext>
            </a:extLst>
          </p:cNvPr>
          <p:cNvSpPr/>
          <p:nvPr/>
        </p:nvSpPr>
        <p:spPr>
          <a:xfrm flipV="1">
            <a:off x="9429749" y="-1"/>
            <a:ext cx="2762251" cy="6858001"/>
          </a:xfrm>
          <a:custGeom>
            <a:avLst/>
            <a:gdLst>
              <a:gd name="connsiteX0" fmla="*/ 4658039 w 4658038"/>
              <a:gd name="connsiteY0" fmla="*/ 0 h 4223910"/>
              <a:gd name="connsiteX1" fmla="*/ 4658039 w 4658038"/>
              <a:gd name="connsiteY1" fmla="*/ 4223911 h 4223910"/>
              <a:gd name="connsiteX2" fmla="*/ 0 w 4658038"/>
              <a:gd name="connsiteY2" fmla="*/ 4223911 h 4223910"/>
              <a:gd name="connsiteX3" fmla="*/ 1294067 w 4658038"/>
              <a:gd name="connsiteY3" fmla="*/ 3504575 h 4223910"/>
              <a:gd name="connsiteX4" fmla="*/ 2603699 w 4658038"/>
              <a:gd name="connsiteY4" fmla="*/ 2881115 h 4223910"/>
              <a:gd name="connsiteX5" fmla="*/ 3178291 w 4658038"/>
              <a:gd name="connsiteY5" fmla="*/ 1459314 h 4223910"/>
              <a:gd name="connsiteX6" fmla="*/ 3619864 w 4658038"/>
              <a:gd name="connsiteY6" fmla="*/ 661557 h 4223910"/>
              <a:gd name="connsiteX7" fmla="*/ 4658039 w 4658038"/>
              <a:gd name="connsiteY7" fmla="*/ 0 h 4223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58038" h="4223910">
                <a:moveTo>
                  <a:pt x="4658039" y="0"/>
                </a:moveTo>
                <a:lnTo>
                  <a:pt x="4658039" y="4223911"/>
                </a:lnTo>
                <a:lnTo>
                  <a:pt x="0" y="4223911"/>
                </a:lnTo>
                <a:cubicBezTo>
                  <a:pt x="329499" y="3862494"/>
                  <a:pt x="844506" y="3633506"/>
                  <a:pt x="1294067" y="3504575"/>
                </a:cubicBezTo>
                <a:cubicBezTo>
                  <a:pt x="1784322" y="3363986"/>
                  <a:pt x="2251881" y="3278501"/>
                  <a:pt x="2603699" y="2881115"/>
                </a:cubicBezTo>
                <a:cubicBezTo>
                  <a:pt x="2960968" y="2477487"/>
                  <a:pt x="3022610" y="1954736"/>
                  <a:pt x="3178291" y="1459314"/>
                </a:cubicBezTo>
                <a:cubicBezTo>
                  <a:pt x="3272469" y="1159722"/>
                  <a:pt x="3410631" y="898569"/>
                  <a:pt x="3619864" y="661557"/>
                </a:cubicBezTo>
                <a:cubicBezTo>
                  <a:pt x="3905892" y="337482"/>
                  <a:pt x="4278692" y="170181"/>
                  <a:pt x="4658039" y="0"/>
                </a:cubicBezTo>
                <a:close/>
              </a:path>
            </a:pathLst>
          </a:custGeom>
          <a:solidFill>
            <a:srgbClr val="CA1C68"/>
          </a:solidFill>
          <a:ln w="3426" cap="flat">
            <a:noFill/>
            <a:prstDash val="solid"/>
            <a:miter/>
          </a:ln>
        </p:spPr>
        <p:txBody>
          <a:bodyPr rtlCol="0" anchor="ctr"/>
          <a:lstStyle/>
          <a:p>
            <a:endParaRPr lang="en-US"/>
          </a:p>
        </p:txBody>
      </p:sp>
      <p:grpSp>
        <p:nvGrpSpPr>
          <p:cNvPr id="25" name="Group 24">
            <a:extLst>
              <a:ext uri="{FF2B5EF4-FFF2-40B4-BE49-F238E27FC236}">
                <a16:creationId xmlns:a16="http://schemas.microsoft.com/office/drawing/2014/main" id="{38C7AFCE-02E0-1F41-BCF2-1D9F21BD01E7}"/>
              </a:ext>
            </a:extLst>
          </p:cNvPr>
          <p:cNvGrpSpPr/>
          <p:nvPr/>
        </p:nvGrpSpPr>
        <p:grpSpPr>
          <a:xfrm>
            <a:off x="380999" y="311884"/>
            <a:ext cx="1494599" cy="401785"/>
            <a:chOff x="380999" y="311884"/>
            <a:chExt cx="1494599" cy="401785"/>
          </a:xfrm>
        </p:grpSpPr>
        <p:grpSp>
          <p:nvGrpSpPr>
            <p:cNvPr id="26" name="Group 25">
              <a:extLst>
                <a:ext uri="{FF2B5EF4-FFF2-40B4-BE49-F238E27FC236}">
                  <a16:creationId xmlns:a16="http://schemas.microsoft.com/office/drawing/2014/main" id="{5C9A0523-0314-9249-AD74-02FDDE8CBDF6}"/>
                </a:ext>
              </a:extLst>
            </p:cNvPr>
            <p:cNvGrpSpPr/>
            <p:nvPr/>
          </p:nvGrpSpPr>
          <p:grpSpPr>
            <a:xfrm>
              <a:off x="380999" y="311884"/>
              <a:ext cx="771453" cy="268898"/>
              <a:chOff x="380999" y="311884"/>
              <a:chExt cx="771453" cy="268898"/>
            </a:xfrm>
          </p:grpSpPr>
          <p:sp>
            <p:nvSpPr>
              <p:cNvPr id="29" name="Freeform 28">
                <a:extLst>
                  <a:ext uri="{FF2B5EF4-FFF2-40B4-BE49-F238E27FC236}">
                    <a16:creationId xmlns:a16="http://schemas.microsoft.com/office/drawing/2014/main" id="{9AC775CE-8A1E-8F45-8305-1F60BEAD240B}"/>
                  </a:ext>
                </a:extLst>
              </p:cNvPr>
              <p:cNvSpPr/>
              <p:nvPr/>
            </p:nvSpPr>
            <p:spPr>
              <a:xfrm>
                <a:off x="553180" y="460400"/>
                <a:ext cx="120749" cy="120382"/>
              </a:xfrm>
              <a:custGeom>
                <a:avLst/>
                <a:gdLst>
                  <a:gd name="connsiteX0" fmla="*/ 195950 w 537334"/>
                  <a:gd name="connsiteY0" fmla="*/ 267535 h 535704"/>
                  <a:gd name="connsiteX1" fmla="*/ 268592 w 537334"/>
                  <a:gd name="connsiteY1" fmla="*/ 195114 h 535704"/>
                  <a:gd name="connsiteX2" fmla="*/ 341233 w 537334"/>
                  <a:gd name="connsiteY2" fmla="*/ 267535 h 535704"/>
                  <a:gd name="connsiteX3" fmla="*/ 268592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2" y="195114"/>
                    </a:cubicBezTo>
                    <a:cubicBezTo>
                      <a:pt x="308710" y="195114"/>
                      <a:pt x="341233" y="227538"/>
                      <a:pt x="341233" y="267535"/>
                    </a:cubicBezTo>
                    <a:cubicBezTo>
                      <a:pt x="341233" y="307532"/>
                      <a:pt x="308710" y="339956"/>
                      <a:pt x="268592" y="339956"/>
                    </a:cubicBezTo>
                    <a:cubicBezTo>
                      <a:pt x="228495" y="339904"/>
                      <a:pt x="196003" y="307510"/>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0" i="0">
                  <a:latin typeface="Tenorite" pitchFamily="2" charset="0"/>
                </a:endParaRPr>
              </a:p>
            </p:txBody>
          </p:sp>
          <p:sp>
            <p:nvSpPr>
              <p:cNvPr id="30" name="Freeform 29">
                <a:extLst>
                  <a:ext uri="{FF2B5EF4-FFF2-40B4-BE49-F238E27FC236}">
                    <a16:creationId xmlns:a16="http://schemas.microsoft.com/office/drawing/2014/main" id="{453477FC-0912-E040-84D5-A59E10028E02}"/>
                  </a:ext>
                </a:extLst>
              </p:cNvPr>
              <p:cNvSpPr/>
              <p:nvPr/>
            </p:nvSpPr>
            <p:spPr>
              <a:xfrm>
                <a:off x="380999" y="460400"/>
                <a:ext cx="120749" cy="120382"/>
              </a:xfrm>
              <a:custGeom>
                <a:avLst/>
                <a:gdLst>
                  <a:gd name="connsiteX0" fmla="*/ 195950 w 537334"/>
                  <a:gd name="connsiteY0" fmla="*/ 267535 h 535704"/>
                  <a:gd name="connsiteX1" fmla="*/ 268591 w 537334"/>
                  <a:gd name="connsiteY1" fmla="*/ 195114 h 535704"/>
                  <a:gd name="connsiteX2" fmla="*/ 341232 w 537334"/>
                  <a:gd name="connsiteY2" fmla="*/ 267535 h 535704"/>
                  <a:gd name="connsiteX3" fmla="*/ 268591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1" y="195114"/>
                    </a:cubicBezTo>
                    <a:cubicBezTo>
                      <a:pt x="308710" y="195114"/>
                      <a:pt x="341232" y="227538"/>
                      <a:pt x="341232" y="267535"/>
                    </a:cubicBezTo>
                    <a:cubicBezTo>
                      <a:pt x="341232" y="307532"/>
                      <a:pt x="308710" y="339956"/>
                      <a:pt x="268591" y="339956"/>
                    </a:cubicBezTo>
                    <a:cubicBezTo>
                      <a:pt x="228473" y="339956"/>
                      <a:pt x="195950" y="307532"/>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0" i="0">
                  <a:latin typeface="Tenorite" pitchFamily="2" charset="0"/>
                </a:endParaRPr>
              </a:p>
            </p:txBody>
          </p:sp>
          <p:sp>
            <p:nvSpPr>
              <p:cNvPr id="31" name="Freeform 30">
                <a:extLst>
                  <a:ext uri="{FF2B5EF4-FFF2-40B4-BE49-F238E27FC236}">
                    <a16:creationId xmlns:a16="http://schemas.microsoft.com/office/drawing/2014/main" id="{6CEF2DAF-E4C9-204F-9590-8409BA9C1D0D}"/>
                  </a:ext>
                </a:extLst>
              </p:cNvPr>
              <p:cNvSpPr/>
              <p:nvPr/>
            </p:nvSpPr>
            <p:spPr>
              <a:xfrm>
                <a:off x="735480" y="357913"/>
                <a:ext cx="147342" cy="217815"/>
              </a:xfrm>
              <a:custGeom>
                <a:avLst/>
                <a:gdLst>
                  <a:gd name="connsiteX0" fmla="*/ 655598 w 655673"/>
                  <a:gd name="connsiteY0" fmla="*/ 635619 h 969280"/>
                  <a:gd name="connsiteX1" fmla="*/ 337710 w 655673"/>
                  <a:gd name="connsiteY1" fmla="*/ 302180 h 969280"/>
                  <a:gd name="connsiteX2" fmla="*/ 138637 w 655673"/>
                  <a:gd name="connsiteY2" fmla="*/ 394153 h 969280"/>
                  <a:gd name="connsiteX3" fmla="*/ 138637 w 655673"/>
                  <a:gd name="connsiteY3" fmla="*/ -222 h 969280"/>
                  <a:gd name="connsiteX4" fmla="*/ -76 w 655673"/>
                  <a:gd name="connsiteY4" fmla="*/ -222 h 969280"/>
                  <a:gd name="connsiteX5" fmla="*/ -76 w 655673"/>
                  <a:gd name="connsiteY5" fmla="*/ 952542 h 969280"/>
                  <a:gd name="connsiteX6" fmla="*/ 138637 w 655673"/>
                  <a:gd name="connsiteY6" fmla="*/ 952542 h 969280"/>
                  <a:gd name="connsiteX7" fmla="*/ 138637 w 655673"/>
                  <a:gd name="connsiteY7" fmla="*/ 877085 h 969280"/>
                  <a:gd name="connsiteX8" fmla="*/ 337710 w 655673"/>
                  <a:gd name="connsiteY8" fmla="*/ 969058 h 969280"/>
                  <a:gd name="connsiteX9" fmla="*/ 655598 w 655673"/>
                  <a:gd name="connsiteY9" fmla="*/ 635619 h 969280"/>
                  <a:gd name="connsiteX10" fmla="*/ 512791 w 655673"/>
                  <a:gd name="connsiteY10" fmla="*/ 635619 h 969280"/>
                  <a:gd name="connsiteX11" fmla="*/ 321049 w 655673"/>
                  <a:gd name="connsiteY11" fmla="*/ 838738 h 969280"/>
                  <a:gd name="connsiteX12" fmla="*/ 129212 w 655673"/>
                  <a:gd name="connsiteY12" fmla="*/ 635619 h 969280"/>
                  <a:gd name="connsiteX13" fmla="*/ 321049 w 655673"/>
                  <a:gd name="connsiteY13" fmla="*/ 432499 h 969280"/>
                  <a:gd name="connsiteX14" fmla="*/ 512791 w 655673"/>
                  <a:gd name="connsiteY14" fmla="*/ 635619 h 96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5673" h="969280">
                    <a:moveTo>
                      <a:pt x="655598" y="635619"/>
                    </a:moveTo>
                    <a:cubicBezTo>
                      <a:pt x="655598" y="441801"/>
                      <a:pt x="515552" y="302180"/>
                      <a:pt x="337710" y="302180"/>
                    </a:cubicBezTo>
                    <a:cubicBezTo>
                      <a:pt x="246789" y="302180"/>
                      <a:pt x="183098" y="338532"/>
                      <a:pt x="138637" y="394153"/>
                    </a:cubicBezTo>
                    <a:lnTo>
                      <a:pt x="138637" y="-222"/>
                    </a:lnTo>
                    <a:lnTo>
                      <a:pt x="-76" y="-222"/>
                    </a:lnTo>
                    <a:lnTo>
                      <a:pt x="-76" y="952542"/>
                    </a:lnTo>
                    <a:lnTo>
                      <a:pt x="138637" y="952542"/>
                    </a:lnTo>
                    <a:lnTo>
                      <a:pt x="138637" y="877085"/>
                    </a:lnTo>
                    <a:cubicBezTo>
                      <a:pt x="183098" y="932705"/>
                      <a:pt x="246789" y="969058"/>
                      <a:pt x="337710" y="969058"/>
                    </a:cubicBezTo>
                    <a:cubicBezTo>
                      <a:pt x="515552" y="969058"/>
                      <a:pt x="655598" y="829437"/>
                      <a:pt x="655598" y="635619"/>
                    </a:cubicBezTo>
                    <a:moveTo>
                      <a:pt x="512791" y="635619"/>
                    </a:moveTo>
                    <a:cubicBezTo>
                      <a:pt x="512791" y="746765"/>
                      <a:pt x="440435" y="838738"/>
                      <a:pt x="321049" y="838738"/>
                    </a:cubicBezTo>
                    <a:cubicBezTo>
                      <a:pt x="206804" y="838738"/>
                      <a:pt x="129212" y="751416"/>
                      <a:pt x="129212" y="635619"/>
                    </a:cubicBezTo>
                    <a:cubicBezTo>
                      <a:pt x="129212" y="519821"/>
                      <a:pt x="206899" y="432499"/>
                      <a:pt x="321049" y="432499"/>
                    </a:cubicBezTo>
                    <a:cubicBezTo>
                      <a:pt x="440435" y="432499"/>
                      <a:pt x="512791" y="524472"/>
                      <a:pt x="512791" y="635619"/>
                    </a:cubicBezTo>
                  </a:path>
                </a:pathLst>
              </a:custGeom>
              <a:solidFill>
                <a:schemeClr val="accent1"/>
              </a:solidFill>
              <a:ln w="9511" cap="flat">
                <a:noFill/>
                <a:prstDash val="solid"/>
                <a:miter/>
              </a:ln>
            </p:spPr>
            <p:txBody>
              <a:bodyPr rtlCol="0" anchor="ctr"/>
              <a:lstStyle/>
              <a:p>
                <a:endParaRPr lang="en-US" b="0" i="0">
                  <a:latin typeface="Tenorite" pitchFamily="2" charset="0"/>
                </a:endParaRPr>
              </a:p>
            </p:txBody>
          </p:sp>
          <p:sp>
            <p:nvSpPr>
              <p:cNvPr id="32" name="Freeform 31">
                <a:extLst>
                  <a:ext uri="{FF2B5EF4-FFF2-40B4-BE49-F238E27FC236}">
                    <a16:creationId xmlns:a16="http://schemas.microsoft.com/office/drawing/2014/main" id="{2FE7FA08-5E21-5E4F-A07C-CA36268D1D11}"/>
                  </a:ext>
                </a:extLst>
              </p:cNvPr>
              <p:cNvSpPr/>
              <p:nvPr/>
            </p:nvSpPr>
            <p:spPr>
              <a:xfrm>
                <a:off x="908666" y="386473"/>
                <a:ext cx="95183" cy="189276"/>
              </a:xfrm>
              <a:custGeom>
                <a:avLst/>
                <a:gdLst>
                  <a:gd name="connsiteX0" fmla="*/ 382837 w 423565"/>
                  <a:gd name="connsiteY0" fmla="*/ 317366 h 842282"/>
                  <a:gd name="connsiteX1" fmla="*/ 382837 w 423565"/>
                  <a:gd name="connsiteY1" fmla="*/ 191603 h 842282"/>
                  <a:gd name="connsiteX2" fmla="*/ 139303 w 423565"/>
                  <a:gd name="connsiteY2" fmla="*/ 191603 h 842282"/>
                  <a:gd name="connsiteX3" fmla="*/ 139303 w 423565"/>
                  <a:gd name="connsiteY3" fmla="*/ -222 h 842282"/>
                  <a:gd name="connsiteX4" fmla="*/ -76 w 423565"/>
                  <a:gd name="connsiteY4" fmla="*/ -222 h 842282"/>
                  <a:gd name="connsiteX5" fmla="*/ -76 w 423565"/>
                  <a:gd name="connsiteY5" fmla="*/ 595944 h 842282"/>
                  <a:gd name="connsiteX6" fmla="*/ 228415 w 423565"/>
                  <a:gd name="connsiteY6" fmla="*/ 842060 h 842282"/>
                  <a:gd name="connsiteX7" fmla="*/ 423489 w 423565"/>
                  <a:gd name="connsiteY7" fmla="*/ 779226 h 842282"/>
                  <a:gd name="connsiteX8" fmla="*/ 368461 w 423565"/>
                  <a:gd name="connsiteY8" fmla="*/ 668744 h 842282"/>
                  <a:gd name="connsiteX9" fmla="*/ 240316 w 423565"/>
                  <a:gd name="connsiteY9" fmla="*/ 711741 h 842282"/>
                  <a:gd name="connsiteX10" fmla="*/ 139494 w 423565"/>
                  <a:gd name="connsiteY10" fmla="*/ 593286 h 842282"/>
                  <a:gd name="connsiteX11" fmla="*/ 139494 w 423565"/>
                  <a:gd name="connsiteY11" fmla="*/ 317366 h 8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3565" h="842282">
                    <a:moveTo>
                      <a:pt x="382837" y="317366"/>
                    </a:moveTo>
                    <a:lnTo>
                      <a:pt x="382837" y="191603"/>
                    </a:lnTo>
                    <a:lnTo>
                      <a:pt x="139303" y="191603"/>
                    </a:lnTo>
                    <a:lnTo>
                      <a:pt x="139303" y="-222"/>
                    </a:lnTo>
                    <a:lnTo>
                      <a:pt x="-76" y="-222"/>
                    </a:lnTo>
                    <a:lnTo>
                      <a:pt x="-76" y="595944"/>
                    </a:lnTo>
                    <a:cubicBezTo>
                      <a:pt x="-76" y="764704"/>
                      <a:pt x="84180" y="842060"/>
                      <a:pt x="228415" y="842060"/>
                    </a:cubicBezTo>
                    <a:cubicBezTo>
                      <a:pt x="298354" y="841491"/>
                      <a:pt x="366437" y="819561"/>
                      <a:pt x="423489" y="779226"/>
                    </a:cubicBezTo>
                    <a:lnTo>
                      <a:pt x="368461" y="668744"/>
                    </a:lnTo>
                    <a:cubicBezTo>
                      <a:pt x="330379" y="692568"/>
                      <a:pt x="283443" y="711741"/>
                      <a:pt x="240316" y="711741"/>
                    </a:cubicBezTo>
                    <a:cubicBezTo>
                      <a:pt x="184621" y="711741"/>
                      <a:pt x="139494" y="677951"/>
                      <a:pt x="139494" y="593286"/>
                    </a:cubicBezTo>
                    <a:lnTo>
                      <a:pt x="139494" y="317366"/>
                    </a:lnTo>
                    <a:close/>
                  </a:path>
                </a:pathLst>
              </a:custGeom>
              <a:solidFill>
                <a:schemeClr val="accent1"/>
              </a:solidFill>
              <a:ln w="9511" cap="flat">
                <a:noFill/>
                <a:prstDash val="solid"/>
                <a:miter/>
              </a:ln>
            </p:spPr>
            <p:txBody>
              <a:bodyPr rtlCol="0" anchor="ctr"/>
              <a:lstStyle/>
              <a:p>
                <a:endParaRPr lang="en-US" b="0" i="0">
                  <a:latin typeface="Tenorite" pitchFamily="2" charset="0"/>
                </a:endParaRPr>
              </a:p>
            </p:txBody>
          </p:sp>
          <p:sp>
            <p:nvSpPr>
              <p:cNvPr id="33" name="Freeform 32">
                <a:extLst>
                  <a:ext uri="{FF2B5EF4-FFF2-40B4-BE49-F238E27FC236}">
                    <a16:creationId xmlns:a16="http://schemas.microsoft.com/office/drawing/2014/main" id="{2EEC8701-78CE-5440-8D6E-E5C2547CE06B}"/>
                  </a:ext>
                </a:extLst>
              </p:cNvPr>
              <p:cNvSpPr/>
              <p:nvPr/>
            </p:nvSpPr>
            <p:spPr>
              <a:xfrm>
                <a:off x="1026141" y="426006"/>
                <a:ext cx="126311" cy="149572"/>
              </a:xfrm>
              <a:custGeom>
                <a:avLst/>
                <a:gdLst>
                  <a:gd name="connsiteX0" fmla="*/ 509649 w 562087"/>
                  <a:gd name="connsiteY0" fmla="*/ 46621 h 665599"/>
                  <a:gd name="connsiteX1" fmla="*/ 288680 w 562087"/>
                  <a:gd name="connsiteY1" fmla="*/ -172 h 665599"/>
                  <a:gd name="connsiteX2" fmla="*/ 25915 w 562087"/>
                  <a:gd name="connsiteY2" fmla="*/ 202947 h 665599"/>
                  <a:gd name="connsiteX3" fmla="*/ 241553 w 562087"/>
                  <a:gd name="connsiteY3" fmla="*/ 388887 h 665599"/>
                  <a:gd name="connsiteX4" fmla="*/ 308196 w 562087"/>
                  <a:gd name="connsiteY4" fmla="*/ 397430 h 665599"/>
                  <a:gd name="connsiteX5" fmla="*/ 418348 w 562087"/>
                  <a:gd name="connsiteY5" fmla="*/ 467573 h 665599"/>
                  <a:gd name="connsiteX6" fmla="*/ 273732 w 562087"/>
                  <a:gd name="connsiteY6" fmla="*/ 545024 h 665599"/>
                  <a:gd name="connsiteX7" fmla="*/ 64282 w 562087"/>
                  <a:gd name="connsiteY7" fmla="*/ 480196 h 665599"/>
                  <a:gd name="connsiteX8" fmla="*/ -76 w 562087"/>
                  <a:gd name="connsiteY8" fmla="*/ 584034 h 665599"/>
                  <a:gd name="connsiteX9" fmla="*/ 272685 w 562087"/>
                  <a:gd name="connsiteY9" fmla="*/ 665377 h 665599"/>
                  <a:gd name="connsiteX10" fmla="*/ 562012 w 562087"/>
                  <a:gd name="connsiteY10" fmla="*/ 458271 h 665599"/>
                  <a:gd name="connsiteX11" fmla="*/ 341042 w 562087"/>
                  <a:gd name="connsiteY11" fmla="*/ 271097 h 665599"/>
                  <a:gd name="connsiteX12" fmla="*/ 275351 w 562087"/>
                  <a:gd name="connsiteY12" fmla="*/ 261131 h 665599"/>
                  <a:gd name="connsiteX13" fmla="*/ 170626 w 562087"/>
                  <a:gd name="connsiteY13" fmla="*/ 195639 h 665599"/>
                  <a:gd name="connsiteX14" fmla="*/ 290774 w 562087"/>
                  <a:gd name="connsiteY14" fmla="*/ 120276 h 665599"/>
                  <a:gd name="connsiteX15" fmla="*/ 461095 w 562087"/>
                  <a:gd name="connsiteY15" fmla="*/ 160805 h 665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2087" h="665599">
                    <a:moveTo>
                      <a:pt x="509649" y="46621"/>
                    </a:moveTo>
                    <a:cubicBezTo>
                      <a:pt x="440427" y="14752"/>
                      <a:pt x="364919" y="-1238"/>
                      <a:pt x="288680" y="-172"/>
                    </a:cubicBezTo>
                    <a:cubicBezTo>
                      <a:pt x="126832" y="-172"/>
                      <a:pt x="25915" y="77943"/>
                      <a:pt x="25915" y="202947"/>
                    </a:cubicBezTo>
                    <a:cubicBezTo>
                      <a:pt x="25915" y="305456"/>
                      <a:pt x="100270" y="369620"/>
                      <a:pt x="241553" y="388887"/>
                    </a:cubicBezTo>
                    <a:lnTo>
                      <a:pt x="308196" y="397430"/>
                    </a:lnTo>
                    <a:cubicBezTo>
                      <a:pt x="384360" y="408060"/>
                      <a:pt x="418348" y="431220"/>
                      <a:pt x="418348" y="467573"/>
                    </a:cubicBezTo>
                    <a:cubicBezTo>
                      <a:pt x="418348" y="515031"/>
                      <a:pt x="369318" y="545024"/>
                      <a:pt x="273732" y="545024"/>
                    </a:cubicBezTo>
                    <a:cubicBezTo>
                      <a:pt x="170816" y="545024"/>
                      <a:pt x="109124" y="515220"/>
                      <a:pt x="64282" y="480196"/>
                    </a:cubicBezTo>
                    <a:lnTo>
                      <a:pt x="-76" y="584034"/>
                    </a:lnTo>
                    <a:cubicBezTo>
                      <a:pt x="92177" y="652848"/>
                      <a:pt x="207660" y="665377"/>
                      <a:pt x="272685" y="665377"/>
                    </a:cubicBezTo>
                    <a:cubicBezTo>
                      <a:pt x="455859" y="665377"/>
                      <a:pt x="562012" y="579953"/>
                      <a:pt x="562012" y="458271"/>
                    </a:cubicBezTo>
                    <a:cubicBezTo>
                      <a:pt x="562012" y="349782"/>
                      <a:pt x="479755" y="291599"/>
                      <a:pt x="341042" y="271097"/>
                    </a:cubicBezTo>
                    <a:lnTo>
                      <a:pt x="275351" y="261131"/>
                    </a:lnTo>
                    <a:cubicBezTo>
                      <a:pt x="216895" y="252588"/>
                      <a:pt x="170626" y="240629"/>
                      <a:pt x="170626" y="195639"/>
                    </a:cubicBezTo>
                    <a:cubicBezTo>
                      <a:pt x="170626" y="150649"/>
                      <a:pt x="214420" y="120276"/>
                      <a:pt x="290774" y="120276"/>
                    </a:cubicBezTo>
                    <a:cubicBezTo>
                      <a:pt x="349796" y="121531"/>
                      <a:pt x="407867" y="135350"/>
                      <a:pt x="461095" y="160805"/>
                    </a:cubicBezTo>
                    <a:close/>
                  </a:path>
                </a:pathLst>
              </a:custGeom>
              <a:solidFill>
                <a:schemeClr val="accent1"/>
              </a:solidFill>
              <a:ln w="9511" cap="flat">
                <a:noFill/>
                <a:prstDash val="solid"/>
                <a:miter/>
              </a:ln>
            </p:spPr>
            <p:txBody>
              <a:bodyPr rtlCol="0" anchor="ctr"/>
              <a:lstStyle/>
              <a:p>
                <a:endParaRPr lang="en-US" b="0" i="0">
                  <a:latin typeface="Tenorite" pitchFamily="2" charset="0"/>
                </a:endParaRPr>
              </a:p>
            </p:txBody>
          </p:sp>
          <p:sp>
            <p:nvSpPr>
              <p:cNvPr id="34" name="Freeform 33">
                <a:extLst>
                  <a:ext uri="{FF2B5EF4-FFF2-40B4-BE49-F238E27FC236}">
                    <a16:creationId xmlns:a16="http://schemas.microsoft.com/office/drawing/2014/main" id="{A318800D-1A12-9A48-B7A5-E4D058168295}"/>
                  </a:ext>
                </a:extLst>
              </p:cNvPr>
              <p:cNvSpPr/>
              <p:nvPr/>
            </p:nvSpPr>
            <p:spPr>
              <a:xfrm>
                <a:off x="465912" y="311884"/>
                <a:ext cx="120749" cy="120382"/>
              </a:xfrm>
              <a:custGeom>
                <a:avLst/>
                <a:gdLst>
                  <a:gd name="connsiteX0" fmla="*/ 268591 w 537334"/>
                  <a:gd name="connsiteY0" fmla="*/ -222 h 535704"/>
                  <a:gd name="connsiteX1" fmla="*/ -76 w 537334"/>
                  <a:gd name="connsiteY1" fmla="*/ 267630 h 535704"/>
                  <a:gd name="connsiteX2" fmla="*/ 268591 w 537334"/>
                  <a:gd name="connsiteY2" fmla="*/ 535483 h 535704"/>
                  <a:gd name="connsiteX3" fmla="*/ 537259 w 537334"/>
                  <a:gd name="connsiteY3" fmla="*/ 267630 h 535704"/>
                  <a:gd name="connsiteX4" fmla="*/ 537259 w 537334"/>
                  <a:gd name="connsiteY4" fmla="*/ 267535 h 535704"/>
                  <a:gd name="connsiteX5" fmla="*/ 268687 w 537334"/>
                  <a:gd name="connsiteY5" fmla="*/ -222 h 535704"/>
                  <a:gd name="connsiteX6" fmla="*/ 268591 w 537334"/>
                  <a:gd name="connsiteY6" fmla="*/ -222 h 535704"/>
                  <a:gd name="connsiteX7" fmla="*/ 268591 w 537334"/>
                  <a:gd name="connsiteY7" fmla="*/ 339956 h 535704"/>
                  <a:gd name="connsiteX8" fmla="*/ 195950 w 537334"/>
                  <a:gd name="connsiteY8" fmla="*/ 267535 h 535704"/>
                  <a:gd name="connsiteX9" fmla="*/ 268591 w 537334"/>
                  <a:gd name="connsiteY9" fmla="*/ 195114 h 535704"/>
                  <a:gd name="connsiteX10" fmla="*/ 341232 w 537334"/>
                  <a:gd name="connsiteY10" fmla="*/ 267535 h 535704"/>
                  <a:gd name="connsiteX11" fmla="*/ 268591 w 537334"/>
                  <a:gd name="connsiteY11" fmla="*/ 339956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268591" y="-222"/>
                    </a:moveTo>
                    <a:cubicBezTo>
                      <a:pt x="120210" y="-222"/>
                      <a:pt x="-76" y="119699"/>
                      <a:pt x="-76" y="267630"/>
                    </a:cubicBezTo>
                    <a:cubicBezTo>
                      <a:pt x="-76" y="415561"/>
                      <a:pt x="120210" y="535483"/>
                      <a:pt x="268591" y="535483"/>
                    </a:cubicBezTo>
                    <a:cubicBezTo>
                      <a:pt x="416972" y="535483"/>
                      <a:pt x="537259" y="415561"/>
                      <a:pt x="537259" y="267630"/>
                    </a:cubicBezTo>
                    <a:cubicBezTo>
                      <a:pt x="537259" y="267599"/>
                      <a:pt x="537259" y="267567"/>
                      <a:pt x="537259" y="267535"/>
                    </a:cubicBezTo>
                    <a:cubicBezTo>
                      <a:pt x="537259" y="119657"/>
                      <a:pt x="417015" y="-222"/>
                      <a:pt x="268687" y="-222"/>
                    </a:cubicBezTo>
                    <a:cubicBezTo>
                      <a:pt x="268655" y="-222"/>
                      <a:pt x="268623" y="-222"/>
                      <a:pt x="268591" y="-222"/>
                    </a:cubicBezTo>
                    <a:close/>
                    <a:moveTo>
                      <a:pt x="268591" y="339956"/>
                    </a:moveTo>
                    <a:cubicBezTo>
                      <a:pt x="228473" y="339956"/>
                      <a:pt x="195950" y="307532"/>
                      <a:pt x="195950" y="267535"/>
                    </a:cubicBezTo>
                    <a:cubicBezTo>
                      <a:pt x="195950" y="227538"/>
                      <a:pt x="228473" y="195114"/>
                      <a:pt x="268591" y="195114"/>
                    </a:cubicBezTo>
                    <a:cubicBezTo>
                      <a:pt x="308710" y="195114"/>
                      <a:pt x="341232" y="227538"/>
                      <a:pt x="341232" y="267535"/>
                    </a:cubicBezTo>
                    <a:cubicBezTo>
                      <a:pt x="341232" y="307532"/>
                      <a:pt x="308710" y="339956"/>
                      <a:pt x="268591" y="339956"/>
                    </a:cubicBezTo>
                    <a:close/>
                  </a:path>
                </a:pathLst>
              </a:custGeom>
              <a:solidFill>
                <a:schemeClr val="accent2"/>
              </a:solidFill>
              <a:ln w="9511" cap="flat">
                <a:noFill/>
                <a:prstDash val="solid"/>
                <a:miter/>
              </a:ln>
            </p:spPr>
            <p:txBody>
              <a:bodyPr rtlCol="0" anchor="ctr"/>
              <a:lstStyle/>
              <a:p>
                <a:endParaRPr lang="en-US" b="0" i="0">
                  <a:latin typeface="Tenorite" pitchFamily="2" charset="0"/>
                </a:endParaRPr>
              </a:p>
            </p:txBody>
          </p:sp>
        </p:grpSp>
        <p:pic>
          <p:nvPicPr>
            <p:cNvPr id="27" name="Picture 26">
              <a:extLst>
                <a:ext uri="{FF2B5EF4-FFF2-40B4-BE49-F238E27FC236}">
                  <a16:creationId xmlns:a16="http://schemas.microsoft.com/office/drawing/2014/main" id="{030B5CEF-8C10-D048-A391-E9E59C859A3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735479" y="623829"/>
              <a:ext cx="1140119" cy="89840"/>
            </a:xfrm>
            <a:prstGeom prst="rect">
              <a:avLst/>
            </a:prstGeom>
          </p:spPr>
        </p:pic>
      </p:grpSp>
      <p:sp>
        <p:nvSpPr>
          <p:cNvPr id="35" name="TextBox 34">
            <a:extLst>
              <a:ext uri="{FF2B5EF4-FFF2-40B4-BE49-F238E27FC236}">
                <a16:creationId xmlns:a16="http://schemas.microsoft.com/office/drawing/2014/main" id="{90912B69-8E0B-BA43-8893-FB467317B2F8}"/>
              </a:ext>
            </a:extLst>
          </p:cNvPr>
          <p:cNvSpPr txBox="1"/>
          <p:nvPr/>
        </p:nvSpPr>
        <p:spPr>
          <a:xfrm>
            <a:off x="9597794" y="6531309"/>
            <a:ext cx="2213206" cy="191268"/>
          </a:xfrm>
          <a:prstGeom prst="rect">
            <a:avLst/>
          </a:prstGeom>
          <a:noFill/>
        </p:spPr>
        <p:txBody>
          <a:bodyPr wrap="square" lIns="0" tIns="0" rIns="0" bIns="0" rtlCol="0" anchor="b" anchorCtr="0">
            <a:noAutofit/>
          </a:bodyPr>
          <a:lstStyle/>
          <a:p>
            <a:pPr algn="r"/>
            <a:r>
              <a:rPr lang="en-GB" sz="800" b="0" i="0">
                <a:solidFill>
                  <a:schemeClr val="accent1"/>
                </a:solidFill>
                <a:latin typeface="Tenorite" pitchFamily="2" charset="0"/>
              </a:rPr>
              <a:t>Copyright © </a:t>
            </a:r>
            <a:fld id="{E25E8B31-9F36-49D3-B6AC-FD7EB4807B83}" type="datetimeyyyy">
              <a:rPr lang="en-US" sz="800" b="0" i="0" smtClean="0">
                <a:solidFill>
                  <a:schemeClr val="accent1"/>
                </a:solidFill>
                <a:latin typeface="Tenorite" pitchFamily="2" charset="0"/>
              </a:rPr>
              <a:t>2026</a:t>
            </a:fld>
            <a:r>
              <a:rPr lang="en-GB" sz="800" b="0" i="0">
                <a:solidFill>
                  <a:schemeClr val="accent1"/>
                </a:solidFill>
                <a:latin typeface="Tenorite" pitchFamily="2" charset="0"/>
              </a:rPr>
              <a:t> BTS</a:t>
            </a:r>
          </a:p>
        </p:txBody>
      </p:sp>
      <p:sp>
        <p:nvSpPr>
          <p:cNvPr id="2" name="Title 1">
            <a:extLst>
              <a:ext uri="{FF2B5EF4-FFF2-40B4-BE49-F238E27FC236}">
                <a16:creationId xmlns:a16="http://schemas.microsoft.com/office/drawing/2014/main" id="{717378D2-3586-A5FC-3420-5FCF219E641C}"/>
              </a:ext>
            </a:extLst>
          </p:cNvPr>
          <p:cNvSpPr>
            <a:spLocks noGrp="1"/>
          </p:cNvSpPr>
          <p:nvPr>
            <p:ph type="title" hasCustomPrompt="1"/>
          </p:nvPr>
        </p:nvSpPr>
        <p:spPr>
          <a:xfrm>
            <a:off x="777817" y="1277738"/>
            <a:ext cx="9452033" cy="1994940"/>
          </a:xfrm>
          <a:prstGeom prst="rect">
            <a:avLst/>
          </a:prstGeom>
          <a:noFill/>
        </p:spPr>
        <p:txBody>
          <a:bodyPr lIns="0" tIns="0" rIns="0" bIns="0" anchor="b">
            <a:normAutofit/>
          </a:bodyPr>
          <a:lstStyle>
            <a:lvl1pPr>
              <a:lnSpc>
                <a:spcPct val="100000"/>
              </a:lnSpc>
              <a:defRPr sz="4800" b="1" i="0" spc="10" baseline="0">
                <a:solidFill>
                  <a:schemeClr val="accent1"/>
                </a:solidFill>
                <a:latin typeface="Tenorite" pitchFamily="2" charset="0"/>
                <a:ea typeface="Verdana" panose="020B0604030504040204" pitchFamily="34" charset="0"/>
                <a:cs typeface="Tenorite" panose="00000500000000000000" pitchFamily="2" charset="0"/>
              </a:defRPr>
            </a:lvl1pPr>
          </a:lstStyle>
          <a:p>
            <a:r>
              <a:rPr lang="en-US"/>
              <a:t>Click to edit title </a:t>
            </a:r>
            <a:br>
              <a:rPr lang="en-US"/>
            </a:br>
            <a:r>
              <a:rPr lang="en-US"/>
              <a:t>(sentence case)</a:t>
            </a:r>
          </a:p>
        </p:txBody>
      </p:sp>
      <p:sp>
        <p:nvSpPr>
          <p:cNvPr id="6" name="Text Placeholder 3">
            <a:extLst>
              <a:ext uri="{FF2B5EF4-FFF2-40B4-BE49-F238E27FC236}">
                <a16:creationId xmlns:a16="http://schemas.microsoft.com/office/drawing/2014/main" id="{F74A622E-244F-7821-98D6-7116E677F442}"/>
              </a:ext>
            </a:extLst>
          </p:cNvPr>
          <p:cNvSpPr>
            <a:spLocks noGrp="1"/>
          </p:cNvSpPr>
          <p:nvPr>
            <p:ph type="body" sz="quarter" idx="10" hasCustomPrompt="1"/>
          </p:nvPr>
        </p:nvSpPr>
        <p:spPr>
          <a:xfrm>
            <a:off x="777817" y="4975826"/>
            <a:ext cx="5046862" cy="1208871"/>
          </a:xfrm>
          <a:prstGeom prst="rect">
            <a:avLst/>
          </a:prstGeom>
        </p:spPr>
        <p:txBody>
          <a:bodyPr lIns="0" rIns="0" bIns="0" anchor="b"/>
          <a:lstStyle>
            <a:lvl1pPr marL="0" indent="0" algn="l">
              <a:spcBef>
                <a:spcPts val="600"/>
              </a:spcBef>
              <a:buNone/>
              <a:defRPr sz="1600" b="0" i="0">
                <a:solidFill>
                  <a:schemeClr val="accent1"/>
                </a:solidFill>
                <a:latin typeface="Tenorite" pitchFamily="2" charset="0"/>
                <a:ea typeface="Verdana" panose="020B0604030504040204" pitchFamily="34" charset="0"/>
                <a:cs typeface="Tenorite" panose="00000500000000000000" pitchFamily="2" charset="0"/>
              </a:defRPr>
            </a:lvl1pPr>
          </a:lstStyle>
          <a:p>
            <a:pPr lvl="0"/>
            <a:r>
              <a:rPr lang="en-US"/>
              <a:t>Click to edit presenter name</a:t>
            </a:r>
          </a:p>
        </p:txBody>
      </p:sp>
      <p:sp>
        <p:nvSpPr>
          <p:cNvPr id="7" name="Text Placeholder 2">
            <a:extLst>
              <a:ext uri="{FF2B5EF4-FFF2-40B4-BE49-F238E27FC236}">
                <a16:creationId xmlns:a16="http://schemas.microsoft.com/office/drawing/2014/main" id="{A858D4E0-1D96-242E-E060-FFA33C4D5E22}"/>
              </a:ext>
            </a:extLst>
          </p:cNvPr>
          <p:cNvSpPr>
            <a:spLocks noGrp="1"/>
          </p:cNvSpPr>
          <p:nvPr>
            <p:ph type="body" idx="11" hasCustomPrompt="1"/>
          </p:nvPr>
        </p:nvSpPr>
        <p:spPr>
          <a:xfrm>
            <a:off x="777817" y="3428999"/>
            <a:ext cx="9452033" cy="857251"/>
          </a:xfrm>
          <a:prstGeom prst="rect">
            <a:avLst/>
          </a:prstGeom>
        </p:spPr>
        <p:txBody>
          <a:bodyPr lIns="0"/>
          <a:lstStyle>
            <a:lvl1pPr marL="0" indent="0">
              <a:buNone/>
              <a:defRPr sz="2000">
                <a:solidFill>
                  <a:schemeClr val="accent2"/>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here to edit sub-header</a:t>
            </a:r>
          </a:p>
        </p:txBody>
      </p:sp>
    </p:spTree>
    <p:extLst>
      <p:ext uri="{BB962C8B-B14F-4D97-AF65-F5344CB8AC3E}">
        <p14:creationId xmlns:p14="http://schemas.microsoft.com/office/powerpoint/2010/main" val="3814356333"/>
      </p:ext>
    </p:extLst>
  </p:cSld>
  <p:clrMapOvr>
    <a:masterClrMapping/>
  </p:clrMapOvr>
  <p:extLst>
    <p:ext uri="{DCECCB84-F9BA-43D5-87BE-67443E8EF086}">
      <p15:sldGuideLst xmlns:p15="http://schemas.microsoft.com/office/powerpoint/2012/main">
        <p15:guide id="1" orient="horz" pos="60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cSld name="2_Cover 5">
    <p:bg>
      <p:bgPr>
        <a:solidFill>
          <a:schemeClr val="tx2"/>
        </a:solidFill>
        <a:effectLst/>
      </p:bgPr>
    </p:bg>
    <p:spTree>
      <p:nvGrpSpPr>
        <p:cNvPr id="1" name=""/>
        <p:cNvGrpSpPr/>
        <p:nvPr/>
      </p:nvGrpSpPr>
      <p:grpSpPr>
        <a:xfrm>
          <a:off x="0" y="0"/>
          <a:ext cx="0" cy="0"/>
          <a:chOff x="0" y="0"/>
          <a:chExt cx="0" cy="0"/>
        </a:xfrm>
      </p:grpSpPr>
      <p:sp>
        <p:nvSpPr>
          <p:cNvPr id="7" name="Graphic 5">
            <a:extLst>
              <a:ext uri="{FF2B5EF4-FFF2-40B4-BE49-F238E27FC236}">
                <a16:creationId xmlns:a16="http://schemas.microsoft.com/office/drawing/2014/main" id="{C213CAEA-BD00-0101-4215-B1AF334BE1EA}"/>
              </a:ext>
            </a:extLst>
          </p:cNvPr>
          <p:cNvSpPr/>
          <p:nvPr/>
        </p:nvSpPr>
        <p:spPr>
          <a:xfrm>
            <a:off x="0" y="5658364"/>
            <a:ext cx="12192000" cy="1208871"/>
          </a:xfrm>
          <a:custGeom>
            <a:avLst/>
            <a:gdLst>
              <a:gd name="connsiteX0" fmla="*/ 7772400 w 7772421"/>
              <a:gd name="connsiteY0" fmla="*/ 474860 h 1787853"/>
              <a:gd name="connsiteX1" fmla="*/ 7772400 w 7772421"/>
              <a:gd name="connsiteY1" fmla="*/ 1787854 h 1787853"/>
              <a:gd name="connsiteX2" fmla="*/ 0 w 7772421"/>
              <a:gd name="connsiteY2" fmla="*/ 1787854 h 1787853"/>
              <a:gd name="connsiteX3" fmla="*/ 0 w 7772421"/>
              <a:gd name="connsiteY3" fmla="*/ 122255 h 1787853"/>
              <a:gd name="connsiteX4" fmla="*/ 220736 w 7772421"/>
              <a:gd name="connsiteY4" fmla="*/ 256447 h 1787853"/>
              <a:gd name="connsiteX5" fmla="*/ 463104 w 7772421"/>
              <a:gd name="connsiteY5" fmla="*/ 379099 h 1787853"/>
              <a:gd name="connsiteX6" fmla="*/ 1393624 w 7772421"/>
              <a:gd name="connsiteY6" fmla="*/ 664016 h 1787853"/>
              <a:gd name="connsiteX7" fmla="*/ 2607367 w 7772421"/>
              <a:gd name="connsiteY7" fmla="*/ 670586 h 1787853"/>
              <a:gd name="connsiteX8" fmla="*/ 2655753 w 7772421"/>
              <a:gd name="connsiteY8" fmla="*/ 662352 h 1787853"/>
              <a:gd name="connsiteX9" fmla="*/ 3736554 w 7772421"/>
              <a:gd name="connsiteY9" fmla="*/ 354573 h 1787853"/>
              <a:gd name="connsiteX10" fmla="*/ 4397055 w 7772421"/>
              <a:gd name="connsiteY10" fmla="*/ 143847 h 1787853"/>
              <a:gd name="connsiteX11" fmla="*/ 4563735 w 7772421"/>
              <a:gd name="connsiteY11" fmla="*/ 100598 h 1787853"/>
              <a:gd name="connsiteX12" fmla="*/ 5179878 w 7772421"/>
              <a:gd name="connsiteY12" fmla="*/ 4749 h 1787853"/>
              <a:gd name="connsiteX13" fmla="*/ 5892224 w 7772421"/>
              <a:gd name="connsiteY13" fmla="*/ 43443 h 1787853"/>
              <a:gd name="connsiteX14" fmla="*/ 6925603 w 7772421"/>
              <a:gd name="connsiteY14" fmla="*/ 282002 h 1787853"/>
              <a:gd name="connsiteX15" fmla="*/ 7217998 w 7772421"/>
              <a:gd name="connsiteY15" fmla="*/ 361537 h 1787853"/>
              <a:gd name="connsiteX16" fmla="*/ 7491302 w 7772421"/>
              <a:gd name="connsiteY16" fmla="*/ 428917 h 1787853"/>
              <a:gd name="connsiteX17" fmla="*/ 7772422 w 7772421"/>
              <a:gd name="connsiteY17" fmla="*/ 474860 h 1787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772421" h="1787853">
                <a:moveTo>
                  <a:pt x="7772400" y="474860"/>
                </a:moveTo>
                <a:lnTo>
                  <a:pt x="7772400" y="1787854"/>
                </a:lnTo>
                <a:lnTo>
                  <a:pt x="0" y="1787854"/>
                </a:lnTo>
                <a:lnTo>
                  <a:pt x="0" y="122255"/>
                </a:lnTo>
                <a:cubicBezTo>
                  <a:pt x="71528" y="169665"/>
                  <a:pt x="145202" y="214424"/>
                  <a:pt x="220736" y="256447"/>
                </a:cubicBezTo>
                <a:cubicBezTo>
                  <a:pt x="299577" y="300331"/>
                  <a:pt x="380475" y="341237"/>
                  <a:pt x="463104" y="379099"/>
                </a:cubicBezTo>
                <a:cubicBezTo>
                  <a:pt x="755937" y="513335"/>
                  <a:pt x="1070555" y="609358"/>
                  <a:pt x="1393624" y="664016"/>
                </a:cubicBezTo>
                <a:cubicBezTo>
                  <a:pt x="1793717" y="731704"/>
                  <a:pt x="2206749" y="735930"/>
                  <a:pt x="2607367" y="670586"/>
                </a:cubicBezTo>
                <a:cubicBezTo>
                  <a:pt x="2623525" y="667958"/>
                  <a:pt x="2639639" y="665221"/>
                  <a:pt x="2655753" y="662352"/>
                </a:cubicBezTo>
                <a:cubicBezTo>
                  <a:pt x="3025697" y="596679"/>
                  <a:pt x="3381520" y="475495"/>
                  <a:pt x="3736554" y="354573"/>
                </a:cubicBezTo>
                <a:cubicBezTo>
                  <a:pt x="3955998" y="279834"/>
                  <a:pt x="4175136" y="205183"/>
                  <a:pt x="4397055" y="143847"/>
                </a:cubicBezTo>
                <a:cubicBezTo>
                  <a:pt x="4452425" y="128518"/>
                  <a:pt x="4507948" y="114043"/>
                  <a:pt x="4563735" y="100598"/>
                </a:cubicBezTo>
                <a:cubicBezTo>
                  <a:pt x="4765401" y="51940"/>
                  <a:pt x="4970045" y="16771"/>
                  <a:pt x="5179878" y="4749"/>
                </a:cubicBezTo>
                <a:cubicBezTo>
                  <a:pt x="5419399" y="-8981"/>
                  <a:pt x="5656709" y="8012"/>
                  <a:pt x="5892224" y="43443"/>
                </a:cubicBezTo>
                <a:cubicBezTo>
                  <a:pt x="6240186" y="95802"/>
                  <a:pt x="6584208" y="188453"/>
                  <a:pt x="6925603" y="282002"/>
                </a:cubicBezTo>
                <a:cubicBezTo>
                  <a:pt x="7023272" y="308740"/>
                  <a:pt x="7120723" y="335565"/>
                  <a:pt x="7217998" y="361537"/>
                </a:cubicBezTo>
                <a:cubicBezTo>
                  <a:pt x="7308202" y="385625"/>
                  <a:pt x="7399390" y="409099"/>
                  <a:pt x="7491302" y="428917"/>
                </a:cubicBezTo>
                <a:cubicBezTo>
                  <a:pt x="7584352" y="448998"/>
                  <a:pt x="7678146" y="465378"/>
                  <a:pt x="7772422" y="474860"/>
                </a:cubicBezTo>
                <a:close/>
              </a:path>
            </a:pathLst>
          </a:custGeom>
          <a:solidFill>
            <a:schemeClr val="accent6"/>
          </a:solidFill>
          <a:ln w="2189" cap="flat">
            <a:noFill/>
            <a:prstDash val="solid"/>
            <a:miter/>
          </a:ln>
        </p:spPr>
        <p:txBody>
          <a:bodyPr rtlCol="0" anchor="ctr"/>
          <a:lstStyle/>
          <a:p>
            <a:endParaRPr lang="en-US"/>
          </a:p>
        </p:txBody>
      </p:sp>
      <p:sp>
        <p:nvSpPr>
          <p:cNvPr id="22" name="Freeform: Shape 20">
            <a:extLst>
              <a:ext uri="{FF2B5EF4-FFF2-40B4-BE49-F238E27FC236}">
                <a16:creationId xmlns:a16="http://schemas.microsoft.com/office/drawing/2014/main" id="{17390E1A-FD13-9D4F-9B2A-F39FDF5A22E3}"/>
              </a:ext>
            </a:extLst>
          </p:cNvPr>
          <p:cNvSpPr/>
          <p:nvPr userDrawn="1"/>
        </p:nvSpPr>
        <p:spPr>
          <a:xfrm>
            <a:off x="-2" y="5949949"/>
            <a:ext cx="12192002" cy="917287"/>
          </a:xfrm>
          <a:custGeom>
            <a:avLst/>
            <a:gdLst>
              <a:gd name="connsiteX0" fmla="*/ 12192000 w 12192000"/>
              <a:gd name="connsiteY0" fmla="*/ 420610 h 825486"/>
              <a:gd name="connsiteX1" fmla="*/ 6331839 w 12192000"/>
              <a:gd name="connsiteY1" fmla="*/ 158736 h 825486"/>
              <a:gd name="connsiteX2" fmla="*/ 3962718 w 12192000"/>
              <a:gd name="connsiteY2" fmla="*/ 2209 h 825486"/>
              <a:gd name="connsiteX3" fmla="*/ 1212850 w 12192000"/>
              <a:gd name="connsiteY3" fmla="*/ 109270 h 825486"/>
              <a:gd name="connsiteX4" fmla="*/ 0 w 12192000"/>
              <a:gd name="connsiteY4" fmla="*/ 190296 h 825486"/>
              <a:gd name="connsiteX5" fmla="*/ 0 w 12192000"/>
              <a:gd name="connsiteY5" fmla="*/ 825486 h 825486"/>
              <a:gd name="connsiteX6" fmla="*/ 12192000 w 12192000"/>
              <a:gd name="connsiteY6" fmla="*/ 825486 h 825486"/>
              <a:gd name="connsiteX7" fmla="*/ 12192000 w 12192000"/>
              <a:gd name="connsiteY7" fmla="*/ 420610 h 825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825486">
                <a:moveTo>
                  <a:pt x="12192000" y="420610"/>
                </a:moveTo>
                <a:cubicBezTo>
                  <a:pt x="10241026" y="555865"/>
                  <a:pt x="8255382" y="341934"/>
                  <a:pt x="6331839" y="158736"/>
                </a:cubicBezTo>
                <a:cubicBezTo>
                  <a:pt x="5552948" y="84632"/>
                  <a:pt x="4765104" y="14909"/>
                  <a:pt x="3962718" y="2209"/>
                </a:cubicBezTo>
                <a:cubicBezTo>
                  <a:pt x="3040190" y="-12460"/>
                  <a:pt x="2122234" y="48500"/>
                  <a:pt x="1212850" y="109270"/>
                </a:cubicBezTo>
                <a:cubicBezTo>
                  <a:pt x="808546" y="136257"/>
                  <a:pt x="404241" y="163245"/>
                  <a:pt x="0" y="190296"/>
                </a:cubicBezTo>
                <a:lnTo>
                  <a:pt x="0" y="825486"/>
                </a:lnTo>
                <a:lnTo>
                  <a:pt x="12192000" y="825486"/>
                </a:lnTo>
                <a:lnTo>
                  <a:pt x="12192000" y="420610"/>
                </a:lnTo>
                <a:close/>
              </a:path>
            </a:pathLst>
          </a:custGeom>
          <a:solidFill>
            <a:srgbClr val="6CBFE5"/>
          </a:solidFill>
          <a:ln w="6350" cap="flat">
            <a:noFill/>
            <a:prstDash val="solid"/>
            <a:miter/>
          </a:ln>
        </p:spPr>
        <p:txBody>
          <a:bodyPr rtlCol="0" anchor="ctr"/>
          <a:lstStyle/>
          <a:p>
            <a:endParaRPr lang="en-US" sz="1600" b="0" i="0">
              <a:solidFill>
                <a:schemeClr val="bg1"/>
              </a:solidFill>
              <a:latin typeface="Tenorite" pitchFamily="2" charset="0"/>
              <a:ea typeface="Verdana" panose="020B0604030504040204" pitchFamily="34" charset="0"/>
              <a:cs typeface="Verdana" panose="020B0604030504040204" pitchFamily="34" charset="0"/>
            </a:endParaRPr>
          </a:p>
        </p:txBody>
      </p:sp>
      <p:grpSp>
        <p:nvGrpSpPr>
          <p:cNvPr id="25" name="Group 24">
            <a:extLst>
              <a:ext uri="{FF2B5EF4-FFF2-40B4-BE49-F238E27FC236}">
                <a16:creationId xmlns:a16="http://schemas.microsoft.com/office/drawing/2014/main" id="{38C7AFCE-02E0-1F41-BCF2-1D9F21BD01E7}"/>
              </a:ext>
            </a:extLst>
          </p:cNvPr>
          <p:cNvGrpSpPr/>
          <p:nvPr/>
        </p:nvGrpSpPr>
        <p:grpSpPr>
          <a:xfrm>
            <a:off x="380999" y="311884"/>
            <a:ext cx="1494599" cy="401785"/>
            <a:chOff x="380999" y="311884"/>
            <a:chExt cx="1494599" cy="401785"/>
          </a:xfrm>
        </p:grpSpPr>
        <p:grpSp>
          <p:nvGrpSpPr>
            <p:cNvPr id="26" name="Group 25">
              <a:extLst>
                <a:ext uri="{FF2B5EF4-FFF2-40B4-BE49-F238E27FC236}">
                  <a16:creationId xmlns:a16="http://schemas.microsoft.com/office/drawing/2014/main" id="{5C9A0523-0314-9249-AD74-02FDDE8CBDF6}"/>
                </a:ext>
              </a:extLst>
            </p:cNvPr>
            <p:cNvGrpSpPr/>
            <p:nvPr/>
          </p:nvGrpSpPr>
          <p:grpSpPr>
            <a:xfrm>
              <a:off x="380999" y="311884"/>
              <a:ext cx="771453" cy="268898"/>
              <a:chOff x="380999" y="311884"/>
              <a:chExt cx="771453" cy="268898"/>
            </a:xfrm>
          </p:grpSpPr>
          <p:sp>
            <p:nvSpPr>
              <p:cNvPr id="29" name="Freeform 28">
                <a:extLst>
                  <a:ext uri="{FF2B5EF4-FFF2-40B4-BE49-F238E27FC236}">
                    <a16:creationId xmlns:a16="http://schemas.microsoft.com/office/drawing/2014/main" id="{9AC775CE-8A1E-8F45-8305-1F60BEAD240B}"/>
                  </a:ext>
                </a:extLst>
              </p:cNvPr>
              <p:cNvSpPr/>
              <p:nvPr/>
            </p:nvSpPr>
            <p:spPr>
              <a:xfrm>
                <a:off x="553180" y="460400"/>
                <a:ext cx="120749" cy="120382"/>
              </a:xfrm>
              <a:custGeom>
                <a:avLst/>
                <a:gdLst>
                  <a:gd name="connsiteX0" fmla="*/ 195950 w 537334"/>
                  <a:gd name="connsiteY0" fmla="*/ 267535 h 535704"/>
                  <a:gd name="connsiteX1" fmla="*/ 268592 w 537334"/>
                  <a:gd name="connsiteY1" fmla="*/ 195114 h 535704"/>
                  <a:gd name="connsiteX2" fmla="*/ 341233 w 537334"/>
                  <a:gd name="connsiteY2" fmla="*/ 267535 h 535704"/>
                  <a:gd name="connsiteX3" fmla="*/ 268592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2" y="195114"/>
                    </a:cubicBezTo>
                    <a:cubicBezTo>
                      <a:pt x="308710" y="195114"/>
                      <a:pt x="341233" y="227538"/>
                      <a:pt x="341233" y="267535"/>
                    </a:cubicBezTo>
                    <a:cubicBezTo>
                      <a:pt x="341233" y="307532"/>
                      <a:pt x="308710" y="339956"/>
                      <a:pt x="268592" y="339956"/>
                    </a:cubicBezTo>
                    <a:cubicBezTo>
                      <a:pt x="228495" y="339904"/>
                      <a:pt x="196003" y="307510"/>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0" i="0">
                  <a:solidFill>
                    <a:schemeClr val="bg1"/>
                  </a:solidFill>
                  <a:latin typeface="Tenorite" pitchFamily="2" charset="0"/>
                </a:endParaRPr>
              </a:p>
            </p:txBody>
          </p:sp>
          <p:sp>
            <p:nvSpPr>
              <p:cNvPr id="30" name="Freeform 29">
                <a:extLst>
                  <a:ext uri="{FF2B5EF4-FFF2-40B4-BE49-F238E27FC236}">
                    <a16:creationId xmlns:a16="http://schemas.microsoft.com/office/drawing/2014/main" id="{453477FC-0912-E040-84D5-A59E10028E02}"/>
                  </a:ext>
                </a:extLst>
              </p:cNvPr>
              <p:cNvSpPr/>
              <p:nvPr/>
            </p:nvSpPr>
            <p:spPr>
              <a:xfrm>
                <a:off x="380999" y="460400"/>
                <a:ext cx="120749" cy="120382"/>
              </a:xfrm>
              <a:custGeom>
                <a:avLst/>
                <a:gdLst>
                  <a:gd name="connsiteX0" fmla="*/ 195950 w 537334"/>
                  <a:gd name="connsiteY0" fmla="*/ 267535 h 535704"/>
                  <a:gd name="connsiteX1" fmla="*/ 268591 w 537334"/>
                  <a:gd name="connsiteY1" fmla="*/ 195114 h 535704"/>
                  <a:gd name="connsiteX2" fmla="*/ 341232 w 537334"/>
                  <a:gd name="connsiteY2" fmla="*/ 267535 h 535704"/>
                  <a:gd name="connsiteX3" fmla="*/ 268591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1" y="195114"/>
                    </a:cubicBezTo>
                    <a:cubicBezTo>
                      <a:pt x="308710" y="195114"/>
                      <a:pt x="341232" y="227538"/>
                      <a:pt x="341232" y="267535"/>
                    </a:cubicBezTo>
                    <a:cubicBezTo>
                      <a:pt x="341232" y="307532"/>
                      <a:pt x="308710" y="339956"/>
                      <a:pt x="268591" y="339956"/>
                    </a:cubicBezTo>
                    <a:cubicBezTo>
                      <a:pt x="228473" y="339956"/>
                      <a:pt x="195950" y="307532"/>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0" i="0">
                  <a:solidFill>
                    <a:schemeClr val="bg1"/>
                  </a:solidFill>
                  <a:latin typeface="Tenorite" pitchFamily="2" charset="0"/>
                </a:endParaRPr>
              </a:p>
            </p:txBody>
          </p:sp>
          <p:sp>
            <p:nvSpPr>
              <p:cNvPr id="31" name="Freeform 30">
                <a:extLst>
                  <a:ext uri="{FF2B5EF4-FFF2-40B4-BE49-F238E27FC236}">
                    <a16:creationId xmlns:a16="http://schemas.microsoft.com/office/drawing/2014/main" id="{6CEF2DAF-E4C9-204F-9590-8409BA9C1D0D}"/>
                  </a:ext>
                </a:extLst>
              </p:cNvPr>
              <p:cNvSpPr/>
              <p:nvPr/>
            </p:nvSpPr>
            <p:spPr>
              <a:xfrm>
                <a:off x="735480" y="357913"/>
                <a:ext cx="147342" cy="217815"/>
              </a:xfrm>
              <a:custGeom>
                <a:avLst/>
                <a:gdLst>
                  <a:gd name="connsiteX0" fmla="*/ 655598 w 655673"/>
                  <a:gd name="connsiteY0" fmla="*/ 635619 h 969280"/>
                  <a:gd name="connsiteX1" fmla="*/ 337710 w 655673"/>
                  <a:gd name="connsiteY1" fmla="*/ 302180 h 969280"/>
                  <a:gd name="connsiteX2" fmla="*/ 138637 w 655673"/>
                  <a:gd name="connsiteY2" fmla="*/ 394153 h 969280"/>
                  <a:gd name="connsiteX3" fmla="*/ 138637 w 655673"/>
                  <a:gd name="connsiteY3" fmla="*/ -222 h 969280"/>
                  <a:gd name="connsiteX4" fmla="*/ -76 w 655673"/>
                  <a:gd name="connsiteY4" fmla="*/ -222 h 969280"/>
                  <a:gd name="connsiteX5" fmla="*/ -76 w 655673"/>
                  <a:gd name="connsiteY5" fmla="*/ 952542 h 969280"/>
                  <a:gd name="connsiteX6" fmla="*/ 138637 w 655673"/>
                  <a:gd name="connsiteY6" fmla="*/ 952542 h 969280"/>
                  <a:gd name="connsiteX7" fmla="*/ 138637 w 655673"/>
                  <a:gd name="connsiteY7" fmla="*/ 877085 h 969280"/>
                  <a:gd name="connsiteX8" fmla="*/ 337710 w 655673"/>
                  <a:gd name="connsiteY8" fmla="*/ 969058 h 969280"/>
                  <a:gd name="connsiteX9" fmla="*/ 655598 w 655673"/>
                  <a:gd name="connsiteY9" fmla="*/ 635619 h 969280"/>
                  <a:gd name="connsiteX10" fmla="*/ 512791 w 655673"/>
                  <a:gd name="connsiteY10" fmla="*/ 635619 h 969280"/>
                  <a:gd name="connsiteX11" fmla="*/ 321049 w 655673"/>
                  <a:gd name="connsiteY11" fmla="*/ 838738 h 969280"/>
                  <a:gd name="connsiteX12" fmla="*/ 129212 w 655673"/>
                  <a:gd name="connsiteY12" fmla="*/ 635619 h 969280"/>
                  <a:gd name="connsiteX13" fmla="*/ 321049 w 655673"/>
                  <a:gd name="connsiteY13" fmla="*/ 432499 h 969280"/>
                  <a:gd name="connsiteX14" fmla="*/ 512791 w 655673"/>
                  <a:gd name="connsiteY14" fmla="*/ 635619 h 96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5673" h="969280">
                    <a:moveTo>
                      <a:pt x="655598" y="635619"/>
                    </a:moveTo>
                    <a:cubicBezTo>
                      <a:pt x="655598" y="441801"/>
                      <a:pt x="515552" y="302180"/>
                      <a:pt x="337710" y="302180"/>
                    </a:cubicBezTo>
                    <a:cubicBezTo>
                      <a:pt x="246789" y="302180"/>
                      <a:pt x="183098" y="338532"/>
                      <a:pt x="138637" y="394153"/>
                    </a:cubicBezTo>
                    <a:lnTo>
                      <a:pt x="138637" y="-222"/>
                    </a:lnTo>
                    <a:lnTo>
                      <a:pt x="-76" y="-222"/>
                    </a:lnTo>
                    <a:lnTo>
                      <a:pt x="-76" y="952542"/>
                    </a:lnTo>
                    <a:lnTo>
                      <a:pt x="138637" y="952542"/>
                    </a:lnTo>
                    <a:lnTo>
                      <a:pt x="138637" y="877085"/>
                    </a:lnTo>
                    <a:cubicBezTo>
                      <a:pt x="183098" y="932705"/>
                      <a:pt x="246789" y="969058"/>
                      <a:pt x="337710" y="969058"/>
                    </a:cubicBezTo>
                    <a:cubicBezTo>
                      <a:pt x="515552" y="969058"/>
                      <a:pt x="655598" y="829437"/>
                      <a:pt x="655598" y="635619"/>
                    </a:cubicBezTo>
                    <a:moveTo>
                      <a:pt x="512791" y="635619"/>
                    </a:moveTo>
                    <a:cubicBezTo>
                      <a:pt x="512791" y="746765"/>
                      <a:pt x="440435" y="838738"/>
                      <a:pt x="321049" y="838738"/>
                    </a:cubicBezTo>
                    <a:cubicBezTo>
                      <a:pt x="206804" y="838738"/>
                      <a:pt x="129212" y="751416"/>
                      <a:pt x="129212" y="635619"/>
                    </a:cubicBezTo>
                    <a:cubicBezTo>
                      <a:pt x="129212" y="519821"/>
                      <a:pt x="206899" y="432499"/>
                      <a:pt x="321049" y="432499"/>
                    </a:cubicBezTo>
                    <a:cubicBezTo>
                      <a:pt x="440435" y="432499"/>
                      <a:pt x="512791" y="524472"/>
                      <a:pt x="512791" y="635619"/>
                    </a:cubicBezTo>
                  </a:path>
                </a:pathLst>
              </a:custGeom>
              <a:solidFill>
                <a:schemeClr val="bg1"/>
              </a:solidFill>
              <a:ln w="9511" cap="flat">
                <a:noFill/>
                <a:prstDash val="solid"/>
                <a:miter/>
              </a:ln>
            </p:spPr>
            <p:txBody>
              <a:bodyPr rtlCol="0" anchor="ctr"/>
              <a:lstStyle/>
              <a:p>
                <a:endParaRPr lang="en-US" b="0" i="0">
                  <a:solidFill>
                    <a:schemeClr val="bg1"/>
                  </a:solidFill>
                  <a:latin typeface="Tenorite" pitchFamily="2" charset="0"/>
                </a:endParaRPr>
              </a:p>
            </p:txBody>
          </p:sp>
          <p:sp>
            <p:nvSpPr>
              <p:cNvPr id="32" name="Freeform 31">
                <a:extLst>
                  <a:ext uri="{FF2B5EF4-FFF2-40B4-BE49-F238E27FC236}">
                    <a16:creationId xmlns:a16="http://schemas.microsoft.com/office/drawing/2014/main" id="{2FE7FA08-5E21-5E4F-A07C-CA36268D1D11}"/>
                  </a:ext>
                </a:extLst>
              </p:cNvPr>
              <p:cNvSpPr/>
              <p:nvPr/>
            </p:nvSpPr>
            <p:spPr>
              <a:xfrm>
                <a:off x="908666" y="386473"/>
                <a:ext cx="95183" cy="189276"/>
              </a:xfrm>
              <a:custGeom>
                <a:avLst/>
                <a:gdLst>
                  <a:gd name="connsiteX0" fmla="*/ 382837 w 423565"/>
                  <a:gd name="connsiteY0" fmla="*/ 317366 h 842282"/>
                  <a:gd name="connsiteX1" fmla="*/ 382837 w 423565"/>
                  <a:gd name="connsiteY1" fmla="*/ 191603 h 842282"/>
                  <a:gd name="connsiteX2" fmla="*/ 139303 w 423565"/>
                  <a:gd name="connsiteY2" fmla="*/ 191603 h 842282"/>
                  <a:gd name="connsiteX3" fmla="*/ 139303 w 423565"/>
                  <a:gd name="connsiteY3" fmla="*/ -222 h 842282"/>
                  <a:gd name="connsiteX4" fmla="*/ -76 w 423565"/>
                  <a:gd name="connsiteY4" fmla="*/ -222 h 842282"/>
                  <a:gd name="connsiteX5" fmla="*/ -76 w 423565"/>
                  <a:gd name="connsiteY5" fmla="*/ 595944 h 842282"/>
                  <a:gd name="connsiteX6" fmla="*/ 228415 w 423565"/>
                  <a:gd name="connsiteY6" fmla="*/ 842060 h 842282"/>
                  <a:gd name="connsiteX7" fmla="*/ 423489 w 423565"/>
                  <a:gd name="connsiteY7" fmla="*/ 779226 h 842282"/>
                  <a:gd name="connsiteX8" fmla="*/ 368461 w 423565"/>
                  <a:gd name="connsiteY8" fmla="*/ 668744 h 842282"/>
                  <a:gd name="connsiteX9" fmla="*/ 240316 w 423565"/>
                  <a:gd name="connsiteY9" fmla="*/ 711741 h 842282"/>
                  <a:gd name="connsiteX10" fmla="*/ 139494 w 423565"/>
                  <a:gd name="connsiteY10" fmla="*/ 593286 h 842282"/>
                  <a:gd name="connsiteX11" fmla="*/ 139494 w 423565"/>
                  <a:gd name="connsiteY11" fmla="*/ 317366 h 8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3565" h="842282">
                    <a:moveTo>
                      <a:pt x="382837" y="317366"/>
                    </a:moveTo>
                    <a:lnTo>
                      <a:pt x="382837" y="191603"/>
                    </a:lnTo>
                    <a:lnTo>
                      <a:pt x="139303" y="191603"/>
                    </a:lnTo>
                    <a:lnTo>
                      <a:pt x="139303" y="-222"/>
                    </a:lnTo>
                    <a:lnTo>
                      <a:pt x="-76" y="-222"/>
                    </a:lnTo>
                    <a:lnTo>
                      <a:pt x="-76" y="595944"/>
                    </a:lnTo>
                    <a:cubicBezTo>
                      <a:pt x="-76" y="764704"/>
                      <a:pt x="84180" y="842060"/>
                      <a:pt x="228415" y="842060"/>
                    </a:cubicBezTo>
                    <a:cubicBezTo>
                      <a:pt x="298354" y="841491"/>
                      <a:pt x="366437" y="819561"/>
                      <a:pt x="423489" y="779226"/>
                    </a:cubicBezTo>
                    <a:lnTo>
                      <a:pt x="368461" y="668744"/>
                    </a:lnTo>
                    <a:cubicBezTo>
                      <a:pt x="330379" y="692568"/>
                      <a:pt x="283443" y="711741"/>
                      <a:pt x="240316" y="711741"/>
                    </a:cubicBezTo>
                    <a:cubicBezTo>
                      <a:pt x="184621" y="711741"/>
                      <a:pt x="139494" y="677951"/>
                      <a:pt x="139494" y="593286"/>
                    </a:cubicBezTo>
                    <a:lnTo>
                      <a:pt x="139494" y="317366"/>
                    </a:lnTo>
                    <a:close/>
                  </a:path>
                </a:pathLst>
              </a:custGeom>
              <a:solidFill>
                <a:schemeClr val="bg1"/>
              </a:solidFill>
              <a:ln w="9511" cap="flat">
                <a:noFill/>
                <a:prstDash val="solid"/>
                <a:miter/>
              </a:ln>
            </p:spPr>
            <p:txBody>
              <a:bodyPr rtlCol="0" anchor="ctr"/>
              <a:lstStyle/>
              <a:p>
                <a:endParaRPr lang="en-US" b="0" i="0">
                  <a:solidFill>
                    <a:schemeClr val="bg1"/>
                  </a:solidFill>
                  <a:latin typeface="Tenorite" pitchFamily="2" charset="0"/>
                </a:endParaRPr>
              </a:p>
            </p:txBody>
          </p:sp>
          <p:sp>
            <p:nvSpPr>
              <p:cNvPr id="33" name="Freeform 32">
                <a:extLst>
                  <a:ext uri="{FF2B5EF4-FFF2-40B4-BE49-F238E27FC236}">
                    <a16:creationId xmlns:a16="http://schemas.microsoft.com/office/drawing/2014/main" id="{2EEC8701-78CE-5440-8D6E-E5C2547CE06B}"/>
                  </a:ext>
                </a:extLst>
              </p:cNvPr>
              <p:cNvSpPr/>
              <p:nvPr/>
            </p:nvSpPr>
            <p:spPr>
              <a:xfrm>
                <a:off x="1026141" y="426006"/>
                <a:ext cx="126311" cy="149572"/>
              </a:xfrm>
              <a:custGeom>
                <a:avLst/>
                <a:gdLst>
                  <a:gd name="connsiteX0" fmla="*/ 509649 w 562087"/>
                  <a:gd name="connsiteY0" fmla="*/ 46621 h 665599"/>
                  <a:gd name="connsiteX1" fmla="*/ 288680 w 562087"/>
                  <a:gd name="connsiteY1" fmla="*/ -172 h 665599"/>
                  <a:gd name="connsiteX2" fmla="*/ 25915 w 562087"/>
                  <a:gd name="connsiteY2" fmla="*/ 202947 h 665599"/>
                  <a:gd name="connsiteX3" fmla="*/ 241553 w 562087"/>
                  <a:gd name="connsiteY3" fmla="*/ 388887 h 665599"/>
                  <a:gd name="connsiteX4" fmla="*/ 308196 w 562087"/>
                  <a:gd name="connsiteY4" fmla="*/ 397430 h 665599"/>
                  <a:gd name="connsiteX5" fmla="*/ 418348 w 562087"/>
                  <a:gd name="connsiteY5" fmla="*/ 467573 h 665599"/>
                  <a:gd name="connsiteX6" fmla="*/ 273732 w 562087"/>
                  <a:gd name="connsiteY6" fmla="*/ 545024 h 665599"/>
                  <a:gd name="connsiteX7" fmla="*/ 64282 w 562087"/>
                  <a:gd name="connsiteY7" fmla="*/ 480196 h 665599"/>
                  <a:gd name="connsiteX8" fmla="*/ -76 w 562087"/>
                  <a:gd name="connsiteY8" fmla="*/ 584034 h 665599"/>
                  <a:gd name="connsiteX9" fmla="*/ 272685 w 562087"/>
                  <a:gd name="connsiteY9" fmla="*/ 665377 h 665599"/>
                  <a:gd name="connsiteX10" fmla="*/ 562012 w 562087"/>
                  <a:gd name="connsiteY10" fmla="*/ 458271 h 665599"/>
                  <a:gd name="connsiteX11" fmla="*/ 341042 w 562087"/>
                  <a:gd name="connsiteY11" fmla="*/ 271097 h 665599"/>
                  <a:gd name="connsiteX12" fmla="*/ 275351 w 562087"/>
                  <a:gd name="connsiteY12" fmla="*/ 261131 h 665599"/>
                  <a:gd name="connsiteX13" fmla="*/ 170626 w 562087"/>
                  <a:gd name="connsiteY13" fmla="*/ 195639 h 665599"/>
                  <a:gd name="connsiteX14" fmla="*/ 290774 w 562087"/>
                  <a:gd name="connsiteY14" fmla="*/ 120276 h 665599"/>
                  <a:gd name="connsiteX15" fmla="*/ 461095 w 562087"/>
                  <a:gd name="connsiteY15" fmla="*/ 160805 h 665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2087" h="665599">
                    <a:moveTo>
                      <a:pt x="509649" y="46621"/>
                    </a:moveTo>
                    <a:cubicBezTo>
                      <a:pt x="440427" y="14752"/>
                      <a:pt x="364919" y="-1238"/>
                      <a:pt x="288680" y="-172"/>
                    </a:cubicBezTo>
                    <a:cubicBezTo>
                      <a:pt x="126832" y="-172"/>
                      <a:pt x="25915" y="77943"/>
                      <a:pt x="25915" y="202947"/>
                    </a:cubicBezTo>
                    <a:cubicBezTo>
                      <a:pt x="25915" y="305456"/>
                      <a:pt x="100270" y="369620"/>
                      <a:pt x="241553" y="388887"/>
                    </a:cubicBezTo>
                    <a:lnTo>
                      <a:pt x="308196" y="397430"/>
                    </a:lnTo>
                    <a:cubicBezTo>
                      <a:pt x="384360" y="408060"/>
                      <a:pt x="418348" y="431220"/>
                      <a:pt x="418348" y="467573"/>
                    </a:cubicBezTo>
                    <a:cubicBezTo>
                      <a:pt x="418348" y="515031"/>
                      <a:pt x="369318" y="545024"/>
                      <a:pt x="273732" y="545024"/>
                    </a:cubicBezTo>
                    <a:cubicBezTo>
                      <a:pt x="170816" y="545024"/>
                      <a:pt x="109124" y="515220"/>
                      <a:pt x="64282" y="480196"/>
                    </a:cubicBezTo>
                    <a:lnTo>
                      <a:pt x="-76" y="584034"/>
                    </a:lnTo>
                    <a:cubicBezTo>
                      <a:pt x="92177" y="652848"/>
                      <a:pt x="207660" y="665377"/>
                      <a:pt x="272685" y="665377"/>
                    </a:cubicBezTo>
                    <a:cubicBezTo>
                      <a:pt x="455859" y="665377"/>
                      <a:pt x="562012" y="579953"/>
                      <a:pt x="562012" y="458271"/>
                    </a:cubicBezTo>
                    <a:cubicBezTo>
                      <a:pt x="562012" y="349782"/>
                      <a:pt x="479755" y="291599"/>
                      <a:pt x="341042" y="271097"/>
                    </a:cubicBezTo>
                    <a:lnTo>
                      <a:pt x="275351" y="261131"/>
                    </a:lnTo>
                    <a:cubicBezTo>
                      <a:pt x="216895" y="252588"/>
                      <a:pt x="170626" y="240629"/>
                      <a:pt x="170626" y="195639"/>
                    </a:cubicBezTo>
                    <a:cubicBezTo>
                      <a:pt x="170626" y="150649"/>
                      <a:pt x="214420" y="120276"/>
                      <a:pt x="290774" y="120276"/>
                    </a:cubicBezTo>
                    <a:cubicBezTo>
                      <a:pt x="349796" y="121531"/>
                      <a:pt x="407867" y="135350"/>
                      <a:pt x="461095" y="160805"/>
                    </a:cubicBezTo>
                    <a:close/>
                  </a:path>
                </a:pathLst>
              </a:custGeom>
              <a:solidFill>
                <a:schemeClr val="bg1"/>
              </a:solidFill>
              <a:ln w="9511" cap="flat">
                <a:noFill/>
                <a:prstDash val="solid"/>
                <a:miter/>
              </a:ln>
            </p:spPr>
            <p:txBody>
              <a:bodyPr rtlCol="0" anchor="ctr"/>
              <a:lstStyle/>
              <a:p>
                <a:endParaRPr lang="en-US" b="0" i="0">
                  <a:solidFill>
                    <a:schemeClr val="bg1"/>
                  </a:solidFill>
                  <a:latin typeface="Tenorite" pitchFamily="2" charset="0"/>
                </a:endParaRPr>
              </a:p>
            </p:txBody>
          </p:sp>
          <p:sp>
            <p:nvSpPr>
              <p:cNvPr id="34" name="Freeform 33">
                <a:extLst>
                  <a:ext uri="{FF2B5EF4-FFF2-40B4-BE49-F238E27FC236}">
                    <a16:creationId xmlns:a16="http://schemas.microsoft.com/office/drawing/2014/main" id="{A318800D-1A12-9A48-B7A5-E4D058168295}"/>
                  </a:ext>
                </a:extLst>
              </p:cNvPr>
              <p:cNvSpPr/>
              <p:nvPr/>
            </p:nvSpPr>
            <p:spPr>
              <a:xfrm>
                <a:off x="465912" y="311884"/>
                <a:ext cx="120749" cy="120382"/>
              </a:xfrm>
              <a:custGeom>
                <a:avLst/>
                <a:gdLst>
                  <a:gd name="connsiteX0" fmla="*/ 268591 w 537334"/>
                  <a:gd name="connsiteY0" fmla="*/ -222 h 535704"/>
                  <a:gd name="connsiteX1" fmla="*/ -76 w 537334"/>
                  <a:gd name="connsiteY1" fmla="*/ 267630 h 535704"/>
                  <a:gd name="connsiteX2" fmla="*/ 268591 w 537334"/>
                  <a:gd name="connsiteY2" fmla="*/ 535483 h 535704"/>
                  <a:gd name="connsiteX3" fmla="*/ 537259 w 537334"/>
                  <a:gd name="connsiteY3" fmla="*/ 267630 h 535704"/>
                  <a:gd name="connsiteX4" fmla="*/ 537259 w 537334"/>
                  <a:gd name="connsiteY4" fmla="*/ 267535 h 535704"/>
                  <a:gd name="connsiteX5" fmla="*/ 268687 w 537334"/>
                  <a:gd name="connsiteY5" fmla="*/ -222 h 535704"/>
                  <a:gd name="connsiteX6" fmla="*/ 268591 w 537334"/>
                  <a:gd name="connsiteY6" fmla="*/ -222 h 535704"/>
                  <a:gd name="connsiteX7" fmla="*/ 268591 w 537334"/>
                  <a:gd name="connsiteY7" fmla="*/ 339956 h 535704"/>
                  <a:gd name="connsiteX8" fmla="*/ 195950 w 537334"/>
                  <a:gd name="connsiteY8" fmla="*/ 267535 h 535704"/>
                  <a:gd name="connsiteX9" fmla="*/ 268591 w 537334"/>
                  <a:gd name="connsiteY9" fmla="*/ 195114 h 535704"/>
                  <a:gd name="connsiteX10" fmla="*/ 341232 w 537334"/>
                  <a:gd name="connsiteY10" fmla="*/ 267535 h 535704"/>
                  <a:gd name="connsiteX11" fmla="*/ 268591 w 537334"/>
                  <a:gd name="connsiteY11" fmla="*/ 339956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268591" y="-222"/>
                    </a:moveTo>
                    <a:cubicBezTo>
                      <a:pt x="120210" y="-222"/>
                      <a:pt x="-76" y="119699"/>
                      <a:pt x="-76" y="267630"/>
                    </a:cubicBezTo>
                    <a:cubicBezTo>
                      <a:pt x="-76" y="415561"/>
                      <a:pt x="120210" y="535483"/>
                      <a:pt x="268591" y="535483"/>
                    </a:cubicBezTo>
                    <a:cubicBezTo>
                      <a:pt x="416972" y="535483"/>
                      <a:pt x="537259" y="415561"/>
                      <a:pt x="537259" y="267630"/>
                    </a:cubicBezTo>
                    <a:cubicBezTo>
                      <a:pt x="537259" y="267599"/>
                      <a:pt x="537259" y="267567"/>
                      <a:pt x="537259" y="267535"/>
                    </a:cubicBezTo>
                    <a:cubicBezTo>
                      <a:pt x="537259" y="119657"/>
                      <a:pt x="417015" y="-222"/>
                      <a:pt x="268687" y="-222"/>
                    </a:cubicBezTo>
                    <a:cubicBezTo>
                      <a:pt x="268655" y="-222"/>
                      <a:pt x="268623" y="-222"/>
                      <a:pt x="268591" y="-222"/>
                    </a:cubicBezTo>
                    <a:close/>
                    <a:moveTo>
                      <a:pt x="268591" y="339956"/>
                    </a:moveTo>
                    <a:cubicBezTo>
                      <a:pt x="228473" y="339956"/>
                      <a:pt x="195950" y="307532"/>
                      <a:pt x="195950" y="267535"/>
                    </a:cubicBezTo>
                    <a:cubicBezTo>
                      <a:pt x="195950" y="227538"/>
                      <a:pt x="228473" y="195114"/>
                      <a:pt x="268591" y="195114"/>
                    </a:cubicBezTo>
                    <a:cubicBezTo>
                      <a:pt x="308710" y="195114"/>
                      <a:pt x="341232" y="227538"/>
                      <a:pt x="341232" y="267535"/>
                    </a:cubicBezTo>
                    <a:cubicBezTo>
                      <a:pt x="341232" y="307532"/>
                      <a:pt x="308710" y="339956"/>
                      <a:pt x="268591" y="339956"/>
                    </a:cubicBezTo>
                    <a:close/>
                  </a:path>
                </a:pathLst>
              </a:custGeom>
              <a:solidFill>
                <a:schemeClr val="accent2"/>
              </a:solidFill>
              <a:ln w="9511" cap="flat">
                <a:noFill/>
                <a:prstDash val="solid"/>
                <a:miter/>
              </a:ln>
            </p:spPr>
            <p:txBody>
              <a:bodyPr rtlCol="0" anchor="ctr"/>
              <a:lstStyle/>
              <a:p>
                <a:endParaRPr lang="en-US" b="0" i="0">
                  <a:solidFill>
                    <a:schemeClr val="bg1"/>
                  </a:solidFill>
                  <a:latin typeface="Tenorite" pitchFamily="2" charset="0"/>
                </a:endParaRPr>
              </a:p>
            </p:txBody>
          </p:sp>
        </p:grpSp>
        <p:pic>
          <p:nvPicPr>
            <p:cNvPr id="27" name="Picture 26">
              <a:extLst>
                <a:ext uri="{FF2B5EF4-FFF2-40B4-BE49-F238E27FC236}">
                  <a16:creationId xmlns:a16="http://schemas.microsoft.com/office/drawing/2014/main" id="{030B5CEF-8C10-D048-A391-E9E59C859A3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735479" y="623829"/>
              <a:ext cx="1140119" cy="89840"/>
            </a:xfrm>
            <a:prstGeom prst="rect">
              <a:avLst/>
            </a:prstGeom>
          </p:spPr>
        </p:pic>
      </p:grpSp>
      <p:sp>
        <p:nvSpPr>
          <p:cNvPr id="35" name="TextBox 34">
            <a:extLst>
              <a:ext uri="{FF2B5EF4-FFF2-40B4-BE49-F238E27FC236}">
                <a16:creationId xmlns:a16="http://schemas.microsoft.com/office/drawing/2014/main" id="{90912B69-8E0B-BA43-8893-FB467317B2F8}"/>
              </a:ext>
            </a:extLst>
          </p:cNvPr>
          <p:cNvSpPr txBox="1"/>
          <p:nvPr/>
        </p:nvSpPr>
        <p:spPr>
          <a:xfrm>
            <a:off x="9597794" y="6531309"/>
            <a:ext cx="2213206" cy="191268"/>
          </a:xfrm>
          <a:prstGeom prst="rect">
            <a:avLst/>
          </a:prstGeom>
          <a:noFill/>
        </p:spPr>
        <p:txBody>
          <a:bodyPr wrap="square" lIns="0" tIns="0" rIns="0" bIns="0" rtlCol="0" anchor="b" anchorCtr="0">
            <a:noAutofit/>
          </a:bodyPr>
          <a:lstStyle/>
          <a:p>
            <a:pPr algn="r"/>
            <a:r>
              <a:rPr lang="en-GB" sz="800" b="0" i="0">
                <a:solidFill>
                  <a:schemeClr val="accent1"/>
                </a:solidFill>
                <a:latin typeface="Tenorite" pitchFamily="2" charset="0"/>
              </a:rPr>
              <a:t>Copyright © </a:t>
            </a:r>
            <a:fld id="{6349F08C-1D32-4285-B742-D0C7511DAC66}" type="datetimeyyyy">
              <a:rPr lang="en-US" sz="800" b="0" i="0" smtClean="0">
                <a:solidFill>
                  <a:schemeClr val="accent1"/>
                </a:solidFill>
                <a:latin typeface="Tenorite" pitchFamily="2" charset="0"/>
              </a:rPr>
              <a:t>2026</a:t>
            </a:fld>
            <a:r>
              <a:rPr lang="en-GB" sz="800" b="0" i="0">
                <a:solidFill>
                  <a:schemeClr val="accent1"/>
                </a:solidFill>
                <a:latin typeface="Tenorite" pitchFamily="2" charset="0"/>
              </a:rPr>
              <a:t> BTS</a:t>
            </a:r>
          </a:p>
        </p:txBody>
      </p:sp>
      <p:sp>
        <p:nvSpPr>
          <p:cNvPr id="2" name="Title 1">
            <a:extLst>
              <a:ext uri="{FF2B5EF4-FFF2-40B4-BE49-F238E27FC236}">
                <a16:creationId xmlns:a16="http://schemas.microsoft.com/office/drawing/2014/main" id="{991777BC-584F-1EF8-2BFB-8930D891E4D0}"/>
              </a:ext>
            </a:extLst>
          </p:cNvPr>
          <p:cNvSpPr>
            <a:spLocks noGrp="1"/>
          </p:cNvSpPr>
          <p:nvPr>
            <p:ph type="title" hasCustomPrompt="1"/>
          </p:nvPr>
        </p:nvSpPr>
        <p:spPr>
          <a:xfrm>
            <a:off x="777817" y="1277738"/>
            <a:ext cx="11033183" cy="1994940"/>
          </a:xfrm>
          <a:prstGeom prst="rect">
            <a:avLst/>
          </a:prstGeom>
          <a:noFill/>
        </p:spPr>
        <p:txBody>
          <a:bodyPr lIns="0" tIns="0" rIns="0" bIns="0" anchor="b">
            <a:normAutofit/>
          </a:bodyPr>
          <a:lstStyle>
            <a:lvl1pPr>
              <a:lnSpc>
                <a:spcPct val="100000"/>
              </a:lnSpc>
              <a:defRPr sz="4800" b="1" i="0" spc="10" baseline="0">
                <a:solidFill>
                  <a:schemeClr val="bg1"/>
                </a:solidFill>
                <a:latin typeface="Tenorite" pitchFamily="2" charset="0"/>
                <a:ea typeface="Verdana" panose="020B0604030504040204" pitchFamily="34" charset="0"/>
                <a:cs typeface="Tenorite" panose="00000500000000000000" pitchFamily="2" charset="0"/>
              </a:defRPr>
            </a:lvl1pPr>
          </a:lstStyle>
          <a:p>
            <a:r>
              <a:rPr lang="en-US"/>
              <a:t>Click to edit title </a:t>
            </a:r>
            <a:br>
              <a:rPr lang="en-US"/>
            </a:br>
            <a:r>
              <a:rPr lang="en-US"/>
              <a:t>(sentence case)</a:t>
            </a:r>
          </a:p>
        </p:txBody>
      </p:sp>
      <p:sp>
        <p:nvSpPr>
          <p:cNvPr id="4" name="Text Placeholder 3">
            <a:extLst>
              <a:ext uri="{FF2B5EF4-FFF2-40B4-BE49-F238E27FC236}">
                <a16:creationId xmlns:a16="http://schemas.microsoft.com/office/drawing/2014/main" id="{70A793A3-302D-7B2E-12D0-4B30B777F35B}"/>
              </a:ext>
            </a:extLst>
          </p:cNvPr>
          <p:cNvSpPr>
            <a:spLocks noGrp="1"/>
          </p:cNvSpPr>
          <p:nvPr>
            <p:ph type="body" sz="quarter" idx="10" hasCustomPrompt="1"/>
          </p:nvPr>
        </p:nvSpPr>
        <p:spPr>
          <a:xfrm>
            <a:off x="6764139" y="4306311"/>
            <a:ext cx="5046862" cy="1208871"/>
          </a:xfrm>
          <a:prstGeom prst="rect">
            <a:avLst/>
          </a:prstGeom>
        </p:spPr>
        <p:txBody>
          <a:bodyPr rIns="0" bIns="0" anchor="b"/>
          <a:lstStyle>
            <a:lvl1pPr marL="0" indent="0" algn="r">
              <a:spcBef>
                <a:spcPts val="600"/>
              </a:spcBef>
              <a:buNone/>
              <a:defRPr sz="1600" b="0" i="0">
                <a:solidFill>
                  <a:schemeClr val="bg1"/>
                </a:solidFill>
                <a:latin typeface="Tenorite" pitchFamily="2" charset="0"/>
                <a:ea typeface="Verdana" panose="020B0604030504040204" pitchFamily="34" charset="0"/>
                <a:cs typeface="Tenorite" panose="00000500000000000000" pitchFamily="2" charset="0"/>
              </a:defRPr>
            </a:lvl1pPr>
          </a:lstStyle>
          <a:p>
            <a:pPr lvl="0"/>
            <a:r>
              <a:rPr lang="en-US"/>
              <a:t>Click to edit presenter name</a:t>
            </a:r>
          </a:p>
        </p:txBody>
      </p:sp>
      <p:sp>
        <p:nvSpPr>
          <p:cNvPr id="5" name="Text Placeholder 2">
            <a:extLst>
              <a:ext uri="{FF2B5EF4-FFF2-40B4-BE49-F238E27FC236}">
                <a16:creationId xmlns:a16="http://schemas.microsoft.com/office/drawing/2014/main" id="{B00DF8AB-0AB2-7A1B-3249-26E5A95FEA7E}"/>
              </a:ext>
            </a:extLst>
          </p:cNvPr>
          <p:cNvSpPr>
            <a:spLocks noGrp="1"/>
          </p:cNvSpPr>
          <p:nvPr>
            <p:ph type="body" idx="11" hasCustomPrompt="1"/>
          </p:nvPr>
        </p:nvSpPr>
        <p:spPr>
          <a:xfrm>
            <a:off x="777818" y="3428999"/>
            <a:ext cx="11033182" cy="857251"/>
          </a:xfrm>
          <a:prstGeom prst="rect">
            <a:avLst/>
          </a:prstGeom>
        </p:spPr>
        <p:txBody>
          <a:bodyPr lIns="0"/>
          <a:lstStyle>
            <a:lvl1pPr marL="0" indent="0">
              <a:buNone/>
              <a:defRPr sz="2000">
                <a:solidFill>
                  <a:srgbClr val="6CBFE5"/>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here to edit sub-header</a:t>
            </a:r>
          </a:p>
        </p:txBody>
      </p:sp>
    </p:spTree>
    <p:extLst>
      <p:ext uri="{BB962C8B-B14F-4D97-AF65-F5344CB8AC3E}">
        <p14:creationId xmlns:p14="http://schemas.microsoft.com/office/powerpoint/2010/main" val="2517658074"/>
      </p:ext>
    </p:extLst>
  </p:cSld>
  <p:clrMapOvr>
    <a:masterClrMapping/>
  </p:clrMapOvr>
  <p:extLst>
    <p:ext uri="{DCECCB84-F9BA-43D5-87BE-67443E8EF086}">
      <p15:sldGuideLst xmlns:p15="http://schemas.microsoft.com/office/powerpoint/2012/main">
        <p15:guide id="1" orient="horz" pos="60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cSld name="3_Cover 5">
    <p:spTree>
      <p:nvGrpSpPr>
        <p:cNvPr id="1" name=""/>
        <p:cNvGrpSpPr/>
        <p:nvPr/>
      </p:nvGrpSpPr>
      <p:grpSpPr>
        <a:xfrm>
          <a:off x="0" y="0"/>
          <a:ext cx="0" cy="0"/>
          <a:chOff x="0" y="0"/>
          <a:chExt cx="0" cy="0"/>
        </a:xfrm>
      </p:grpSpPr>
      <p:sp>
        <p:nvSpPr>
          <p:cNvPr id="9" name="Freeform 8">
            <a:extLst>
              <a:ext uri="{FF2B5EF4-FFF2-40B4-BE49-F238E27FC236}">
                <a16:creationId xmlns:a16="http://schemas.microsoft.com/office/drawing/2014/main" id="{A7877F0E-A1E1-144A-1787-BC53A5D5FBC7}"/>
              </a:ext>
            </a:extLst>
          </p:cNvPr>
          <p:cNvSpPr/>
          <p:nvPr/>
        </p:nvSpPr>
        <p:spPr>
          <a:xfrm rot="10800000">
            <a:off x="0" y="5934456"/>
            <a:ext cx="12192000" cy="923544"/>
          </a:xfrm>
          <a:custGeom>
            <a:avLst/>
            <a:gdLst>
              <a:gd name="connsiteX0" fmla="*/ 8509214 w 12192000"/>
              <a:gd name="connsiteY0" fmla="*/ 923100 h 923544"/>
              <a:gd name="connsiteX1" fmla="*/ 7026107 w 12192000"/>
              <a:gd name="connsiteY1" fmla="*/ 849767 h 923544"/>
              <a:gd name="connsiteX2" fmla="*/ 5461405 w 12192000"/>
              <a:gd name="connsiteY2" fmla="*/ 707540 h 923544"/>
              <a:gd name="connsiteX3" fmla="*/ 2882675 w 12192000"/>
              <a:gd name="connsiteY3" fmla="*/ 834236 h 923544"/>
              <a:gd name="connsiteX4" fmla="*/ 0 w 12192000"/>
              <a:gd name="connsiteY4" fmla="*/ 829776 h 923544"/>
              <a:gd name="connsiteX5" fmla="*/ 0 w 12192000"/>
              <a:gd name="connsiteY5" fmla="*/ 6049 h 923544"/>
              <a:gd name="connsiteX6" fmla="*/ 41813 w 12192000"/>
              <a:gd name="connsiteY6" fmla="*/ 6049 h 923544"/>
              <a:gd name="connsiteX7" fmla="*/ 15535 w 12192000"/>
              <a:gd name="connsiteY7" fmla="*/ 0 h 923544"/>
              <a:gd name="connsiteX8" fmla="*/ 12192000 w 12192000"/>
              <a:gd name="connsiteY8" fmla="*/ 0 h 923544"/>
              <a:gd name="connsiteX9" fmla="*/ 12192000 w 12192000"/>
              <a:gd name="connsiteY9" fmla="*/ 630753 h 923544"/>
              <a:gd name="connsiteX10" fmla="*/ 12177532 w 12192000"/>
              <a:gd name="connsiteY10" fmla="*/ 632051 h 923544"/>
              <a:gd name="connsiteX11" fmla="*/ 10001401 w 12192000"/>
              <a:gd name="connsiteY11" fmla="*/ 870670 h 923544"/>
              <a:gd name="connsiteX12" fmla="*/ 8509214 w 12192000"/>
              <a:gd name="connsiteY12" fmla="*/ 923100 h 923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2000" h="923544">
                <a:moveTo>
                  <a:pt x="8509214" y="923100"/>
                </a:moveTo>
                <a:cubicBezTo>
                  <a:pt x="8007208" y="919573"/>
                  <a:pt x="7506715" y="895086"/>
                  <a:pt x="7026107" y="849767"/>
                </a:cubicBezTo>
                <a:cubicBezTo>
                  <a:pt x="6505078" y="800630"/>
                  <a:pt x="6002108" y="727251"/>
                  <a:pt x="5461405" y="707540"/>
                </a:cubicBezTo>
                <a:cubicBezTo>
                  <a:pt x="4592552" y="675895"/>
                  <a:pt x="3743307" y="785496"/>
                  <a:pt x="2882675" y="834236"/>
                </a:cubicBezTo>
                <a:cubicBezTo>
                  <a:pt x="1932590" y="888045"/>
                  <a:pt x="962640" y="867399"/>
                  <a:pt x="0" y="829776"/>
                </a:cubicBezTo>
                <a:lnTo>
                  <a:pt x="0" y="6049"/>
                </a:lnTo>
                <a:lnTo>
                  <a:pt x="41813" y="6049"/>
                </a:lnTo>
                <a:cubicBezTo>
                  <a:pt x="33009" y="4040"/>
                  <a:pt x="24271" y="2008"/>
                  <a:pt x="15535" y="0"/>
                </a:cubicBezTo>
                <a:lnTo>
                  <a:pt x="12192000" y="0"/>
                </a:lnTo>
                <a:lnTo>
                  <a:pt x="12192000" y="630753"/>
                </a:lnTo>
                <a:lnTo>
                  <a:pt x="12177532" y="632051"/>
                </a:lnTo>
                <a:cubicBezTo>
                  <a:pt x="11451601" y="705314"/>
                  <a:pt x="10743137" y="811948"/>
                  <a:pt x="10001401" y="870670"/>
                </a:cubicBezTo>
                <a:cubicBezTo>
                  <a:pt x="9514741" y="909192"/>
                  <a:pt x="9011221" y="926626"/>
                  <a:pt x="8509214" y="923100"/>
                </a:cubicBezTo>
                <a:close/>
              </a:path>
            </a:pathLst>
          </a:custGeom>
          <a:solidFill>
            <a:schemeClr val="accent4"/>
          </a:solidFill>
          <a:ln w="2189" cap="flat">
            <a:noFill/>
            <a:prstDash val="solid"/>
            <a:miter/>
          </a:ln>
        </p:spPr>
        <p:txBody>
          <a:bodyPr rtlCol="0" anchor="ctr"/>
          <a:lstStyle/>
          <a:p>
            <a:endParaRPr lang="en-US"/>
          </a:p>
        </p:txBody>
      </p:sp>
      <p:sp>
        <p:nvSpPr>
          <p:cNvPr id="23" name="Freeform: Shape 21">
            <a:extLst>
              <a:ext uri="{FF2B5EF4-FFF2-40B4-BE49-F238E27FC236}">
                <a16:creationId xmlns:a16="http://schemas.microsoft.com/office/drawing/2014/main" id="{A5F75893-40D7-0442-A29F-27155D6F1655}"/>
              </a:ext>
            </a:extLst>
          </p:cNvPr>
          <p:cNvSpPr/>
          <p:nvPr/>
        </p:nvSpPr>
        <p:spPr>
          <a:xfrm>
            <a:off x="0" y="6003368"/>
            <a:ext cx="12192000" cy="857251"/>
          </a:xfrm>
          <a:custGeom>
            <a:avLst/>
            <a:gdLst>
              <a:gd name="connsiteX0" fmla="*/ 12176569 w 12192000"/>
              <a:gd name="connsiteY0" fmla="*/ 960256 h 960255"/>
              <a:gd name="connsiteX1" fmla="*/ 0 w 12192000"/>
              <a:gd name="connsiteY1" fmla="*/ 960256 h 960255"/>
              <a:gd name="connsiteX2" fmla="*/ 0 w 12192000"/>
              <a:gd name="connsiteY2" fmla="*/ 6613 h 960255"/>
              <a:gd name="connsiteX3" fmla="*/ 9130538 w 12192000"/>
              <a:gd name="connsiteY3" fmla="*/ 528900 h 960255"/>
              <a:gd name="connsiteX4" fmla="*/ 12192000 w 12192000"/>
              <a:gd name="connsiteY4" fmla="*/ 218957 h 960255"/>
              <a:gd name="connsiteX5" fmla="*/ 12176569 w 12192000"/>
              <a:gd name="connsiteY5" fmla="*/ 960256 h 960255"/>
              <a:gd name="connsiteX0" fmla="*/ 12202509 w 12202509"/>
              <a:gd name="connsiteY0" fmla="*/ 966158 h 966158"/>
              <a:gd name="connsiteX1" fmla="*/ 0 w 12202509"/>
              <a:gd name="connsiteY1" fmla="*/ 960256 h 966158"/>
              <a:gd name="connsiteX2" fmla="*/ 0 w 12202509"/>
              <a:gd name="connsiteY2" fmla="*/ 6613 h 966158"/>
              <a:gd name="connsiteX3" fmla="*/ 9130538 w 12202509"/>
              <a:gd name="connsiteY3" fmla="*/ 528900 h 966158"/>
              <a:gd name="connsiteX4" fmla="*/ 12192000 w 12202509"/>
              <a:gd name="connsiteY4" fmla="*/ 218957 h 966158"/>
              <a:gd name="connsiteX5" fmla="*/ 12202509 w 12202509"/>
              <a:gd name="connsiteY5" fmla="*/ 966158 h 966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02509" h="966158">
                <a:moveTo>
                  <a:pt x="12202509" y="966158"/>
                </a:moveTo>
                <a:lnTo>
                  <a:pt x="0" y="960256"/>
                </a:lnTo>
                <a:lnTo>
                  <a:pt x="0" y="6613"/>
                </a:lnTo>
                <a:cubicBezTo>
                  <a:pt x="3069336" y="-74540"/>
                  <a:pt x="6062345" y="619769"/>
                  <a:pt x="9130538" y="528900"/>
                </a:cubicBezTo>
                <a:cubicBezTo>
                  <a:pt x="10173780" y="497976"/>
                  <a:pt x="11198161" y="376310"/>
                  <a:pt x="12192000" y="218957"/>
                </a:cubicBezTo>
                <a:lnTo>
                  <a:pt x="12202509" y="966158"/>
                </a:lnTo>
                <a:close/>
              </a:path>
            </a:pathLst>
          </a:custGeom>
          <a:solidFill>
            <a:srgbClr val="826DAB"/>
          </a:solidFill>
          <a:ln w="6350" cap="flat">
            <a:noFill/>
            <a:prstDash val="solid"/>
            <a:miter/>
          </a:ln>
        </p:spPr>
        <p:txBody>
          <a:bodyPr rtlCol="0" anchor="ctr"/>
          <a:lstStyle/>
          <a:p>
            <a:endParaRPr lang="en-US" sz="1600" b="0" i="0">
              <a:latin typeface="Tenorite" pitchFamily="2" charset="0"/>
              <a:ea typeface="Verdana" panose="020B0604030504040204" pitchFamily="34" charset="0"/>
              <a:cs typeface="Verdana" panose="020B0604030504040204" pitchFamily="34" charset="0"/>
            </a:endParaRPr>
          </a:p>
        </p:txBody>
      </p:sp>
      <p:grpSp>
        <p:nvGrpSpPr>
          <p:cNvPr id="25" name="Group 24">
            <a:extLst>
              <a:ext uri="{FF2B5EF4-FFF2-40B4-BE49-F238E27FC236}">
                <a16:creationId xmlns:a16="http://schemas.microsoft.com/office/drawing/2014/main" id="{38C7AFCE-02E0-1F41-BCF2-1D9F21BD01E7}"/>
              </a:ext>
            </a:extLst>
          </p:cNvPr>
          <p:cNvGrpSpPr/>
          <p:nvPr/>
        </p:nvGrpSpPr>
        <p:grpSpPr>
          <a:xfrm>
            <a:off x="380999" y="311884"/>
            <a:ext cx="1494599" cy="401785"/>
            <a:chOff x="380999" y="311884"/>
            <a:chExt cx="1494599" cy="401785"/>
          </a:xfrm>
        </p:grpSpPr>
        <p:grpSp>
          <p:nvGrpSpPr>
            <p:cNvPr id="26" name="Group 25">
              <a:extLst>
                <a:ext uri="{FF2B5EF4-FFF2-40B4-BE49-F238E27FC236}">
                  <a16:creationId xmlns:a16="http://schemas.microsoft.com/office/drawing/2014/main" id="{5C9A0523-0314-9249-AD74-02FDDE8CBDF6}"/>
                </a:ext>
              </a:extLst>
            </p:cNvPr>
            <p:cNvGrpSpPr/>
            <p:nvPr/>
          </p:nvGrpSpPr>
          <p:grpSpPr>
            <a:xfrm>
              <a:off x="380999" y="311884"/>
              <a:ext cx="771453" cy="268898"/>
              <a:chOff x="380999" y="311884"/>
              <a:chExt cx="771453" cy="268898"/>
            </a:xfrm>
          </p:grpSpPr>
          <p:sp>
            <p:nvSpPr>
              <p:cNvPr id="29" name="Freeform 28">
                <a:extLst>
                  <a:ext uri="{FF2B5EF4-FFF2-40B4-BE49-F238E27FC236}">
                    <a16:creationId xmlns:a16="http://schemas.microsoft.com/office/drawing/2014/main" id="{9AC775CE-8A1E-8F45-8305-1F60BEAD240B}"/>
                  </a:ext>
                </a:extLst>
              </p:cNvPr>
              <p:cNvSpPr/>
              <p:nvPr/>
            </p:nvSpPr>
            <p:spPr>
              <a:xfrm>
                <a:off x="553180" y="460400"/>
                <a:ext cx="120749" cy="120382"/>
              </a:xfrm>
              <a:custGeom>
                <a:avLst/>
                <a:gdLst>
                  <a:gd name="connsiteX0" fmla="*/ 195950 w 537334"/>
                  <a:gd name="connsiteY0" fmla="*/ 267535 h 535704"/>
                  <a:gd name="connsiteX1" fmla="*/ 268592 w 537334"/>
                  <a:gd name="connsiteY1" fmla="*/ 195114 h 535704"/>
                  <a:gd name="connsiteX2" fmla="*/ 341233 w 537334"/>
                  <a:gd name="connsiteY2" fmla="*/ 267535 h 535704"/>
                  <a:gd name="connsiteX3" fmla="*/ 268592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2" y="195114"/>
                    </a:cubicBezTo>
                    <a:cubicBezTo>
                      <a:pt x="308710" y="195114"/>
                      <a:pt x="341233" y="227538"/>
                      <a:pt x="341233" y="267535"/>
                    </a:cubicBezTo>
                    <a:cubicBezTo>
                      <a:pt x="341233" y="307532"/>
                      <a:pt x="308710" y="339956"/>
                      <a:pt x="268592" y="339956"/>
                    </a:cubicBezTo>
                    <a:cubicBezTo>
                      <a:pt x="228495" y="339904"/>
                      <a:pt x="196003" y="307510"/>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0" i="0">
                  <a:latin typeface="Tenorite" pitchFamily="2" charset="0"/>
                </a:endParaRPr>
              </a:p>
            </p:txBody>
          </p:sp>
          <p:sp>
            <p:nvSpPr>
              <p:cNvPr id="30" name="Freeform 29">
                <a:extLst>
                  <a:ext uri="{FF2B5EF4-FFF2-40B4-BE49-F238E27FC236}">
                    <a16:creationId xmlns:a16="http://schemas.microsoft.com/office/drawing/2014/main" id="{453477FC-0912-E040-84D5-A59E10028E02}"/>
                  </a:ext>
                </a:extLst>
              </p:cNvPr>
              <p:cNvSpPr/>
              <p:nvPr/>
            </p:nvSpPr>
            <p:spPr>
              <a:xfrm>
                <a:off x="380999" y="460400"/>
                <a:ext cx="120749" cy="120382"/>
              </a:xfrm>
              <a:custGeom>
                <a:avLst/>
                <a:gdLst>
                  <a:gd name="connsiteX0" fmla="*/ 195950 w 537334"/>
                  <a:gd name="connsiteY0" fmla="*/ 267535 h 535704"/>
                  <a:gd name="connsiteX1" fmla="*/ 268591 w 537334"/>
                  <a:gd name="connsiteY1" fmla="*/ 195114 h 535704"/>
                  <a:gd name="connsiteX2" fmla="*/ 341232 w 537334"/>
                  <a:gd name="connsiteY2" fmla="*/ 267535 h 535704"/>
                  <a:gd name="connsiteX3" fmla="*/ 268591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1" y="195114"/>
                    </a:cubicBezTo>
                    <a:cubicBezTo>
                      <a:pt x="308710" y="195114"/>
                      <a:pt x="341232" y="227538"/>
                      <a:pt x="341232" y="267535"/>
                    </a:cubicBezTo>
                    <a:cubicBezTo>
                      <a:pt x="341232" y="307532"/>
                      <a:pt x="308710" y="339956"/>
                      <a:pt x="268591" y="339956"/>
                    </a:cubicBezTo>
                    <a:cubicBezTo>
                      <a:pt x="228473" y="339956"/>
                      <a:pt x="195950" y="307532"/>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0" i="0">
                  <a:latin typeface="Tenorite" pitchFamily="2" charset="0"/>
                </a:endParaRPr>
              </a:p>
            </p:txBody>
          </p:sp>
          <p:sp>
            <p:nvSpPr>
              <p:cNvPr id="31" name="Freeform 30">
                <a:extLst>
                  <a:ext uri="{FF2B5EF4-FFF2-40B4-BE49-F238E27FC236}">
                    <a16:creationId xmlns:a16="http://schemas.microsoft.com/office/drawing/2014/main" id="{6CEF2DAF-E4C9-204F-9590-8409BA9C1D0D}"/>
                  </a:ext>
                </a:extLst>
              </p:cNvPr>
              <p:cNvSpPr/>
              <p:nvPr/>
            </p:nvSpPr>
            <p:spPr>
              <a:xfrm>
                <a:off x="735480" y="357913"/>
                <a:ext cx="147342" cy="217815"/>
              </a:xfrm>
              <a:custGeom>
                <a:avLst/>
                <a:gdLst>
                  <a:gd name="connsiteX0" fmla="*/ 655598 w 655673"/>
                  <a:gd name="connsiteY0" fmla="*/ 635619 h 969280"/>
                  <a:gd name="connsiteX1" fmla="*/ 337710 w 655673"/>
                  <a:gd name="connsiteY1" fmla="*/ 302180 h 969280"/>
                  <a:gd name="connsiteX2" fmla="*/ 138637 w 655673"/>
                  <a:gd name="connsiteY2" fmla="*/ 394153 h 969280"/>
                  <a:gd name="connsiteX3" fmla="*/ 138637 w 655673"/>
                  <a:gd name="connsiteY3" fmla="*/ -222 h 969280"/>
                  <a:gd name="connsiteX4" fmla="*/ -76 w 655673"/>
                  <a:gd name="connsiteY4" fmla="*/ -222 h 969280"/>
                  <a:gd name="connsiteX5" fmla="*/ -76 w 655673"/>
                  <a:gd name="connsiteY5" fmla="*/ 952542 h 969280"/>
                  <a:gd name="connsiteX6" fmla="*/ 138637 w 655673"/>
                  <a:gd name="connsiteY6" fmla="*/ 952542 h 969280"/>
                  <a:gd name="connsiteX7" fmla="*/ 138637 w 655673"/>
                  <a:gd name="connsiteY7" fmla="*/ 877085 h 969280"/>
                  <a:gd name="connsiteX8" fmla="*/ 337710 w 655673"/>
                  <a:gd name="connsiteY8" fmla="*/ 969058 h 969280"/>
                  <a:gd name="connsiteX9" fmla="*/ 655598 w 655673"/>
                  <a:gd name="connsiteY9" fmla="*/ 635619 h 969280"/>
                  <a:gd name="connsiteX10" fmla="*/ 512791 w 655673"/>
                  <a:gd name="connsiteY10" fmla="*/ 635619 h 969280"/>
                  <a:gd name="connsiteX11" fmla="*/ 321049 w 655673"/>
                  <a:gd name="connsiteY11" fmla="*/ 838738 h 969280"/>
                  <a:gd name="connsiteX12" fmla="*/ 129212 w 655673"/>
                  <a:gd name="connsiteY12" fmla="*/ 635619 h 969280"/>
                  <a:gd name="connsiteX13" fmla="*/ 321049 w 655673"/>
                  <a:gd name="connsiteY13" fmla="*/ 432499 h 969280"/>
                  <a:gd name="connsiteX14" fmla="*/ 512791 w 655673"/>
                  <a:gd name="connsiteY14" fmla="*/ 635619 h 96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5673" h="969280">
                    <a:moveTo>
                      <a:pt x="655598" y="635619"/>
                    </a:moveTo>
                    <a:cubicBezTo>
                      <a:pt x="655598" y="441801"/>
                      <a:pt x="515552" y="302180"/>
                      <a:pt x="337710" y="302180"/>
                    </a:cubicBezTo>
                    <a:cubicBezTo>
                      <a:pt x="246789" y="302180"/>
                      <a:pt x="183098" y="338532"/>
                      <a:pt x="138637" y="394153"/>
                    </a:cubicBezTo>
                    <a:lnTo>
                      <a:pt x="138637" y="-222"/>
                    </a:lnTo>
                    <a:lnTo>
                      <a:pt x="-76" y="-222"/>
                    </a:lnTo>
                    <a:lnTo>
                      <a:pt x="-76" y="952542"/>
                    </a:lnTo>
                    <a:lnTo>
                      <a:pt x="138637" y="952542"/>
                    </a:lnTo>
                    <a:lnTo>
                      <a:pt x="138637" y="877085"/>
                    </a:lnTo>
                    <a:cubicBezTo>
                      <a:pt x="183098" y="932705"/>
                      <a:pt x="246789" y="969058"/>
                      <a:pt x="337710" y="969058"/>
                    </a:cubicBezTo>
                    <a:cubicBezTo>
                      <a:pt x="515552" y="969058"/>
                      <a:pt x="655598" y="829437"/>
                      <a:pt x="655598" y="635619"/>
                    </a:cubicBezTo>
                    <a:moveTo>
                      <a:pt x="512791" y="635619"/>
                    </a:moveTo>
                    <a:cubicBezTo>
                      <a:pt x="512791" y="746765"/>
                      <a:pt x="440435" y="838738"/>
                      <a:pt x="321049" y="838738"/>
                    </a:cubicBezTo>
                    <a:cubicBezTo>
                      <a:pt x="206804" y="838738"/>
                      <a:pt x="129212" y="751416"/>
                      <a:pt x="129212" y="635619"/>
                    </a:cubicBezTo>
                    <a:cubicBezTo>
                      <a:pt x="129212" y="519821"/>
                      <a:pt x="206899" y="432499"/>
                      <a:pt x="321049" y="432499"/>
                    </a:cubicBezTo>
                    <a:cubicBezTo>
                      <a:pt x="440435" y="432499"/>
                      <a:pt x="512791" y="524472"/>
                      <a:pt x="512791" y="635619"/>
                    </a:cubicBezTo>
                  </a:path>
                </a:pathLst>
              </a:custGeom>
              <a:solidFill>
                <a:schemeClr val="accent1"/>
              </a:solidFill>
              <a:ln w="9511" cap="flat">
                <a:noFill/>
                <a:prstDash val="solid"/>
                <a:miter/>
              </a:ln>
            </p:spPr>
            <p:txBody>
              <a:bodyPr rtlCol="0" anchor="ctr"/>
              <a:lstStyle/>
              <a:p>
                <a:endParaRPr lang="en-US" b="0" i="0">
                  <a:latin typeface="Tenorite" pitchFamily="2" charset="0"/>
                </a:endParaRPr>
              </a:p>
            </p:txBody>
          </p:sp>
          <p:sp>
            <p:nvSpPr>
              <p:cNvPr id="32" name="Freeform 31">
                <a:extLst>
                  <a:ext uri="{FF2B5EF4-FFF2-40B4-BE49-F238E27FC236}">
                    <a16:creationId xmlns:a16="http://schemas.microsoft.com/office/drawing/2014/main" id="{2FE7FA08-5E21-5E4F-A07C-CA36268D1D11}"/>
                  </a:ext>
                </a:extLst>
              </p:cNvPr>
              <p:cNvSpPr/>
              <p:nvPr/>
            </p:nvSpPr>
            <p:spPr>
              <a:xfrm>
                <a:off x="908666" y="386473"/>
                <a:ext cx="95183" cy="189276"/>
              </a:xfrm>
              <a:custGeom>
                <a:avLst/>
                <a:gdLst>
                  <a:gd name="connsiteX0" fmla="*/ 382837 w 423565"/>
                  <a:gd name="connsiteY0" fmla="*/ 317366 h 842282"/>
                  <a:gd name="connsiteX1" fmla="*/ 382837 w 423565"/>
                  <a:gd name="connsiteY1" fmla="*/ 191603 h 842282"/>
                  <a:gd name="connsiteX2" fmla="*/ 139303 w 423565"/>
                  <a:gd name="connsiteY2" fmla="*/ 191603 h 842282"/>
                  <a:gd name="connsiteX3" fmla="*/ 139303 w 423565"/>
                  <a:gd name="connsiteY3" fmla="*/ -222 h 842282"/>
                  <a:gd name="connsiteX4" fmla="*/ -76 w 423565"/>
                  <a:gd name="connsiteY4" fmla="*/ -222 h 842282"/>
                  <a:gd name="connsiteX5" fmla="*/ -76 w 423565"/>
                  <a:gd name="connsiteY5" fmla="*/ 595944 h 842282"/>
                  <a:gd name="connsiteX6" fmla="*/ 228415 w 423565"/>
                  <a:gd name="connsiteY6" fmla="*/ 842060 h 842282"/>
                  <a:gd name="connsiteX7" fmla="*/ 423489 w 423565"/>
                  <a:gd name="connsiteY7" fmla="*/ 779226 h 842282"/>
                  <a:gd name="connsiteX8" fmla="*/ 368461 w 423565"/>
                  <a:gd name="connsiteY8" fmla="*/ 668744 h 842282"/>
                  <a:gd name="connsiteX9" fmla="*/ 240316 w 423565"/>
                  <a:gd name="connsiteY9" fmla="*/ 711741 h 842282"/>
                  <a:gd name="connsiteX10" fmla="*/ 139494 w 423565"/>
                  <a:gd name="connsiteY10" fmla="*/ 593286 h 842282"/>
                  <a:gd name="connsiteX11" fmla="*/ 139494 w 423565"/>
                  <a:gd name="connsiteY11" fmla="*/ 317366 h 8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3565" h="842282">
                    <a:moveTo>
                      <a:pt x="382837" y="317366"/>
                    </a:moveTo>
                    <a:lnTo>
                      <a:pt x="382837" y="191603"/>
                    </a:lnTo>
                    <a:lnTo>
                      <a:pt x="139303" y="191603"/>
                    </a:lnTo>
                    <a:lnTo>
                      <a:pt x="139303" y="-222"/>
                    </a:lnTo>
                    <a:lnTo>
                      <a:pt x="-76" y="-222"/>
                    </a:lnTo>
                    <a:lnTo>
                      <a:pt x="-76" y="595944"/>
                    </a:lnTo>
                    <a:cubicBezTo>
                      <a:pt x="-76" y="764704"/>
                      <a:pt x="84180" y="842060"/>
                      <a:pt x="228415" y="842060"/>
                    </a:cubicBezTo>
                    <a:cubicBezTo>
                      <a:pt x="298354" y="841491"/>
                      <a:pt x="366437" y="819561"/>
                      <a:pt x="423489" y="779226"/>
                    </a:cubicBezTo>
                    <a:lnTo>
                      <a:pt x="368461" y="668744"/>
                    </a:lnTo>
                    <a:cubicBezTo>
                      <a:pt x="330379" y="692568"/>
                      <a:pt x="283443" y="711741"/>
                      <a:pt x="240316" y="711741"/>
                    </a:cubicBezTo>
                    <a:cubicBezTo>
                      <a:pt x="184621" y="711741"/>
                      <a:pt x="139494" y="677951"/>
                      <a:pt x="139494" y="593286"/>
                    </a:cubicBezTo>
                    <a:lnTo>
                      <a:pt x="139494" y="317366"/>
                    </a:lnTo>
                    <a:close/>
                  </a:path>
                </a:pathLst>
              </a:custGeom>
              <a:solidFill>
                <a:schemeClr val="accent1"/>
              </a:solidFill>
              <a:ln w="9511" cap="flat">
                <a:noFill/>
                <a:prstDash val="solid"/>
                <a:miter/>
              </a:ln>
            </p:spPr>
            <p:txBody>
              <a:bodyPr rtlCol="0" anchor="ctr"/>
              <a:lstStyle/>
              <a:p>
                <a:endParaRPr lang="en-US" b="0" i="0">
                  <a:latin typeface="Tenorite" pitchFamily="2" charset="0"/>
                </a:endParaRPr>
              </a:p>
            </p:txBody>
          </p:sp>
          <p:sp>
            <p:nvSpPr>
              <p:cNvPr id="33" name="Freeform 32">
                <a:extLst>
                  <a:ext uri="{FF2B5EF4-FFF2-40B4-BE49-F238E27FC236}">
                    <a16:creationId xmlns:a16="http://schemas.microsoft.com/office/drawing/2014/main" id="{2EEC8701-78CE-5440-8D6E-E5C2547CE06B}"/>
                  </a:ext>
                </a:extLst>
              </p:cNvPr>
              <p:cNvSpPr/>
              <p:nvPr/>
            </p:nvSpPr>
            <p:spPr>
              <a:xfrm>
                <a:off x="1026141" y="426006"/>
                <a:ext cx="126311" cy="149572"/>
              </a:xfrm>
              <a:custGeom>
                <a:avLst/>
                <a:gdLst>
                  <a:gd name="connsiteX0" fmla="*/ 509649 w 562087"/>
                  <a:gd name="connsiteY0" fmla="*/ 46621 h 665599"/>
                  <a:gd name="connsiteX1" fmla="*/ 288680 w 562087"/>
                  <a:gd name="connsiteY1" fmla="*/ -172 h 665599"/>
                  <a:gd name="connsiteX2" fmla="*/ 25915 w 562087"/>
                  <a:gd name="connsiteY2" fmla="*/ 202947 h 665599"/>
                  <a:gd name="connsiteX3" fmla="*/ 241553 w 562087"/>
                  <a:gd name="connsiteY3" fmla="*/ 388887 h 665599"/>
                  <a:gd name="connsiteX4" fmla="*/ 308196 w 562087"/>
                  <a:gd name="connsiteY4" fmla="*/ 397430 h 665599"/>
                  <a:gd name="connsiteX5" fmla="*/ 418348 w 562087"/>
                  <a:gd name="connsiteY5" fmla="*/ 467573 h 665599"/>
                  <a:gd name="connsiteX6" fmla="*/ 273732 w 562087"/>
                  <a:gd name="connsiteY6" fmla="*/ 545024 h 665599"/>
                  <a:gd name="connsiteX7" fmla="*/ 64282 w 562087"/>
                  <a:gd name="connsiteY7" fmla="*/ 480196 h 665599"/>
                  <a:gd name="connsiteX8" fmla="*/ -76 w 562087"/>
                  <a:gd name="connsiteY8" fmla="*/ 584034 h 665599"/>
                  <a:gd name="connsiteX9" fmla="*/ 272685 w 562087"/>
                  <a:gd name="connsiteY9" fmla="*/ 665377 h 665599"/>
                  <a:gd name="connsiteX10" fmla="*/ 562012 w 562087"/>
                  <a:gd name="connsiteY10" fmla="*/ 458271 h 665599"/>
                  <a:gd name="connsiteX11" fmla="*/ 341042 w 562087"/>
                  <a:gd name="connsiteY11" fmla="*/ 271097 h 665599"/>
                  <a:gd name="connsiteX12" fmla="*/ 275351 w 562087"/>
                  <a:gd name="connsiteY12" fmla="*/ 261131 h 665599"/>
                  <a:gd name="connsiteX13" fmla="*/ 170626 w 562087"/>
                  <a:gd name="connsiteY13" fmla="*/ 195639 h 665599"/>
                  <a:gd name="connsiteX14" fmla="*/ 290774 w 562087"/>
                  <a:gd name="connsiteY14" fmla="*/ 120276 h 665599"/>
                  <a:gd name="connsiteX15" fmla="*/ 461095 w 562087"/>
                  <a:gd name="connsiteY15" fmla="*/ 160805 h 665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2087" h="665599">
                    <a:moveTo>
                      <a:pt x="509649" y="46621"/>
                    </a:moveTo>
                    <a:cubicBezTo>
                      <a:pt x="440427" y="14752"/>
                      <a:pt x="364919" y="-1238"/>
                      <a:pt x="288680" y="-172"/>
                    </a:cubicBezTo>
                    <a:cubicBezTo>
                      <a:pt x="126832" y="-172"/>
                      <a:pt x="25915" y="77943"/>
                      <a:pt x="25915" y="202947"/>
                    </a:cubicBezTo>
                    <a:cubicBezTo>
                      <a:pt x="25915" y="305456"/>
                      <a:pt x="100270" y="369620"/>
                      <a:pt x="241553" y="388887"/>
                    </a:cubicBezTo>
                    <a:lnTo>
                      <a:pt x="308196" y="397430"/>
                    </a:lnTo>
                    <a:cubicBezTo>
                      <a:pt x="384360" y="408060"/>
                      <a:pt x="418348" y="431220"/>
                      <a:pt x="418348" y="467573"/>
                    </a:cubicBezTo>
                    <a:cubicBezTo>
                      <a:pt x="418348" y="515031"/>
                      <a:pt x="369318" y="545024"/>
                      <a:pt x="273732" y="545024"/>
                    </a:cubicBezTo>
                    <a:cubicBezTo>
                      <a:pt x="170816" y="545024"/>
                      <a:pt x="109124" y="515220"/>
                      <a:pt x="64282" y="480196"/>
                    </a:cubicBezTo>
                    <a:lnTo>
                      <a:pt x="-76" y="584034"/>
                    </a:lnTo>
                    <a:cubicBezTo>
                      <a:pt x="92177" y="652848"/>
                      <a:pt x="207660" y="665377"/>
                      <a:pt x="272685" y="665377"/>
                    </a:cubicBezTo>
                    <a:cubicBezTo>
                      <a:pt x="455859" y="665377"/>
                      <a:pt x="562012" y="579953"/>
                      <a:pt x="562012" y="458271"/>
                    </a:cubicBezTo>
                    <a:cubicBezTo>
                      <a:pt x="562012" y="349782"/>
                      <a:pt x="479755" y="291599"/>
                      <a:pt x="341042" y="271097"/>
                    </a:cubicBezTo>
                    <a:lnTo>
                      <a:pt x="275351" y="261131"/>
                    </a:lnTo>
                    <a:cubicBezTo>
                      <a:pt x="216895" y="252588"/>
                      <a:pt x="170626" y="240629"/>
                      <a:pt x="170626" y="195639"/>
                    </a:cubicBezTo>
                    <a:cubicBezTo>
                      <a:pt x="170626" y="150649"/>
                      <a:pt x="214420" y="120276"/>
                      <a:pt x="290774" y="120276"/>
                    </a:cubicBezTo>
                    <a:cubicBezTo>
                      <a:pt x="349796" y="121531"/>
                      <a:pt x="407867" y="135350"/>
                      <a:pt x="461095" y="160805"/>
                    </a:cubicBezTo>
                    <a:close/>
                  </a:path>
                </a:pathLst>
              </a:custGeom>
              <a:solidFill>
                <a:schemeClr val="accent1"/>
              </a:solidFill>
              <a:ln w="9511" cap="flat">
                <a:noFill/>
                <a:prstDash val="solid"/>
                <a:miter/>
              </a:ln>
            </p:spPr>
            <p:txBody>
              <a:bodyPr rtlCol="0" anchor="ctr"/>
              <a:lstStyle/>
              <a:p>
                <a:endParaRPr lang="en-US" b="0" i="0">
                  <a:latin typeface="Tenorite" pitchFamily="2" charset="0"/>
                </a:endParaRPr>
              </a:p>
            </p:txBody>
          </p:sp>
          <p:sp>
            <p:nvSpPr>
              <p:cNvPr id="34" name="Freeform 33">
                <a:extLst>
                  <a:ext uri="{FF2B5EF4-FFF2-40B4-BE49-F238E27FC236}">
                    <a16:creationId xmlns:a16="http://schemas.microsoft.com/office/drawing/2014/main" id="{A318800D-1A12-9A48-B7A5-E4D058168295}"/>
                  </a:ext>
                </a:extLst>
              </p:cNvPr>
              <p:cNvSpPr/>
              <p:nvPr/>
            </p:nvSpPr>
            <p:spPr>
              <a:xfrm>
                <a:off x="465912" y="311884"/>
                <a:ext cx="120749" cy="120382"/>
              </a:xfrm>
              <a:custGeom>
                <a:avLst/>
                <a:gdLst>
                  <a:gd name="connsiteX0" fmla="*/ 268591 w 537334"/>
                  <a:gd name="connsiteY0" fmla="*/ -222 h 535704"/>
                  <a:gd name="connsiteX1" fmla="*/ -76 w 537334"/>
                  <a:gd name="connsiteY1" fmla="*/ 267630 h 535704"/>
                  <a:gd name="connsiteX2" fmla="*/ 268591 w 537334"/>
                  <a:gd name="connsiteY2" fmla="*/ 535483 h 535704"/>
                  <a:gd name="connsiteX3" fmla="*/ 537259 w 537334"/>
                  <a:gd name="connsiteY3" fmla="*/ 267630 h 535704"/>
                  <a:gd name="connsiteX4" fmla="*/ 537259 w 537334"/>
                  <a:gd name="connsiteY4" fmla="*/ 267535 h 535704"/>
                  <a:gd name="connsiteX5" fmla="*/ 268687 w 537334"/>
                  <a:gd name="connsiteY5" fmla="*/ -222 h 535704"/>
                  <a:gd name="connsiteX6" fmla="*/ 268591 w 537334"/>
                  <a:gd name="connsiteY6" fmla="*/ -222 h 535704"/>
                  <a:gd name="connsiteX7" fmla="*/ 268591 w 537334"/>
                  <a:gd name="connsiteY7" fmla="*/ 339956 h 535704"/>
                  <a:gd name="connsiteX8" fmla="*/ 195950 w 537334"/>
                  <a:gd name="connsiteY8" fmla="*/ 267535 h 535704"/>
                  <a:gd name="connsiteX9" fmla="*/ 268591 w 537334"/>
                  <a:gd name="connsiteY9" fmla="*/ 195114 h 535704"/>
                  <a:gd name="connsiteX10" fmla="*/ 341232 w 537334"/>
                  <a:gd name="connsiteY10" fmla="*/ 267535 h 535704"/>
                  <a:gd name="connsiteX11" fmla="*/ 268591 w 537334"/>
                  <a:gd name="connsiteY11" fmla="*/ 339956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268591" y="-222"/>
                    </a:moveTo>
                    <a:cubicBezTo>
                      <a:pt x="120210" y="-222"/>
                      <a:pt x="-76" y="119699"/>
                      <a:pt x="-76" y="267630"/>
                    </a:cubicBezTo>
                    <a:cubicBezTo>
                      <a:pt x="-76" y="415561"/>
                      <a:pt x="120210" y="535483"/>
                      <a:pt x="268591" y="535483"/>
                    </a:cubicBezTo>
                    <a:cubicBezTo>
                      <a:pt x="416972" y="535483"/>
                      <a:pt x="537259" y="415561"/>
                      <a:pt x="537259" y="267630"/>
                    </a:cubicBezTo>
                    <a:cubicBezTo>
                      <a:pt x="537259" y="267599"/>
                      <a:pt x="537259" y="267567"/>
                      <a:pt x="537259" y="267535"/>
                    </a:cubicBezTo>
                    <a:cubicBezTo>
                      <a:pt x="537259" y="119657"/>
                      <a:pt x="417015" y="-222"/>
                      <a:pt x="268687" y="-222"/>
                    </a:cubicBezTo>
                    <a:cubicBezTo>
                      <a:pt x="268655" y="-222"/>
                      <a:pt x="268623" y="-222"/>
                      <a:pt x="268591" y="-222"/>
                    </a:cubicBezTo>
                    <a:close/>
                    <a:moveTo>
                      <a:pt x="268591" y="339956"/>
                    </a:moveTo>
                    <a:cubicBezTo>
                      <a:pt x="228473" y="339956"/>
                      <a:pt x="195950" y="307532"/>
                      <a:pt x="195950" y="267535"/>
                    </a:cubicBezTo>
                    <a:cubicBezTo>
                      <a:pt x="195950" y="227538"/>
                      <a:pt x="228473" y="195114"/>
                      <a:pt x="268591" y="195114"/>
                    </a:cubicBezTo>
                    <a:cubicBezTo>
                      <a:pt x="308710" y="195114"/>
                      <a:pt x="341232" y="227538"/>
                      <a:pt x="341232" y="267535"/>
                    </a:cubicBezTo>
                    <a:cubicBezTo>
                      <a:pt x="341232" y="307532"/>
                      <a:pt x="308710" y="339956"/>
                      <a:pt x="268591" y="339956"/>
                    </a:cubicBezTo>
                    <a:close/>
                  </a:path>
                </a:pathLst>
              </a:custGeom>
              <a:solidFill>
                <a:schemeClr val="accent2"/>
              </a:solidFill>
              <a:ln w="9511" cap="flat">
                <a:noFill/>
                <a:prstDash val="solid"/>
                <a:miter/>
              </a:ln>
            </p:spPr>
            <p:txBody>
              <a:bodyPr rtlCol="0" anchor="ctr"/>
              <a:lstStyle/>
              <a:p>
                <a:endParaRPr lang="en-US" b="0" i="0">
                  <a:latin typeface="Tenorite" pitchFamily="2" charset="0"/>
                </a:endParaRPr>
              </a:p>
            </p:txBody>
          </p:sp>
        </p:grpSp>
        <p:pic>
          <p:nvPicPr>
            <p:cNvPr id="27" name="Picture 26">
              <a:extLst>
                <a:ext uri="{FF2B5EF4-FFF2-40B4-BE49-F238E27FC236}">
                  <a16:creationId xmlns:a16="http://schemas.microsoft.com/office/drawing/2014/main" id="{030B5CEF-8C10-D048-A391-E9E59C859A3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735479" y="623829"/>
              <a:ext cx="1140119" cy="89840"/>
            </a:xfrm>
            <a:prstGeom prst="rect">
              <a:avLst/>
            </a:prstGeom>
          </p:spPr>
        </p:pic>
      </p:grpSp>
      <p:sp>
        <p:nvSpPr>
          <p:cNvPr id="35" name="TextBox 34">
            <a:extLst>
              <a:ext uri="{FF2B5EF4-FFF2-40B4-BE49-F238E27FC236}">
                <a16:creationId xmlns:a16="http://schemas.microsoft.com/office/drawing/2014/main" id="{90912B69-8E0B-BA43-8893-FB467317B2F8}"/>
              </a:ext>
            </a:extLst>
          </p:cNvPr>
          <p:cNvSpPr txBox="1"/>
          <p:nvPr/>
        </p:nvSpPr>
        <p:spPr>
          <a:xfrm>
            <a:off x="9597794" y="6531309"/>
            <a:ext cx="2213206" cy="191268"/>
          </a:xfrm>
          <a:prstGeom prst="rect">
            <a:avLst/>
          </a:prstGeom>
          <a:noFill/>
        </p:spPr>
        <p:txBody>
          <a:bodyPr wrap="square" lIns="0" tIns="0" rIns="0" bIns="0" rtlCol="0" anchor="b" anchorCtr="0">
            <a:noAutofit/>
          </a:bodyPr>
          <a:lstStyle/>
          <a:p>
            <a:pPr algn="r"/>
            <a:r>
              <a:rPr lang="en-GB" sz="800" b="0" i="0">
                <a:solidFill>
                  <a:schemeClr val="bg1"/>
                </a:solidFill>
                <a:latin typeface="Tenorite" pitchFamily="2" charset="0"/>
              </a:rPr>
              <a:t>Copyright © </a:t>
            </a:r>
            <a:fld id="{CC4DF824-2E31-432B-A247-0D3CBCF1F37F}" type="datetimeyyyy">
              <a:rPr lang="en-US" sz="800" b="0" i="0" smtClean="0">
                <a:solidFill>
                  <a:schemeClr val="bg1"/>
                </a:solidFill>
                <a:latin typeface="Tenorite" pitchFamily="2" charset="0"/>
              </a:rPr>
              <a:t>2026</a:t>
            </a:fld>
            <a:r>
              <a:rPr lang="en-GB" sz="800" b="0" i="0">
                <a:solidFill>
                  <a:schemeClr val="bg1"/>
                </a:solidFill>
                <a:latin typeface="Tenorite" pitchFamily="2" charset="0"/>
              </a:rPr>
              <a:t> BTS</a:t>
            </a:r>
          </a:p>
        </p:txBody>
      </p:sp>
      <p:sp>
        <p:nvSpPr>
          <p:cNvPr id="2" name="Title 1">
            <a:extLst>
              <a:ext uri="{FF2B5EF4-FFF2-40B4-BE49-F238E27FC236}">
                <a16:creationId xmlns:a16="http://schemas.microsoft.com/office/drawing/2014/main" id="{720BD83E-AB62-7515-9285-C4FE5CC0DEBC}"/>
              </a:ext>
            </a:extLst>
          </p:cNvPr>
          <p:cNvSpPr>
            <a:spLocks noGrp="1"/>
          </p:cNvSpPr>
          <p:nvPr>
            <p:ph type="title" hasCustomPrompt="1"/>
          </p:nvPr>
        </p:nvSpPr>
        <p:spPr>
          <a:xfrm>
            <a:off x="777817" y="1277738"/>
            <a:ext cx="11033183" cy="1994940"/>
          </a:xfrm>
          <a:prstGeom prst="rect">
            <a:avLst/>
          </a:prstGeom>
          <a:noFill/>
        </p:spPr>
        <p:txBody>
          <a:bodyPr lIns="0" tIns="0" rIns="0" bIns="0" anchor="b">
            <a:normAutofit/>
          </a:bodyPr>
          <a:lstStyle>
            <a:lvl1pPr>
              <a:lnSpc>
                <a:spcPct val="100000"/>
              </a:lnSpc>
              <a:defRPr sz="4800" b="1" i="0" spc="10" baseline="0">
                <a:solidFill>
                  <a:schemeClr val="accent1"/>
                </a:solidFill>
                <a:latin typeface="Tenorite" pitchFamily="2" charset="0"/>
                <a:ea typeface="Verdana" panose="020B0604030504040204" pitchFamily="34" charset="0"/>
                <a:cs typeface="Tenorite" panose="00000500000000000000" pitchFamily="2" charset="0"/>
              </a:defRPr>
            </a:lvl1pPr>
          </a:lstStyle>
          <a:p>
            <a:r>
              <a:rPr lang="en-US"/>
              <a:t>Click to edit title </a:t>
            </a:r>
            <a:br>
              <a:rPr lang="en-US"/>
            </a:br>
            <a:r>
              <a:rPr lang="en-US"/>
              <a:t>(sentence case)</a:t>
            </a:r>
          </a:p>
        </p:txBody>
      </p:sp>
      <p:sp>
        <p:nvSpPr>
          <p:cNvPr id="4" name="Text Placeholder 3">
            <a:extLst>
              <a:ext uri="{FF2B5EF4-FFF2-40B4-BE49-F238E27FC236}">
                <a16:creationId xmlns:a16="http://schemas.microsoft.com/office/drawing/2014/main" id="{A521C3A8-4BFF-14EA-EB10-7CFF6B3F9530}"/>
              </a:ext>
            </a:extLst>
          </p:cNvPr>
          <p:cNvSpPr>
            <a:spLocks noGrp="1"/>
          </p:cNvSpPr>
          <p:nvPr>
            <p:ph type="body" sz="quarter" idx="10" hasCustomPrompt="1"/>
          </p:nvPr>
        </p:nvSpPr>
        <p:spPr>
          <a:xfrm>
            <a:off x="6764139" y="4306311"/>
            <a:ext cx="5046862" cy="1208871"/>
          </a:xfrm>
          <a:prstGeom prst="rect">
            <a:avLst/>
          </a:prstGeom>
        </p:spPr>
        <p:txBody>
          <a:bodyPr rIns="0" bIns="0" anchor="b"/>
          <a:lstStyle>
            <a:lvl1pPr marL="0" indent="0" algn="r">
              <a:spcBef>
                <a:spcPts val="600"/>
              </a:spcBef>
              <a:buNone/>
              <a:defRPr sz="1600" b="0" i="0">
                <a:solidFill>
                  <a:schemeClr val="accent1"/>
                </a:solidFill>
                <a:latin typeface="Tenorite" pitchFamily="2" charset="0"/>
                <a:ea typeface="Verdana" panose="020B0604030504040204" pitchFamily="34" charset="0"/>
                <a:cs typeface="Tenorite" panose="00000500000000000000" pitchFamily="2" charset="0"/>
              </a:defRPr>
            </a:lvl1pPr>
          </a:lstStyle>
          <a:p>
            <a:pPr lvl="0"/>
            <a:r>
              <a:rPr lang="en-US"/>
              <a:t>Click to edit presenter name</a:t>
            </a:r>
          </a:p>
        </p:txBody>
      </p:sp>
      <p:sp>
        <p:nvSpPr>
          <p:cNvPr id="5" name="Text Placeholder 2">
            <a:extLst>
              <a:ext uri="{FF2B5EF4-FFF2-40B4-BE49-F238E27FC236}">
                <a16:creationId xmlns:a16="http://schemas.microsoft.com/office/drawing/2014/main" id="{CC22D984-D8FE-108A-A3AF-FE9B413F4E77}"/>
              </a:ext>
            </a:extLst>
          </p:cNvPr>
          <p:cNvSpPr>
            <a:spLocks noGrp="1"/>
          </p:cNvSpPr>
          <p:nvPr>
            <p:ph type="body" idx="11" hasCustomPrompt="1"/>
          </p:nvPr>
        </p:nvSpPr>
        <p:spPr>
          <a:xfrm>
            <a:off x="777818" y="3428999"/>
            <a:ext cx="11033182" cy="857251"/>
          </a:xfrm>
          <a:prstGeom prst="rect">
            <a:avLst/>
          </a:prstGeom>
        </p:spPr>
        <p:txBody>
          <a:bodyPr lIns="0"/>
          <a:lstStyle>
            <a:lvl1pPr marL="0" indent="0">
              <a:buNone/>
              <a:defRPr sz="2000">
                <a:solidFill>
                  <a:srgbClr val="826DAB"/>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here to edit sub-header</a:t>
            </a:r>
          </a:p>
        </p:txBody>
      </p:sp>
    </p:spTree>
    <p:extLst>
      <p:ext uri="{BB962C8B-B14F-4D97-AF65-F5344CB8AC3E}">
        <p14:creationId xmlns:p14="http://schemas.microsoft.com/office/powerpoint/2010/main" val="914097918"/>
      </p:ext>
    </p:extLst>
  </p:cSld>
  <p:clrMapOvr>
    <a:masterClrMapping/>
  </p:clrMapOvr>
  <p:extLst>
    <p:ext uri="{DCECCB84-F9BA-43D5-87BE-67443E8EF086}">
      <p15:sldGuideLst xmlns:p15="http://schemas.microsoft.com/office/powerpoint/2012/main">
        <p15:guide id="1" orient="horz" pos="60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userDrawn="1">
  <p:cSld name="Divider 1">
    <p:bg>
      <p:bgPr>
        <a:solidFill>
          <a:srgbClr val="F4ADB9"/>
        </a:solidFill>
        <a:effectLst/>
      </p:bgPr>
    </p:bg>
    <p:spTree>
      <p:nvGrpSpPr>
        <p:cNvPr id="1" name=""/>
        <p:cNvGrpSpPr/>
        <p:nvPr/>
      </p:nvGrpSpPr>
      <p:grpSpPr>
        <a:xfrm>
          <a:off x="0" y="0"/>
          <a:ext cx="0" cy="0"/>
          <a:chOff x="0" y="0"/>
          <a:chExt cx="0" cy="0"/>
        </a:xfrm>
      </p:grpSpPr>
      <p:sp>
        <p:nvSpPr>
          <p:cNvPr id="7" name="Graphic 4">
            <a:extLst>
              <a:ext uri="{FF2B5EF4-FFF2-40B4-BE49-F238E27FC236}">
                <a16:creationId xmlns:a16="http://schemas.microsoft.com/office/drawing/2014/main" id="{267EBAFD-C6EA-82E4-760E-66E8F64081E8}"/>
              </a:ext>
            </a:extLst>
          </p:cNvPr>
          <p:cNvSpPr/>
          <p:nvPr/>
        </p:nvSpPr>
        <p:spPr>
          <a:xfrm rot="10800000">
            <a:off x="0" y="474351"/>
            <a:ext cx="12199342" cy="2137313"/>
          </a:xfrm>
          <a:custGeom>
            <a:avLst/>
            <a:gdLst>
              <a:gd name="connsiteX0" fmla="*/ 5421961 w 7772400"/>
              <a:gd name="connsiteY0" fmla="*/ 497855 h 1361717"/>
              <a:gd name="connsiteX1" fmla="*/ 3494603 w 7772400"/>
              <a:gd name="connsiteY1" fmla="*/ 328845 h 1361717"/>
              <a:gd name="connsiteX2" fmla="*/ 0 w 7772400"/>
              <a:gd name="connsiteY2" fmla="*/ 1361717 h 1361717"/>
              <a:gd name="connsiteX3" fmla="*/ 7772400 w 7772400"/>
              <a:gd name="connsiteY3" fmla="*/ 1361717 h 1361717"/>
              <a:gd name="connsiteX4" fmla="*/ 7772400 w 7772400"/>
              <a:gd name="connsiteY4" fmla="*/ 0 h 1361717"/>
              <a:gd name="connsiteX5" fmla="*/ 5421961 w 7772400"/>
              <a:gd name="connsiteY5" fmla="*/ 497855 h 136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72400" h="1361717">
                <a:moveTo>
                  <a:pt x="5421961" y="497855"/>
                </a:moveTo>
                <a:cubicBezTo>
                  <a:pt x="4775910" y="483928"/>
                  <a:pt x="4140193" y="353546"/>
                  <a:pt x="3494603" y="328845"/>
                </a:cubicBezTo>
                <a:cubicBezTo>
                  <a:pt x="2230153" y="280472"/>
                  <a:pt x="955589" y="667216"/>
                  <a:pt x="0" y="1361717"/>
                </a:cubicBezTo>
                <a:lnTo>
                  <a:pt x="7772400" y="1361717"/>
                </a:lnTo>
                <a:lnTo>
                  <a:pt x="7772400" y="0"/>
                </a:lnTo>
                <a:cubicBezTo>
                  <a:pt x="7061762" y="340101"/>
                  <a:pt x="6239814" y="515484"/>
                  <a:pt x="5421961" y="497855"/>
                </a:cubicBezTo>
                <a:close/>
              </a:path>
            </a:pathLst>
          </a:custGeom>
          <a:solidFill>
            <a:schemeClr val="accent2"/>
          </a:solidFill>
          <a:ln w="2189" cap="flat">
            <a:noFill/>
            <a:prstDash val="solid"/>
            <a:miter/>
          </a:ln>
        </p:spPr>
        <p:txBody>
          <a:bodyPr rtlCol="0" anchor="ctr"/>
          <a:lstStyle/>
          <a:p>
            <a:endParaRPr lang="en-US"/>
          </a:p>
        </p:txBody>
      </p:sp>
      <p:sp>
        <p:nvSpPr>
          <p:cNvPr id="6" name="Graphic 4">
            <a:extLst>
              <a:ext uri="{FF2B5EF4-FFF2-40B4-BE49-F238E27FC236}">
                <a16:creationId xmlns:a16="http://schemas.microsoft.com/office/drawing/2014/main" id="{95E78D46-4C72-488D-595C-DC0E693429DF}"/>
              </a:ext>
            </a:extLst>
          </p:cNvPr>
          <p:cNvSpPr/>
          <p:nvPr/>
        </p:nvSpPr>
        <p:spPr>
          <a:xfrm>
            <a:off x="0" y="0"/>
            <a:ext cx="12199342" cy="2470826"/>
          </a:xfrm>
          <a:custGeom>
            <a:avLst/>
            <a:gdLst>
              <a:gd name="connsiteX0" fmla="*/ 0 w 12188674"/>
              <a:gd name="connsiteY0" fmla="*/ 0 h 3432382"/>
              <a:gd name="connsiteX1" fmla="*/ 0 w 12188674"/>
              <a:gd name="connsiteY1" fmla="*/ 1065535 h 3432382"/>
              <a:gd name="connsiteX2" fmla="*/ 542635 w 12188674"/>
              <a:gd name="connsiteY2" fmla="*/ 1113514 h 3432382"/>
              <a:gd name="connsiteX3" fmla="*/ 2055763 w 12188674"/>
              <a:gd name="connsiteY3" fmla="*/ 1115059 h 3432382"/>
              <a:gd name="connsiteX4" fmla="*/ 3826036 w 12188674"/>
              <a:gd name="connsiteY4" fmla="*/ 2014450 h 3432382"/>
              <a:gd name="connsiteX5" fmla="*/ 5754976 w 12188674"/>
              <a:gd name="connsiteY5" fmla="*/ 2644772 h 3432382"/>
              <a:gd name="connsiteX6" fmla="*/ 7834243 w 12188674"/>
              <a:gd name="connsiteY6" fmla="*/ 1884617 h 3432382"/>
              <a:gd name="connsiteX7" fmla="*/ 9697781 w 12188674"/>
              <a:gd name="connsiteY7" fmla="*/ 2341623 h 3432382"/>
              <a:gd name="connsiteX8" fmla="*/ 11279914 w 12188674"/>
              <a:gd name="connsiteY8" fmla="*/ 3257111 h 3432382"/>
              <a:gd name="connsiteX9" fmla="*/ 12188675 w 12188674"/>
              <a:gd name="connsiteY9" fmla="*/ 3432383 h 3432382"/>
              <a:gd name="connsiteX10" fmla="*/ 12188675 w 12188674"/>
              <a:gd name="connsiteY10" fmla="*/ 515 h 3432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88674" h="3432382">
                <a:moveTo>
                  <a:pt x="0" y="0"/>
                </a:moveTo>
                <a:lnTo>
                  <a:pt x="0" y="1065535"/>
                </a:lnTo>
                <a:cubicBezTo>
                  <a:pt x="176852" y="1098654"/>
                  <a:pt x="363724" y="1113308"/>
                  <a:pt x="542635" y="1113514"/>
                </a:cubicBezTo>
                <a:cubicBezTo>
                  <a:pt x="1048658" y="1114166"/>
                  <a:pt x="1562162" y="1035333"/>
                  <a:pt x="2055763" y="1115059"/>
                </a:cubicBezTo>
                <a:cubicBezTo>
                  <a:pt x="2771476" y="1230683"/>
                  <a:pt x="3297435" y="1650211"/>
                  <a:pt x="3826036" y="2014450"/>
                </a:cubicBezTo>
                <a:cubicBezTo>
                  <a:pt x="4354638" y="2378723"/>
                  <a:pt x="5030479" y="2727621"/>
                  <a:pt x="5754976" y="2644772"/>
                </a:cubicBezTo>
                <a:cubicBezTo>
                  <a:pt x="6529915" y="2556158"/>
                  <a:pt x="7066957" y="2002575"/>
                  <a:pt x="7834243" y="1884617"/>
                </a:cubicBezTo>
                <a:cubicBezTo>
                  <a:pt x="8498864" y="1782446"/>
                  <a:pt x="9172063" y="2033120"/>
                  <a:pt x="9697781" y="2341623"/>
                </a:cubicBezTo>
                <a:cubicBezTo>
                  <a:pt x="10223500" y="2650126"/>
                  <a:pt x="10680249" y="3027921"/>
                  <a:pt x="11279914" y="3257111"/>
                </a:cubicBezTo>
                <a:cubicBezTo>
                  <a:pt x="11554422" y="3362027"/>
                  <a:pt x="11875632" y="3426617"/>
                  <a:pt x="12188675" y="3432383"/>
                </a:cubicBezTo>
                <a:lnTo>
                  <a:pt x="12188675" y="515"/>
                </a:lnTo>
              </a:path>
            </a:pathLst>
          </a:custGeom>
          <a:solidFill>
            <a:srgbClr val="EA5F84"/>
          </a:solidFill>
          <a:ln w="3429" cap="flat">
            <a:noFill/>
            <a:prstDash val="solid"/>
            <a:miter/>
          </a:ln>
        </p:spPr>
        <p:txBody>
          <a:bodyPr rtlCol="0" anchor="ctr"/>
          <a:lstStyle/>
          <a:p>
            <a:endParaRPr lang="en-US"/>
          </a:p>
        </p:txBody>
      </p:sp>
      <p:sp>
        <p:nvSpPr>
          <p:cNvPr id="88" name="Title 1">
            <a:extLst>
              <a:ext uri="{FF2B5EF4-FFF2-40B4-BE49-F238E27FC236}">
                <a16:creationId xmlns:a16="http://schemas.microsoft.com/office/drawing/2014/main" id="{3D60AB77-E186-7F49-8289-B05EDB72FACC}"/>
              </a:ext>
            </a:extLst>
          </p:cNvPr>
          <p:cNvSpPr>
            <a:spLocks noGrp="1"/>
          </p:cNvSpPr>
          <p:nvPr>
            <p:ph type="title" hasCustomPrompt="1"/>
          </p:nvPr>
        </p:nvSpPr>
        <p:spPr>
          <a:xfrm>
            <a:off x="777817" y="2769312"/>
            <a:ext cx="11033182" cy="1994940"/>
          </a:xfrm>
          <a:prstGeom prst="rect">
            <a:avLst/>
          </a:prstGeom>
          <a:noFill/>
        </p:spPr>
        <p:txBody>
          <a:bodyPr lIns="0" tIns="0" rIns="0" bIns="0" anchor="b">
            <a:normAutofit/>
          </a:bodyPr>
          <a:lstStyle>
            <a:lvl1pPr>
              <a:defRPr sz="4400" b="1" i="0" spc="10" baseline="0">
                <a:solidFill>
                  <a:schemeClr val="accent1"/>
                </a:solidFill>
                <a:latin typeface="Tenorite" pitchFamily="2" charset="0"/>
                <a:ea typeface="Verdana" panose="020B0604030504040204" pitchFamily="34" charset="0"/>
                <a:cs typeface="Tenorite" panose="00000500000000000000" pitchFamily="2" charset="0"/>
              </a:defRPr>
            </a:lvl1pPr>
          </a:lstStyle>
          <a:p>
            <a:r>
              <a:rPr lang="en-US"/>
              <a:t>Click to edit section divider title</a:t>
            </a:r>
          </a:p>
        </p:txBody>
      </p:sp>
      <p:grpSp>
        <p:nvGrpSpPr>
          <p:cNvPr id="90" name="Graphic 3">
            <a:extLst>
              <a:ext uri="{FF2B5EF4-FFF2-40B4-BE49-F238E27FC236}">
                <a16:creationId xmlns:a16="http://schemas.microsoft.com/office/drawing/2014/main" id="{03C15D26-F19D-1046-9A56-6ACC30A927E3}"/>
              </a:ext>
            </a:extLst>
          </p:cNvPr>
          <p:cNvGrpSpPr/>
          <p:nvPr/>
        </p:nvGrpSpPr>
        <p:grpSpPr>
          <a:xfrm>
            <a:off x="380999" y="312608"/>
            <a:ext cx="772695" cy="269013"/>
            <a:chOff x="448663" y="3429000"/>
            <a:chExt cx="3429000" cy="1193800"/>
          </a:xfrm>
          <a:solidFill>
            <a:schemeClr val="accent1"/>
          </a:solidFill>
        </p:grpSpPr>
        <p:sp>
          <p:nvSpPr>
            <p:cNvPr id="91" name="Freeform 90">
              <a:extLst>
                <a:ext uri="{FF2B5EF4-FFF2-40B4-BE49-F238E27FC236}">
                  <a16:creationId xmlns:a16="http://schemas.microsoft.com/office/drawing/2014/main" id="{670D069F-9639-B142-92F5-3932C1542AC0}"/>
                </a:ext>
              </a:extLst>
            </p:cNvPr>
            <p:cNvSpPr/>
            <p:nvPr/>
          </p:nvSpPr>
          <p:spPr>
            <a:xfrm>
              <a:off x="1213206"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267641 w 536101"/>
                <a:gd name="connsiteY4" fmla="*/ 339348 h 534746"/>
                <a:gd name="connsiteX5" fmla="*/ 195262 w 536101"/>
                <a:gd name="connsiteY5" fmla="*/ 267056 h 534746"/>
                <a:gd name="connsiteX6" fmla="*/ -315 w 536101"/>
                <a:gd name="connsiteY6" fmla="*/ 267056 h 534746"/>
                <a:gd name="connsiteX7" fmla="*/ 267641 w 536101"/>
                <a:gd name="connsiteY7" fmla="*/ 534524 h 534746"/>
                <a:gd name="connsiteX8" fmla="*/ 535787 w 536101"/>
                <a:gd name="connsiteY8" fmla="*/ 267246 h 534746"/>
                <a:gd name="connsiteX9" fmla="*/ 267831 w 536101"/>
                <a:gd name="connsiteY9" fmla="*/ -222 h 534746"/>
                <a:gd name="connsiteX10" fmla="*/ 267641 w 536101"/>
                <a:gd name="connsiteY10" fmla="*/ -222 h 534746"/>
                <a:gd name="connsiteX11" fmla="*/ -315 w 536101"/>
                <a:gd name="connsiteY11"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67704" y="339348"/>
                    <a:pt x="267673" y="339348"/>
                    <a:pt x="267641" y="339348"/>
                  </a:cubicBezTo>
                  <a:cubicBezTo>
                    <a:pt x="227652" y="339295"/>
                    <a:pt x="195262" y="306945"/>
                    <a:pt x="195262"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68" y="-222"/>
                    <a:pt x="267704" y="-222"/>
                    <a:pt x="267641" y="-222"/>
                  </a:cubicBezTo>
                  <a:cubicBezTo>
                    <a:pt x="119653" y="-222"/>
                    <a:pt x="-315" y="119442"/>
                    <a:pt x="-315" y="267056"/>
                  </a:cubicBezTo>
                </a:path>
              </a:pathLst>
            </a:custGeom>
            <a:grpFill/>
            <a:ln w="9499" cap="flat">
              <a:noFill/>
              <a:prstDash val="solid"/>
              <a:miter/>
            </a:ln>
          </p:spPr>
          <p:txBody>
            <a:bodyPr rtlCol="0" anchor="ctr"/>
            <a:lstStyle/>
            <a:p>
              <a:endParaRPr lang="en-US" b="0" i="0">
                <a:latin typeface="Tenorite" pitchFamily="2" charset="0"/>
              </a:endParaRPr>
            </a:p>
          </p:txBody>
        </p:sp>
        <p:sp>
          <p:nvSpPr>
            <p:cNvPr id="92" name="Freeform 91">
              <a:extLst>
                <a:ext uri="{FF2B5EF4-FFF2-40B4-BE49-F238E27FC236}">
                  <a16:creationId xmlns:a16="http://schemas.microsoft.com/office/drawing/2014/main" id="{62467AF3-7BDE-804D-9AAD-5A26DEC40EA1}"/>
                </a:ext>
              </a:extLst>
            </p:cNvPr>
            <p:cNvSpPr/>
            <p:nvPr/>
          </p:nvSpPr>
          <p:spPr>
            <a:xfrm>
              <a:off x="448663"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195261 w 536101"/>
                <a:gd name="connsiteY4" fmla="*/ 267056 h 534746"/>
                <a:gd name="connsiteX5" fmla="*/ -315 w 536101"/>
                <a:gd name="connsiteY5" fmla="*/ 267056 h 534746"/>
                <a:gd name="connsiteX6" fmla="*/ 267641 w 536101"/>
                <a:gd name="connsiteY6" fmla="*/ 534524 h 534746"/>
                <a:gd name="connsiteX7" fmla="*/ 535787 w 536101"/>
                <a:gd name="connsiteY7" fmla="*/ 267246 h 534746"/>
                <a:gd name="connsiteX8" fmla="*/ 267831 w 536101"/>
                <a:gd name="connsiteY8" fmla="*/ -222 h 534746"/>
                <a:gd name="connsiteX9" fmla="*/ 267736 w 536101"/>
                <a:gd name="connsiteY9" fmla="*/ -222 h 534746"/>
                <a:gd name="connsiteX10" fmla="*/ -315 w 536101"/>
                <a:gd name="connsiteY10"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27731" y="339295"/>
                    <a:pt x="195314" y="306960"/>
                    <a:pt x="195261"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99" y="-222"/>
                    <a:pt x="267768" y="-222"/>
                    <a:pt x="267736" y="-222"/>
                  </a:cubicBezTo>
                  <a:cubicBezTo>
                    <a:pt x="119732" y="-222"/>
                    <a:pt x="-263" y="119427"/>
                    <a:pt x="-315" y="267056"/>
                  </a:cubicBezTo>
                </a:path>
              </a:pathLst>
            </a:custGeom>
            <a:grpFill/>
            <a:ln w="9499" cap="flat">
              <a:noFill/>
              <a:prstDash val="solid"/>
              <a:miter/>
            </a:ln>
          </p:spPr>
          <p:txBody>
            <a:bodyPr rtlCol="0" anchor="ctr"/>
            <a:lstStyle/>
            <a:p>
              <a:endParaRPr lang="en-US" b="0" i="0">
                <a:latin typeface="Tenorite" pitchFamily="2" charset="0"/>
              </a:endParaRPr>
            </a:p>
          </p:txBody>
        </p:sp>
        <p:sp>
          <p:nvSpPr>
            <p:cNvPr id="93" name="Freeform 92">
              <a:extLst>
                <a:ext uri="{FF2B5EF4-FFF2-40B4-BE49-F238E27FC236}">
                  <a16:creationId xmlns:a16="http://schemas.microsoft.com/office/drawing/2014/main" id="{1C208175-ED96-7D47-8094-151702DC1B77}"/>
                </a:ext>
              </a:extLst>
            </p:cNvPr>
            <p:cNvSpPr/>
            <p:nvPr/>
          </p:nvSpPr>
          <p:spPr>
            <a:xfrm>
              <a:off x="2022583" y="3633461"/>
              <a:ext cx="654074" cy="967546"/>
            </a:xfrm>
            <a:custGeom>
              <a:avLst/>
              <a:gdLst>
                <a:gd name="connsiteX0" fmla="*/ 653759 w 654074"/>
                <a:gd name="connsiteY0" fmla="*/ 634482 h 967546"/>
                <a:gd name="connsiteX1" fmla="*/ 336695 w 654074"/>
                <a:gd name="connsiteY1" fmla="*/ 301639 h 967546"/>
                <a:gd name="connsiteX2" fmla="*/ 137985 w 654074"/>
                <a:gd name="connsiteY2" fmla="*/ 393448 h 967546"/>
                <a:gd name="connsiteX3" fmla="*/ 137985 w 654074"/>
                <a:gd name="connsiteY3" fmla="*/ -222 h 967546"/>
                <a:gd name="connsiteX4" fmla="*/ -315 w 654074"/>
                <a:gd name="connsiteY4" fmla="*/ -222 h 967546"/>
                <a:gd name="connsiteX5" fmla="*/ -315 w 654074"/>
                <a:gd name="connsiteY5" fmla="*/ 950838 h 967546"/>
                <a:gd name="connsiteX6" fmla="*/ 137985 w 654074"/>
                <a:gd name="connsiteY6" fmla="*/ 950838 h 967546"/>
                <a:gd name="connsiteX7" fmla="*/ 137985 w 654074"/>
                <a:gd name="connsiteY7" fmla="*/ 875515 h 967546"/>
                <a:gd name="connsiteX8" fmla="*/ 336695 w 654074"/>
                <a:gd name="connsiteY8" fmla="*/ 967324 h 967546"/>
                <a:gd name="connsiteX9" fmla="*/ 653759 w 654074"/>
                <a:gd name="connsiteY9" fmla="*/ 634482 h 967546"/>
                <a:gd name="connsiteX10" fmla="*/ 511280 w 654074"/>
                <a:gd name="connsiteY10" fmla="*/ 634482 h 967546"/>
                <a:gd name="connsiteX11" fmla="*/ 319883 w 654074"/>
                <a:gd name="connsiteY11" fmla="*/ 837238 h 967546"/>
                <a:gd name="connsiteX12" fmla="*/ 128581 w 654074"/>
                <a:gd name="connsiteY12" fmla="*/ 634482 h 967546"/>
                <a:gd name="connsiteX13" fmla="*/ 319883 w 654074"/>
                <a:gd name="connsiteY13" fmla="*/ 431725 h 967546"/>
                <a:gd name="connsiteX14" fmla="*/ 511280 w 654074"/>
                <a:gd name="connsiteY14" fmla="*/ 634482 h 96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74" h="967546">
                  <a:moveTo>
                    <a:pt x="653759" y="634482"/>
                  </a:moveTo>
                  <a:cubicBezTo>
                    <a:pt x="653759" y="441010"/>
                    <a:pt x="514130" y="301639"/>
                    <a:pt x="336695" y="301639"/>
                  </a:cubicBezTo>
                  <a:cubicBezTo>
                    <a:pt x="245984" y="301639"/>
                    <a:pt x="182343" y="337926"/>
                    <a:pt x="137985" y="393448"/>
                  </a:cubicBezTo>
                  <a:lnTo>
                    <a:pt x="137985" y="-222"/>
                  </a:lnTo>
                  <a:lnTo>
                    <a:pt x="-315" y="-222"/>
                  </a:lnTo>
                  <a:lnTo>
                    <a:pt x="-315" y="950838"/>
                  </a:lnTo>
                  <a:lnTo>
                    <a:pt x="137985" y="950838"/>
                  </a:lnTo>
                  <a:lnTo>
                    <a:pt x="137985" y="875515"/>
                  </a:lnTo>
                  <a:cubicBezTo>
                    <a:pt x="182343" y="931036"/>
                    <a:pt x="245984" y="967324"/>
                    <a:pt x="336695" y="967324"/>
                  </a:cubicBezTo>
                  <a:cubicBezTo>
                    <a:pt x="514130" y="967324"/>
                    <a:pt x="653759" y="827953"/>
                    <a:pt x="653759" y="634482"/>
                  </a:cubicBezTo>
                  <a:moveTo>
                    <a:pt x="511280" y="634482"/>
                  </a:moveTo>
                  <a:cubicBezTo>
                    <a:pt x="511280" y="745429"/>
                    <a:pt x="439091" y="837238"/>
                    <a:pt x="319883" y="837238"/>
                  </a:cubicBezTo>
                  <a:cubicBezTo>
                    <a:pt x="205900" y="837238"/>
                    <a:pt x="128581" y="750072"/>
                    <a:pt x="128581" y="634482"/>
                  </a:cubicBezTo>
                  <a:cubicBezTo>
                    <a:pt x="128581" y="518891"/>
                    <a:pt x="205995" y="431725"/>
                    <a:pt x="319883" y="431725"/>
                  </a:cubicBezTo>
                  <a:cubicBezTo>
                    <a:pt x="439091" y="431725"/>
                    <a:pt x="511280" y="523534"/>
                    <a:pt x="511280" y="634482"/>
                  </a:cubicBezTo>
                </a:path>
              </a:pathLst>
            </a:custGeom>
            <a:grpFill/>
            <a:ln w="9499" cap="flat">
              <a:noFill/>
              <a:prstDash val="solid"/>
              <a:miter/>
            </a:ln>
          </p:spPr>
          <p:txBody>
            <a:bodyPr rtlCol="0" anchor="ctr"/>
            <a:lstStyle/>
            <a:p>
              <a:endParaRPr lang="en-US" b="0" i="0">
                <a:latin typeface="Tenorite" pitchFamily="2" charset="0"/>
              </a:endParaRPr>
            </a:p>
          </p:txBody>
        </p:sp>
        <p:sp>
          <p:nvSpPr>
            <p:cNvPr id="94" name="Freeform 93">
              <a:extLst>
                <a:ext uri="{FF2B5EF4-FFF2-40B4-BE49-F238E27FC236}">
                  <a16:creationId xmlns:a16="http://schemas.microsoft.com/office/drawing/2014/main" id="{0E3D3701-596C-954D-9583-77B3DABED6DD}"/>
                </a:ext>
              </a:extLst>
            </p:cNvPr>
            <p:cNvSpPr/>
            <p:nvPr/>
          </p:nvSpPr>
          <p:spPr>
            <a:xfrm>
              <a:off x="2791496" y="3760326"/>
              <a:ext cx="422688" cy="840776"/>
            </a:xfrm>
            <a:custGeom>
              <a:avLst/>
              <a:gdLst>
                <a:gd name="connsiteX0" fmla="*/ 381624 w 422688"/>
                <a:gd name="connsiteY0" fmla="*/ 316798 h 840776"/>
                <a:gd name="connsiteX1" fmla="*/ 381624 w 422688"/>
                <a:gd name="connsiteY1" fmla="*/ 191259 h 840776"/>
                <a:gd name="connsiteX2" fmla="*/ 138650 w 422688"/>
                <a:gd name="connsiteY2" fmla="*/ 191259 h 840776"/>
                <a:gd name="connsiteX3" fmla="*/ 138650 w 422688"/>
                <a:gd name="connsiteY3" fmla="*/ -222 h 840776"/>
                <a:gd name="connsiteX4" fmla="*/ -315 w 422688"/>
                <a:gd name="connsiteY4" fmla="*/ -222 h 840776"/>
                <a:gd name="connsiteX5" fmla="*/ -315 w 422688"/>
                <a:gd name="connsiteY5" fmla="*/ 594878 h 840776"/>
                <a:gd name="connsiteX6" fmla="*/ 227652 w 422688"/>
                <a:gd name="connsiteY6" fmla="*/ 840554 h 840776"/>
                <a:gd name="connsiteX7" fmla="*/ 422373 w 422688"/>
                <a:gd name="connsiteY7" fmla="*/ 777832 h 840776"/>
                <a:gd name="connsiteX8" fmla="*/ 367376 w 422688"/>
                <a:gd name="connsiteY8" fmla="*/ 667548 h 840776"/>
                <a:gd name="connsiteX9" fmla="*/ 239620 w 422688"/>
                <a:gd name="connsiteY9" fmla="*/ 710468 h 840776"/>
                <a:gd name="connsiteX10" fmla="*/ 138934 w 422688"/>
                <a:gd name="connsiteY10" fmla="*/ 592225 h 840776"/>
                <a:gd name="connsiteX11" fmla="*/ 138934 w 422688"/>
                <a:gd name="connsiteY11" fmla="*/ 316798 h 84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88" h="840776">
                  <a:moveTo>
                    <a:pt x="381624" y="316798"/>
                  </a:moveTo>
                  <a:lnTo>
                    <a:pt x="381624" y="191259"/>
                  </a:lnTo>
                  <a:lnTo>
                    <a:pt x="138650" y="191259"/>
                  </a:lnTo>
                  <a:lnTo>
                    <a:pt x="138650" y="-222"/>
                  </a:lnTo>
                  <a:lnTo>
                    <a:pt x="-315" y="-222"/>
                  </a:lnTo>
                  <a:lnTo>
                    <a:pt x="-315" y="594878"/>
                  </a:lnTo>
                  <a:cubicBezTo>
                    <a:pt x="-315" y="763336"/>
                    <a:pt x="83747" y="840554"/>
                    <a:pt x="227652" y="840554"/>
                  </a:cubicBezTo>
                  <a:cubicBezTo>
                    <a:pt x="297461" y="839999"/>
                    <a:pt x="365423" y="818108"/>
                    <a:pt x="422373" y="777832"/>
                  </a:cubicBezTo>
                  <a:lnTo>
                    <a:pt x="367376" y="667548"/>
                  </a:lnTo>
                  <a:cubicBezTo>
                    <a:pt x="329382" y="691329"/>
                    <a:pt x="282648" y="710468"/>
                    <a:pt x="239620" y="710468"/>
                  </a:cubicBezTo>
                  <a:cubicBezTo>
                    <a:pt x="183958" y="710468"/>
                    <a:pt x="138934" y="676738"/>
                    <a:pt x="138934" y="592225"/>
                  </a:cubicBezTo>
                  <a:lnTo>
                    <a:pt x="138934" y="316798"/>
                  </a:lnTo>
                  <a:close/>
                </a:path>
              </a:pathLst>
            </a:custGeom>
            <a:grpFill/>
            <a:ln w="9499" cap="flat">
              <a:noFill/>
              <a:prstDash val="solid"/>
              <a:miter/>
            </a:ln>
          </p:spPr>
          <p:txBody>
            <a:bodyPr rtlCol="0" anchor="ctr"/>
            <a:lstStyle/>
            <a:p>
              <a:endParaRPr lang="en-US" b="0" i="0">
                <a:latin typeface="Tenorite" pitchFamily="2" charset="0"/>
              </a:endParaRPr>
            </a:p>
          </p:txBody>
        </p:sp>
        <p:sp>
          <p:nvSpPr>
            <p:cNvPr id="95" name="Freeform 94">
              <a:extLst>
                <a:ext uri="{FF2B5EF4-FFF2-40B4-BE49-F238E27FC236}">
                  <a16:creationId xmlns:a16="http://schemas.microsoft.com/office/drawing/2014/main" id="{C912DD0B-488C-F94F-9AC5-3D3153C441D5}"/>
                </a:ext>
              </a:extLst>
            </p:cNvPr>
            <p:cNvSpPr/>
            <p:nvPr/>
          </p:nvSpPr>
          <p:spPr>
            <a:xfrm>
              <a:off x="3312970" y="3935937"/>
              <a:ext cx="560798" cy="664408"/>
            </a:xfrm>
            <a:custGeom>
              <a:avLst/>
              <a:gdLst>
                <a:gd name="connsiteX0" fmla="*/ 508336 w 560798"/>
                <a:gd name="connsiteY0" fmla="*/ 46537 h 664408"/>
                <a:gd name="connsiteX1" fmla="*/ 287872 w 560798"/>
                <a:gd name="connsiteY1" fmla="*/ -173 h 664408"/>
                <a:gd name="connsiteX2" fmla="*/ 25616 w 560798"/>
                <a:gd name="connsiteY2" fmla="*/ 202583 h 664408"/>
                <a:gd name="connsiteX3" fmla="*/ 240854 w 560798"/>
                <a:gd name="connsiteY3" fmla="*/ 388191 h 664408"/>
                <a:gd name="connsiteX4" fmla="*/ 307344 w 560798"/>
                <a:gd name="connsiteY4" fmla="*/ 396718 h 664408"/>
                <a:gd name="connsiteX5" fmla="*/ 417244 w 560798"/>
                <a:gd name="connsiteY5" fmla="*/ 466735 h 664408"/>
                <a:gd name="connsiteX6" fmla="*/ 272864 w 560798"/>
                <a:gd name="connsiteY6" fmla="*/ 544048 h 664408"/>
                <a:gd name="connsiteX7" fmla="*/ 63895 w 560798"/>
                <a:gd name="connsiteY7" fmla="*/ 479336 h 664408"/>
                <a:gd name="connsiteX8" fmla="*/ -315 w 560798"/>
                <a:gd name="connsiteY8" fmla="*/ 582989 h 664408"/>
                <a:gd name="connsiteX9" fmla="*/ 271725 w 560798"/>
                <a:gd name="connsiteY9" fmla="*/ 664186 h 664408"/>
                <a:gd name="connsiteX10" fmla="*/ 560483 w 560798"/>
                <a:gd name="connsiteY10" fmla="*/ 457450 h 664408"/>
                <a:gd name="connsiteX11" fmla="*/ 339925 w 560798"/>
                <a:gd name="connsiteY11" fmla="*/ 270611 h 664408"/>
                <a:gd name="connsiteX12" fmla="*/ 274385 w 560798"/>
                <a:gd name="connsiteY12" fmla="*/ 260663 h 664408"/>
                <a:gd name="connsiteX13" fmla="*/ 169900 w 560798"/>
                <a:gd name="connsiteY13" fmla="*/ 195288 h 664408"/>
                <a:gd name="connsiteX14" fmla="*/ 289772 w 560798"/>
                <a:gd name="connsiteY14" fmla="*/ 120060 h 664408"/>
                <a:gd name="connsiteX15" fmla="*/ 459608 w 560798"/>
                <a:gd name="connsiteY15" fmla="*/ 160516 h 66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0798" h="664408">
                  <a:moveTo>
                    <a:pt x="508336" y="46537"/>
                  </a:moveTo>
                  <a:cubicBezTo>
                    <a:pt x="439269" y="14734"/>
                    <a:pt x="363936" y="-1227"/>
                    <a:pt x="287872" y="-173"/>
                  </a:cubicBezTo>
                  <a:cubicBezTo>
                    <a:pt x="126396" y="-173"/>
                    <a:pt x="25616" y="77803"/>
                    <a:pt x="25616" y="202583"/>
                  </a:cubicBezTo>
                  <a:cubicBezTo>
                    <a:pt x="25616" y="304909"/>
                    <a:pt x="99800" y="368957"/>
                    <a:pt x="240854" y="388191"/>
                  </a:cubicBezTo>
                  <a:lnTo>
                    <a:pt x="307344" y="396718"/>
                  </a:lnTo>
                  <a:cubicBezTo>
                    <a:pt x="383333" y="407329"/>
                    <a:pt x="417244" y="430447"/>
                    <a:pt x="417244" y="466735"/>
                  </a:cubicBezTo>
                  <a:cubicBezTo>
                    <a:pt x="417244" y="514108"/>
                    <a:pt x="368231" y="544048"/>
                    <a:pt x="272864" y="544048"/>
                  </a:cubicBezTo>
                  <a:cubicBezTo>
                    <a:pt x="170280" y="544048"/>
                    <a:pt x="108729" y="514298"/>
                    <a:pt x="63895" y="479336"/>
                  </a:cubicBezTo>
                  <a:lnTo>
                    <a:pt x="-315" y="582989"/>
                  </a:lnTo>
                  <a:cubicBezTo>
                    <a:pt x="91631" y="651679"/>
                    <a:pt x="206850" y="664186"/>
                    <a:pt x="271725" y="664186"/>
                  </a:cubicBezTo>
                  <a:cubicBezTo>
                    <a:pt x="454478" y="664186"/>
                    <a:pt x="560483" y="578915"/>
                    <a:pt x="560483" y="457450"/>
                  </a:cubicBezTo>
                  <a:cubicBezTo>
                    <a:pt x="560483" y="349155"/>
                    <a:pt x="478320" y="291076"/>
                    <a:pt x="339925" y="270611"/>
                  </a:cubicBezTo>
                  <a:lnTo>
                    <a:pt x="274385" y="260663"/>
                  </a:lnTo>
                  <a:cubicBezTo>
                    <a:pt x="216158" y="252135"/>
                    <a:pt x="169900" y="240197"/>
                    <a:pt x="169900" y="195288"/>
                  </a:cubicBezTo>
                  <a:cubicBezTo>
                    <a:pt x="169900" y="150378"/>
                    <a:pt x="213593" y="120060"/>
                    <a:pt x="289772" y="120060"/>
                  </a:cubicBezTo>
                  <a:cubicBezTo>
                    <a:pt x="348627" y="121323"/>
                    <a:pt x="406531" y="135117"/>
                    <a:pt x="459608" y="160516"/>
                  </a:cubicBezTo>
                  <a:close/>
                </a:path>
              </a:pathLst>
            </a:custGeom>
            <a:grpFill/>
            <a:ln w="9499" cap="flat">
              <a:noFill/>
              <a:prstDash val="solid"/>
              <a:miter/>
            </a:ln>
          </p:spPr>
          <p:txBody>
            <a:bodyPr rtlCol="0" anchor="ctr"/>
            <a:lstStyle/>
            <a:p>
              <a:endParaRPr lang="en-US" b="0" i="0">
                <a:latin typeface="Tenorite" pitchFamily="2" charset="0"/>
              </a:endParaRPr>
            </a:p>
          </p:txBody>
        </p:sp>
        <p:sp>
          <p:nvSpPr>
            <p:cNvPr id="96" name="Freeform 95">
              <a:extLst>
                <a:ext uri="{FF2B5EF4-FFF2-40B4-BE49-F238E27FC236}">
                  <a16:creationId xmlns:a16="http://schemas.microsoft.com/office/drawing/2014/main" id="{379A79B8-4D6C-BD4B-924A-CBFA0CAA2244}"/>
                </a:ext>
              </a:extLst>
            </p:cNvPr>
            <p:cNvSpPr/>
            <p:nvPr/>
          </p:nvSpPr>
          <p:spPr>
            <a:xfrm>
              <a:off x="825757" y="3429000"/>
              <a:ext cx="536101" cy="534746"/>
            </a:xfrm>
            <a:custGeom>
              <a:avLst/>
              <a:gdLst>
                <a:gd name="connsiteX0" fmla="*/ 267736 w 536101"/>
                <a:gd name="connsiteY0" fmla="*/ -222 h 534746"/>
                <a:gd name="connsiteX1" fmla="*/ -315 w 536101"/>
                <a:gd name="connsiteY1" fmla="*/ 267151 h 534746"/>
                <a:gd name="connsiteX2" fmla="*/ 267736 w 536101"/>
                <a:gd name="connsiteY2" fmla="*/ 534524 h 534746"/>
                <a:gd name="connsiteX3" fmla="*/ 535787 w 536101"/>
                <a:gd name="connsiteY3" fmla="*/ 267151 h 534746"/>
                <a:gd name="connsiteX4" fmla="*/ 535787 w 536101"/>
                <a:gd name="connsiteY4" fmla="*/ 267056 h 534746"/>
                <a:gd name="connsiteX5" fmla="*/ 267736 w 536101"/>
                <a:gd name="connsiteY5" fmla="*/ -222 h 534746"/>
                <a:gd name="connsiteX6" fmla="*/ 267736 w 536101"/>
                <a:gd name="connsiteY6" fmla="*/ 339348 h 534746"/>
                <a:gd name="connsiteX7" fmla="*/ 195261 w 536101"/>
                <a:gd name="connsiteY7" fmla="*/ 267056 h 534746"/>
                <a:gd name="connsiteX8" fmla="*/ 267736 w 536101"/>
                <a:gd name="connsiteY8" fmla="*/ 194765 h 534746"/>
                <a:gd name="connsiteX9" fmla="*/ 340210 w 536101"/>
                <a:gd name="connsiteY9" fmla="*/ 267056 h 534746"/>
                <a:gd name="connsiteX10" fmla="*/ 267736 w 536101"/>
                <a:gd name="connsiteY10" fmla="*/ 339348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267736" y="-222"/>
                  </a:moveTo>
                  <a:cubicBezTo>
                    <a:pt x="119695" y="-222"/>
                    <a:pt x="-315" y="119485"/>
                    <a:pt x="-315" y="267151"/>
                  </a:cubicBezTo>
                  <a:cubicBezTo>
                    <a:pt x="-315" y="414817"/>
                    <a:pt x="119695" y="534524"/>
                    <a:pt x="267736" y="534524"/>
                  </a:cubicBezTo>
                  <a:cubicBezTo>
                    <a:pt x="415776" y="534524"/>
                    <a:pt x="535787" y="414817"/>
                    <a:pt x="535787" y="267151"/>
                  </a:cubicBezTo>
                  <a:cubicBezTo>
                    <a:pt x="535787" y="267120"/>
                    <a:pt x="535787" y="267088"/>
                    <a:pt x="535787" y="267056"/>
                  </a:cubicBezTo>
                  <a:cubicBezTo>
                    <a:pt x="535734" y="119427"/>
                    <a:pt x="415739" y="-222"/>
                    <a:pt x="267736" y="-222"/>
                  </a:cubicBezTo>
                  <a:close/>
                  <a:moveTo>
                    <a:pt x="267736" y="339348"/>
                  </a:moveTo>
                  <a:cubicBezTo>
                    <a:pt x="227709" y="339348"/>
                    <a:pt x="195261" y="306982"/>
                    <a:pt x="195261" y="267056"/>
                  </a:cubicBezTo>
                  <a:cubicBezTo>
                    <a:pt x="195261" y="227131"/>
                    <a:pt x="227709" y="194765"/>
                    <a:pt x="267736" y="194765"/>
                  </a:cubicBezTo>
                  <a:cubicBezTo>
                    <a:pt x="307762" y="194765"/>
                    <a:pt x="340210" y="227131"/>
                    <a:pt x="340210" y="267056"/>
                  </a:cubicBezTo>
                  <a:cubicBezTo>
                    <a:pt x="340158" y="306960"/>
                    <a:pt x="307740" y="339295"/>
                    <a:pt x="267736" y="339348"/>
                  </a:cubicBezTo>
                  <a:close/>
                </a:path>
              </a:pathLst>
            </a:custGeom>
            <a:grpFill/>
            <a:ln w="9499" cap="flat">
              <a:noFill/>
              <a:prstDash val="solid"/>
              <a:miter/>
            </a:ln>
          </p:spPr>
          <p:txBody>
            <a:bodyPr rtlCol="0" anchor="ctr"/>
            <a:lstStyle/>
            <a:p>
              <a:endParaRPr lang="en-US" b="0" i="0">
                <a:latin typeface="Tenorite" pitchFamily="2" charset="0"/>
              </a:endParaRPr>
            </a:p>
          </p:txBody>
        </p:sp>
      </p:grpSp>
      <p:sp>
        <p:nvSpPr>
          <p:cNvPr id="2" name="TextBox 1">
            <a:extLst>
              <a:ext uri="{FF2B5EF4-FFF2-40B4-BE49-F238E27FC236}">
                <a16:creationId xmlns:a16="http://schemas.microsoft.com/office/drawing/2014/main" id="{9F49734E-D4FD-9422-980F-E6E3595E9398}"/>
              </a:ext>
            </a:extLst>
          </p:cNvPr>
          <p:cNvSpPr txBox="1"/>
          <p:nvPr/>
        </p:nvSpPr>
        <p:spPr>
          <a:xfrm>
            <a:off x="9597795" y="6326102"/>
            <a:ext cx="2213206" cy="191268"/>
          </a:xfrm>
          <a:prstGeom prst="rect">
            <a:avLst/>
          </a:prstGeom>
          <a:noFill/>
        </p:spPr>
        <p:txBody>
          <a:bodyPr wrap="square" lIns="0" tIns="0" rIns="0" bIns="0" rtlCol="0" anchor="b" anchorCtr="0">
            <a:noAutofit/>
          </a:bodyPr>
          <a:lstStyle/>
          <a:p>
            <a:pPr algn="r"/>
            <a:fld id="{8D4FAEBE-B6EB-4E5D-A6B9-749E6598E908}" type="slidenum">
              <a:rPr lang="en-GB" sz="900" b="0" i="0" smtClean="0">
                <a:solidFill>
                  <a:schemeClr val="accent1"/>
                </a:solidFill>
                <a:latin typeface="Tenorite" pitchFamily="2" charset="0"/>
              </a:rPr>
              <a:t>‹#›</a:t>
            </a:fld>
            <a:endParaRPr lang="en-GB" sz="900" b="0" i="0">
              <a:solidFill>
                <a:schemeClr val="accent1"/>
              </a:solidFill>
              <a:latin typeface="Tenorite" pitchFamily="2" charset="0"/>
            </a:endParaRPr>
          </a:p>
        </p:txBody>
      </p:sp>
      <p:sp>
        <p:nvSpPr>
          <p:cNvPr id="4" name="Text Placeholder 2">
            <a:extLst>
              <a:ext uri="{FF2B5EF4-FFF2-40B4-BE49-F238E27FC236}">
                <a16:creationId xmlns:a16="http://schemas.microsoft.com/office/drawing/2014/main" id="{8FED8271-152E-9D37-6D8D-7C4FDB1A62A9}"/>
              </a:ext>
            </a:extLst>
          </p:cNvPr>
          <p:cNvSpPr>
            <a:spLocks noGrp="1"/>
          </p:cNvSpPr>
          <p:nvPr>
            <p:ph type="body" idx="11" hasCustomPrompt="1"/>
          </p:nvPr>
        </p:nvSpPr>
        <p:spPr>
          <a:xfrm>
            <a:off x="777818" y="4817628"/>
            <a:ext cx="9080746" cy="857251"/>
          </a:xfrm>
          <a:prstGeom prst="rect">
            <a:avLst/>
          </a:prstGeom>
        </p:spPr>
        <p:txBody>
          <a:bodyPr lIns="0"/>
          <a:lstStyle>
            <a:lvl1pPr marL="0" indent="0">
              <a:buNone/>
              <a:defRPr sz="200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here to edit sub-header</a:t>
            </a:r>
          </a:p>
        </p:txBody>
      </p:sp>
    </p:spTree>
    <p:extLst>
      <p:ext uri="{BB962C8B-B14F-4D97-AF65-F5344CB8AC3E}">
        <p14:creationId xmlns:p14="http://schemas.microsoft.com/office/powerpoint/2010/main" val="37941826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userDrawn="1">
  <p:cSld name="Divider 3">
    <p:bg>
      <p:bgPr>
        <a:solidFill>
          <a:srgbClr val="B6ABCF"/>
        </a:solidFill>
        <a:effectLst/>
      </p:bgPr>
    </p:bg>
    <p:spTree>
      <p:nvGrpSpPr>
        <p:cNvPr id="1" name=""/>
        <p:cNvGrpSpPr/>
        <p:nvPr/>
      </p:nvGrpSpPr>
      <p:grpSpPr>
        <a:xfrm>
          <a:off x="0" y="0"/>
          <a:ext cx="0" cy="0"/>
          <a:chOff x="0" y="0"/>
          <a:chExt cx="0" cy="0"/>
        </a:xfrm>
      </p:grpSpPr>
      <p:sp>
        <p:nvSpPr>
          <p:cNvPr id="8" name="Graphic 6">
            <a:extLst>
              <a:ext uri="{FF2B5EF4-FFF2-40B4-BE49-F238E27FC236}">
                <a16:creationId xmlns:a16="http://schemas.microsoft.com/office/drawing/2014/main" id="{F8A9B793-6311-0EBE-035C-04951EB72EE3}"/>
              </a:ext>
            </a:extLst>
          </p:cNvPr>
          <p:cNvSpPr/>
          <p:nvPr/>
        </p:nvSpPr>
        <p:spPr>
          <a:xfrm>
            <a:off x="-1" y="6519"/>
            <a:ext cx="12192001" cy="2111570"/>
          </a:xfrm>
          <a:custGeom>
            <a:avLst/>
            <a:gdLst>
              <a:gd name="connsiteX0" fmla="*/ 0 w 7777085"/>
              <a:gd name="connsiteY0" fmla="*/ 0 h 2190060"/>
              <a:gd name="connsiteX1" fmla="*/ 0 w 7777085"/>
              <a:gd name="connsiteY1" fmla="*/ 679873 h 2190060"/>
              <a:gd name="connsiteX2" fmla="*/ 346233 w 7777085"/>
              <a:gd name="connsiteY2" fmla="*/ 710487 h 2190060"/>
              <a:gd name="connsiteX3" fmla="*/ 1311697 w 7777085"/>
              <a:gd name="connsiteY3" fmla="*/ 711472 h 2190060"/>
              <a:gd name="connsiteX4" fmla="*/ 2441234 w 7777085"/>
              <a:gd name="connsiteY4" fmla="*/ 1285337 h 2190060"/>
              <a:gd name="connsiteX5" fmla="*/ 3672010 w 7777085"/>
              <a:gd name="connsiteY5" fmla="*/ 1687519 h 2190060"/>
              <a:gd name="connsiteX6" fmla="*/ 4998704 w 7777085"/>
              <a:gd name="connsiteY6" fmla="*/ 1202496 h 2190060"/>
              <a:gd name="connsiteX7" fmla="*/ 6187750 w 7777085"/>
              <a:gd name="connsiteY7" fmla="*/ 1494092 h 2190060"/>
              <a:gd name="connsiteX8" fmla="*/ 7197243 w 7777085"/>
              <a:gd name="connsiteY8" fmla="*/ 2078226 h 2190060"/>
              <a:gd name="connsiteX9" fmla="*/ 7777085 w 7777085"/>
              <a:gd name="connsiteY9" fmla="*/ 2190060 h 2190060"/>
              <a:gd name="connsiteX10" fmla="*/ 7777085 w 7777085"/>
              <a:gd name="connsiteY10" fmla="*/ 328 h 2190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77085" h="2190060">
                <a:moveTo>
                  <a:pt x="0" y="0"/>
                </a:moveTo>
                <a:lnTo>
                  <a:pt x="0" y="679873"/>
                </a:lnTo>
                <a:cubicBezTo>
                  <a:pt x="112842" y="701005"/>
                  <a:pt x="232077" y="710356"/>
                  <a:pt x="346233" y="710487"/>
                </a:cubicBezTo>
                <a:cubicBezTo>
                  <a:pt x="669105" y="710903"/>
                  <a:pt x="996750" y="660603"/>
                  <a:pt x="1311697" y="711472"/>
                </a:cubicBezTo>
                <a:cubicBezTo>
                  <a:pt x="1768363" y="785247"/>
                  <a:pt x="2103956" y="1052931"/>
                  <a:pt x="2441234" y="1285337"/>
                </a:cubicBezTo>
                <a:cubicBezTo>
                  <a:pt x="2778513" y="1517764"/>
                  <a:pt x="3209739" y="1740381"/>
                  <a:pt x="3672010" y="1687519"/>
                </a:cubicBezTo>
                <a:cubicBezTo>
                  <a:pt x="4166466" y="1630978"/>
                  <a:pt x="4509131" y="1277760"/>
                  <a:pt x="4998704" y="1202496"/>
                </a:cubicBezTo>
                <a:cubicBezTo>
                  <a:pt x="5422771" y="1137305"/>
                  <a:pt x="5852311" y="1297249"/>
                  <a:pt x="6187750" y="1494092"/>
                </a:cubicBezTo>
                <a:cubicBezTo>
                  <a:pt x="6523189" y="1690935"/>
                  <a:pt x="6814622" y="1931990"/>
                  <a:pt x="7197243" y="2078226"/>
                </a:cubicBezTo>
                <a:cubicBezTo>
                  <a:pt x="7372395" y="2145169"/>
                  <a:pt x="7577346" y="2186382"/>
                  <a:pt x="7777085" y="2190060"/>
                </a:cubicBezTo>
                <a:lnTo>
                  <a:pt x="7777085" y="328"/>
                </a:lnTo>
              </a:path>
            </a:pathLst>
          </a:custGeom>
          <a:solidFill>
            <a:schemeClr val="accent4"/>
          </a:solidFill>
          <a:ln w="2189" cap="flat">
            <a:noFill/>
            <a:prstDash val="solid"/>
            <a:miter/>
          </a:ln>
        </p:spPr>
        <p:txBody>
          <a:bodyPr rtlCol="0" anchor="ctr"/>
          <a:lstStyle/>
          <a:p>
            <a:endParaRPr lang="en-US"/>
          </a:p>
        </p:txBody>
      </p:sp>
      <p:sp>
        <p:nvSpPr>
          <p:cNvPr id="10" name="Graphic 8">
            <a:extLst>
              <a:ext uri="{FF2B5EF4-FFF2-40B4-BE49-F238E27FC236}">
                <a16:creationId xmlns:a16="http://schemas.microsoft.com/office/drawing/2014/main" id="{3A51C813-76B0-51C4-3208-365CBB3A0E6D}"/>
              </a:ext>
            </a:extLst>
          </p:cNvPr>
          <p:cNvSpPr/>
          <p:nvPr/>
        </p:nvSpPr>
        <p:spPr>
          <a:xfrm rot="10800000" flipH="1">
            <a:off x="-1" y="0"/>
            <a:ext cx="12192001" cy="1346200"/>
          </a:xfrm>
          <a:custGeom>
            <a:avLst/>
            <a:gdLst>
              <a:gd name="connsiteX0" fmla="*/ 7768963 w 7787747"/>
              <a:gd name="connsiteY0" fmla="*/ 573293 h 1142010"/>
              <a:gd name="connsiteX1" fmla="*/ 7787748 w 7787747"/>
              <a:gd name="connsiteY1" fmla="*/ 568541 h 1142010"/>
              <a:gd name="connsiteX2" fmla="*/ 7787748 w 7787747"/>
              <a:gd name="connsiteY2" fmla="*/ 1142011 h 1142010"/>
              <a:gd name="connsiteX3" fmla="*/ 0 w 7787747"/>
              <a:gd name="connsiteY3" fmla="*/ 1142011 h 1142010"/>
              <a:gd name="connsiteX4" fmla="*/ 0 w 7787747"/>
              <a:gd name="connsiteY4" fmla="*/ 43400 h 1142010"/>
              <a:gd name="connsiteX5" fmla="*/ 523400 w 7787747"/>
              <a:gd name="connsiteY5" fmla="*/ 112357 h 1142010"/>
              <a:gd name="connsiteX6" fmla="*/ 1113818 w 7787747"/>
              <a:gd name="connsiteY6" fmla="*/ 115445 h 1142010"/>
              <a:gd name="connsiteX7" fmla="*/ 1239512 w 7787747"/>
              <a:gd name="connsiteY7" fmla="*/ 105897 h 1142010"/>
              <a:gd name="connsiteX8" fmla="*/ 2170799 w 7787747"/>
              <a:gd name="connsiteY8" fmla="*/ 2757 h 1142010"/>
              <a:gd name="connsiteX9" fmla="*/ 2505931 w 7787747"/>
              <a:gd name="connsiteY9" fmla="*/ 6151 h 1142010"/>
              <a:gd name="connsiteX10" fmla="*/ 4267770 w 7787747"/>
              <a:gd name="connsiteY10" fmla="*/ 457079 h 1142010"/>
              <a:gd name="connsiteX11" fmla="*/ 4932759 w 7787747"/>
              <a:gd name="connsiteY11" fmla="*/ 685324 h 1142010"/>
              <a:gd name="connsiteX12" fmla="*/ 5293443 w 7787747"/>
              <a:gd name="connsiteY12" fmla="*/ 781938 h 1142010"/>
              <a:gd name="connsiteX13" fmla="*/ 5763618 w 7787747"/>
              <a:gd name="connsiteY13" fmla="*/ 865042 h 1142010"/>
              <a:gd name="connsiteX14" fmla="*/ 6378688 w 7787747"/>
              <a:gd name="connsiteY14" fmla="*/ 881926 h 1142010"/>
              <a:gd name="connsiteX15" fmla="*/ 7655442 w 7787747"/>
              <a:gd name="connsiteY15" fmla="*/ 603315 h 1142010"/>
              <a:gd name="connsiteX16" fmla="*/ 7718519 w 7787747"/>
              <a:gd name="connsiteY16" fmla="*/ 586432 h 1142010"/>
              <a:gd name="connsiteX17" fmla="*/ 7768963 w 7787747"/>
              <a:gd name="connsiteY17" fmla="*/ 573315 h 1142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787747" h="1142010">
                <a:moveTo>
                  <a:pt x="7768963" y="573293"/>
                </a:moveTo>
                <a:cubicBezTo>
                  <a:pt x="7775225" y="571716"/>
                  <a:pt x="7781464" y="570117"/>
                  <a:pt x="7787748" y="568541"/>
                </a:cubicBezTo>
                <a:lnTo>
                  <a:pt x="7787748" y="1142011"/>
                </a:lnTo>
                <a:lnTo>
                  <a:pt x="0" y="1142011"/>
                </a:lnTo>
                <a:lnTo>
                  <a:pt x="0" y="43400"/>
                </a:lnTo>
                <a:cubicBezTo>
                  <a:pt x="169088" y="76576"/>
                  <a:pt x="344985" y="99700"/>
                  <a:pt x="523400" y="112357"/>
                </a:cubicBezTo>
                <a:cubicBezTo>
                  <a:pt x="719089" y="126219"/>
                  <a:pt x="917756" y="127445"/>
                  <a:pt x="1113818" y="115445"/>
                </a:cubicBezTo>
                <a:cubicBezTo>
                  <a:pt x="1155854" y="112883"/>
                  <a:pt x="1197782" y="109686"/>
                  <a:pt x="1239512" y="105897"/>
                </a:cubicBezTo>
                <a:cubicBezTo>
                  <a:pt x="1552313" y="77430"/>
                  <a:pt x="1854538" y="15940"/>
                  <a:pt x="2170799" y="2757"/>
                </a:cubicBezTo>
                <a:cubicBezTo>
                  <a:pt x="2284013" y="-1951"/>
                  <a:pt x="2395738" y="-506"/>
                  <a:pt x="2505931" y="6151"/>
                </a:cubicBezTo>
                <a:cubicBezTo>
                  <a:pt x="3141976" y="44539"/>
                  <a:pt x="3728103" y="256316"/>
                  <a:pt x="4267770" y="457079"/>
                </a:cubicBezTo>
                <a:cubicBezTo>
                  <a:pt x="4480603" y="536241"/>
                  <a:pt x="4702696" y="616147"/>
                  <a:pt x="4932759" y="685324"/>
                </a:cubicBezTo>
                <a:cubicBezTo>
                  <a:pt x="5050944" y="720886"/>
                  <a:pt x="5171230" y="753602"/>
                  <a:pt x="5293443" y="781938"/>
                </a:cubicBezTo>
                <a:cubicBezTo>
                  <a:pt x="5447248" y="817611"/>
                  <a:pt x="5604076" y="846341"/>
                  <a:pt x="5763618" y="865042"/>
                </a:cubicBezTo>
                <a:cubicBezTo>
                  <a:pt x="5964584" y="888627"/>
                  <a:pt x="6169863" y="896313"/>
                  <a:pt x="6378688" y="881926"/>
                </a:cubicBezTo>
                <a:cubicBezTo>
                  <a:pt x="6836582" y="850370"/>
                  <a:pt x="7243286" y="715521"/>
                  <a:pt x="7655442" y="603315"/>
                </a:cubicBezTo>
                <a:cubicBezTo>
                  <a:pt x="7676329" y="597621"/>
                  <a:pt x="7697347" y="591993"/>
                  <a:pt x="7718519" y="586432"/>
                </a:cubicBezTo>
                <a:cubicBezTo>
                  <a:pt x="7735246" y="582008"/>
                  <a:pt x="7752061" y="577650"/>
                  <a:pt x="7768963" y="573315"/>
                </a:cubicBezTo>
                <a:close/>
              </a:path>
            </a:pathLst>
          </a:custGeom>
          <a:solidFill>
            <a:srgbClr val="826DAB"/>
          </a:solidFill>
          <a:ln w="2189" cap="flat">
            <a:noFill/>
            <a:prstDash val="solid"/>
            <a:miter/>
          </a:ln>
        </p:spPr>
        <p:txBody>
          <a:bodyPr rtlCol="0" anchor="ctr"/>
          <a:lstStyle/>
          <a:p>
            <a:endParaRPr lang="en-US"/>
          </a:p>
        </p:txBody>
      </p:sp>
      <p:grpSp>
        <p:nvGrpSpPr>
          <p:cNvPr id="48" name="Graphic 3">
            <a:extLst>
              <a:ext uri="{FF2B5EF4-FFF2-40B4-BE49-F238E27FC236}">
                <a16:creationId xmlns:a16="http://schemas.microsoft.com/office/drawing/2014/main" id="{4EC734D4-B7C5-D846-B883-0137D7D6FE96}"/>
              </a:ext>
            </a:extLst>
          </p:cNvPr>
          <p:cNvGrpSpPr/>
          <p:nvPr/>
        </p:nvGrpSpPr>
        <p:grpSpPr>
          <a:xfrm>
            <a:off x="380999" y="312608"/>
            <a:ext cx="772695" cy="269013"/>
            <a:chOff x="448663" y="3429000"/>
            <a:chExt cx="3429000" cy="1193800"/>
          </a:xfrm>
          <a:solidFill>
            <a:schemeClr val="accent1"/>
          </a:solidFill>
        </p:grpSpPr>
        <p:sp>
          <p:nvSpPr>
            <p:cNvPr id="49" name="Freeform 48">
              <a:extLst>
                <a:ext uri="{FF2B5EF4-FFF2-40B4-BE49-F238E27FC236}">
                  <a16:creationId xmlns:a16="http://schemas.microsoft.com/office/drawing/2014/main" id="{8EA0CF94-FC10-1F49-A652-0A97D6A8DC16}"/>
                </a:ext>
              </a:extLst>
            </p:cNvPr>
            <p:cNvSpPr/>
            <p:nvPr/>
          </p:nvSpPr>
          <p:spPr>
            <a:xfrm>
              <a:off x="1213206"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267641 w 536101"/>
                <a:gd name="connsiteY4" fmla="*/ 339348 h 534746"/>
                <a:gd name="connsiteX5" fmla="*/ 195262 w 536101"/>
                <a:gd name="connsiteY5" fmla="*/ 267056 h 534746"/>
                <a:gd name="connsiteX6" fmla="*/ -315 w 536101"/>
                <a:gd name="connsiteY6" fmla="*/ 267056 h 534746"/>
                <a:gd name="connsiteX7" fmla="*/ 267641 w 536101"/>
                <a:gd name="connsiteY7" fmla="*/ 534524 h 534746"/>
                <a:gd name="connsiteX8" fmla="*/ 535787 w 536101"/>
                <a:gd name="connsiteY8" fmla="*/ 267246 h 534746"/>
                <a:gd name="connsiteX9" fmla="*/ 267831 w 536101"/>
                <a:gd name="connsiteY9" fmla="*/ -222 h 534746"/>
                <a:gd name="connsiteX10" fmla="*/ 267641 w 536101"/>
                <a:gd name="connsiteY10" fmla="*/ -222 h 534746"/>
                <a:gd name="connsiteX11" fmla="*/ -315 w 536101"/>
                <a:gd name="connsiteY11"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67704" y="339348"/>
                    <a:pt x="267673" y="339348"/>
                    <a:pt x="267641" y="339348"/>
                  </a:cubicBezTo>
                  <a:cubicBezTo>
                    <a:pt x="227652" y="339295"/>
                    <a:pt x="195262" y="306945"/>
                    <a:pt x="195262"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68" y="-222"/>
                    <a:pt x="267704" y="-222"/>
                    <a:pt x="267641" y="-222"/>
                  </a:cubicBezTo>
                  <a:cubicBezTo>
                    <a:pt x="119653" y="-222"/>
                    <a:pt x="-315" y="119442"/>
                    <a:pt x="-315" y="267056"/>
                  </a:cubicBezTo>
                </a:path>
              </a:pathLst>
            </a:custGeom>
            <a:grpFill/>
            <a:ln w="9499" cap="flat">
              <a:noFill/>
              <a:prstDash val="solid"/>
              <a:miter/>
            </a:ln>
          </p:spPr>
          <p:txBody>
            <a:bodyPr rtlCol="0" anchor="ctr"/>
            <a:lstStyle/>
            <a:p>
              <a:endParaRPr lang="en-US" b="0" i="0">
                <a:latin typeface="Tenorite" pitchFamily="2" charset="0"/>
              </a:endParaRPr>
            </a:p>
          </p:txBody>
        </p:sp>
        <p:sp>
          <p:nvSpPr>
            <p:cNvPr id="50" name="Freeform 49">
              <a:extLst>
                <a:ext uri="{FF2B5EF4-FFF2-40B4-BE49-F238E27FC236}">
                  <a16:creationId xmlns:a16="http://schemas.microsoft.com/office/drawing/2014/main" id="{A654DAAB-836B-614F-9084-215ECBBB533E}"/>
                </a:ext>
              </a:extLst>
            </p:cNvPr>
            <p:cNvSpPr/>
            <p:nvPr/>
          </p:nvSpPr>
          <p:spPr>
            <a:xfrm>
              <a:off x="448663"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195261 w 536101"/>
                <a:gd name="connsiteY4" fmla="*/ 267056 h 534746"/>
                <a:gd name="connsiteX5" fmla="*/ -315 w 536101"/>
                <a:gd name="connsiteY5" fmla="*/ 267056 h 534746"/>
                <a:gd name="connsiteX6" fmla="*/ 267641 w 536101"/>
                <a:gd name="connsiteY6" fmla="*/ 534524 h 534746"/>
                <a:gd name="connsiteX7" fmla="*/ 535787 w 536101"/>
                <a:gd name="connsiteY7" fmla="*/ 267246 h 534746"/>
                <a:gd name="connsiteX8" fmla="*/ 267831 w 536101"/>
                <a:gd name="connsiteY8" fmla="*/ -222 h 534746"/>
                <a:gd name="connsiteX9" fmla="*/ 267736 w 536101"/>
                <a:gd name="connsiteY9" fmla="*/ -222 h 534746"/>
                <a:gd name="connsiteX10" fmla="*/ -315 w 536101"/>
                <a:gd name="connsiteY10"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27731" y="339295"/>
                    <a:pt x="195314" y="306960"/>
                    <a:pt x="195261"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99" y="-222"/>
                    <a:pt x="267768" y="-222"/>
                    <a:pt x="267736" y="-222"/>
                  </a:cubicBezTo>
                  <a:cubicBezTo>
                    <a:pt x="119732" y="-222"/>
                    <a:pt x="-263" y="119427"/>
                    <a:pt x="-315" y="267056"/>
                  </a:cubicBezTo>
                </a:path>
              </a:pathLst>
            </a:custGeom>
            <a:grpFill/>
            <a:ln w="9499" cap="flat">
              <a:noFill/>
              <a:prstDash val="solid"/>
              <a:miter/>
            </a:ln>
          </p:spPr>
          <p:txBody>
            <a:bodyPr rtlCol="0" anchor="ctr"/>
            <a:lstStyle/>
            <a:p>
              <a:endParaRPr lang="en-US" b="0" i="0">
                <a:latin typeface="Tenorite" pitchFamily="2" charset="0"/>
              </a:endParaRPr>
            </a:p>
          </p:txBody>
        </p:sp>
        <p:sp>
          <p:nvSpPr>
            <p:cNvPr id="51" name="Freeform 50">
              <a:extLst>
                <a:ext uri="{FF2B5EF4-FFF2-40B4-BE49-F238E27FC236}">
                  <a16:creationId xmlns:a16="http://schemas.microsoft.com/office/drawing/2014/main" id="{3FDA79AA-8677-2C42-9225-0BEC9641E10B}"/>
                </a:ext>
              </a:extLst>
            </p:cNvPr>
            <p:cNvSpPr/>
            <p:nvPr/>
          </p:nvSpPr>
          <p:spPr>
            <a:xfrm>
              <a:off x="2022583" y="3633461"/>
              <a:ext cx="654074" cy="967546"/>
            </a:xfrm>
            <a:custGeom>
              <a:avLst/>
              <a:gdLst>
                <a:gd name="connsiteX0" fmla="*/ 653759 w 654074"/>
                <a:gd name="connsiteY0" fmla="*/ 634482 h 967546"/>
                <a:gd name="connsiteX1" fmla="*/ 336695 w 654074"/>
                <a:gd name="connsiteY1" fmla="*/ 301639 h 967546"/>
                <a:gd name="connsiteX2" fmla="*/ 137985 w 654074"/>
                <a:gd name="connsiteY2" fmla="*/ 393448 h 967546"/>
                <a:gd name="connsiteX3" fmla="*/ 137985 w 654074"/>
                <a:gd name="connsiteY3" fmla="*/ -222 h 967546"/>
                <a:gd name="connsiteX4" fmla="*/ -315 w 654074"/>
                <a:gd name="connsiteY4" fmla="*/ -222 h 967546"/>
                <a:gd name="connsiteX5" fmla="*/ -315 w 654074"/>
                <a:gd name="connsiteY5" fmla="*/ 950838 h 967546"/>
                <a:gd name="connsiteX6" fmla="*/ 137985 w 654074"/>
                <a:gd name="connsiteY6" fmla="*/ 950838 h 967546"/>
                <a:gd name="connsiteX7" fmla="*/ 137985 w 654074"/>
                <a:gd name="connsiteY7" fmla="*/ 875515 h 967546"/>
                <a:gd name="connsiteX8" fmla="*/ 336695 w 654074"/>
                <a:gd name="connsiteY8" fmla="*/ 967324 h 967546"/>
                <a:gd name="connsiteX9" fmla="*/ 653759 w 654074"/>
                <a:gd name="connsiteY9" fmla="*/ 634482 h 967546"/>
                <a:gd name="connsiteX10" fmla="*/ 511280 w 654074"/>
                <a:gd name="connsiteY10" fmla="*/ 634482 h 967546"/>
                <a:gd name="connsiteX11" fmla="*/ 319883 w 654074"/>
                <a:gd name="connsiteY11" fmla="*/ 837238 h 967546"/>
                <a:gd name="connsiteX12" fmla="*/ 128581 w 654074"/>
                <a:gd name="connsiteY12" fmla="*/ 634482 h 967546"/>
                <a:gd name="connsiteX13" fmla="*/ 319883 w 654074"/>
                <a:gd name="connsiteY13" fmla="*/ 431725 h 967546"/>
                <a:gd name="connsiteX14" fmla="*/ 511280 w 654074"/>
                <a:gd name="connsiteY14" fmla="*/ 634482 h 96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74" h="967546">
                  <a:moveTo>
                    <a:pt x="653759" y="634482"/>
                  </a:moveTo>
                  <a:cubicBezTo>
                    <a:pt x="653759" y="441010"/>
                    <a:pt x="514130" y="301639"/>
                    <a:pt x="336695" y="301639"/>
                  </a:cubicBezTo>
                  <a:cubicBezTo>
                    <a:pt x="245984" y="301639"/>
                    <a:pt x="182343" y="337926"/>
                    <a:pt x="137985" y="393448"/>
                  </a:cubicBezTo>
                  <a:lnTo>
                    <a:pt x="137985" y="-222"/>
                  </a:lnTo>
                  <a:lnTo>
                    <a:pt x="-315" y="-222"/>
                  </a:lnTo>
                  <a:lnTo>
                    <a:pt x="-315" y="950838"/>
                  </a:lnTo>
                  <a:lnTo>
                    <a:pt x="137985" y="950838"/>
                  </a:lnTo>
                  <a:lnTo>
                    <a:pt x="137985" y="875515"/>
                  </a:lnTo>
                  <a:cubicBezTo>
                    <a:pt x="182343" y="931036"/>
                    <a:pt x="245984" y="967324"/>
                    <a:pt x="336695" y="967324"/>
                  </a:cubicBezTo>
                  <a:cubicBezTo>
                    <a:pt x="514130" y="967324"/>
                    <a:pt x="653759" y="827953"/>
                    <a:pt x="653759" y="634482"/>
                  </a:cubicBezTo>
                  <a:moveTo>
                    <a:pt x="511280" y="634482"/>
                  </a:moveTo>
                  <a:cubicBezTo>
                    <a:pt x="511280" y="745429"/>
                    <a:pt x="439091" y="837238"/>
                    <a:pt x="319883" y="837238"/>
                  </a:cubicBezTo>
                  <a:cubicBezTo>
                    <a:pt x="205900" y="837238"/>
                    <a:pt x="128581" y="750072"/>
                    <a:pt x="128581" y="634482"/>
                  </a:cubicBezTo>
                  <a:cubicBezTo>
                    <a:pt x="128581" y="518891"/>
                    <a:pt x="205995" y="431725"/>
                    <a:pt x="319883" y="431725"/>
                  </a:cubicBezTo>
                  <a:cubicBezTo>
                    <a:pt x="439091" y="431725"/>
                    <a:pt x="511280" y="523534"/>
                    <a:pt x="511280" y="634482"/>
                  </a:cubicBezTo>
                </a:path>
              </a:pathLst>
            </a:custGeom>
            <a:grpFill/>
            <a:ln w="9499" cap="flat">
              <a:noFill/>
              <a:prstDash val="solid"/>
              <a:miter/>
            </a:ln>
          </p:spPr>
          <p:txBody>
            <a:bodyPr rtlCol="0" anchor="ctr"/>
            <a:lstStyle/>
            <a:p>
              <a:endParaRPr lang="en-US" b="0" i="0">
                <a:latin typeface="Tenorite" pitchFamily="2" charset="0"/>
              </a:endParaRPr>
            </a:p>
          </p:txBody>
        </p:sp>
        <p:sp>
          <p:nvSpPr>
            <p:cNvPr id="52" name="Freeform 51">
              <a:extLst>
                <a:ext uri="{FF2B5EF4-FFF2-40B4-BE49-F238E27FC236}">
                  <a16:creationId xmlns:a16="http://schemas.microsoft.com/office/drawing/2014/main" id="{3DDBEA57-E381-044E-98F7-F12976566D68}"/>
                </a:ext>
              </a:extLst>
            </p:cNvPr>
            <p:cNvSpPr/>
            <p:nvPr/>
          </p:nvSpPr>
          <p:spPr>
            <a:xfrm>
              <a:off x="2791496" y="3760326"/>
              <a:ext cx="422688" cy="840776"/>
            </a:xfrm>
            <a:custGeom>
              <a:avLst/>
              <a:gdLst>
                <a:gd name="connsiteX0" fmla="*/ 381624 w 422688"/>
                <a:gd name="connsiteY0" fmla="*/ 316798 h 840776"/>
                <a:gd name="connsiteX1" fmla="*/ 381624 w 422688"/>
                <a:gd name="connsiteY1" fmla="*/ 191259 h 840776"/>
                <a:gd name="connsiteX2" fmla="*/ 138650 w 422688"/>
                <a:gd name="connsiteY2" fmla="*/ 191259 h 840776"/>
                <a:gd name="connsiteX3" fmla="*/ 138650 w 422688"/>
                <a:gd name="connsiteY3" fmla="*/ -222 h 840776"/>
                <a:gd name="connsiteX4" fmla="*/ -315 w 422688"/>
                <a:gd name="connsiteY4" fmla="*/ -222 h 840776"/>
                <a:gd name="connsiteX5" fmla="*/ -315 w 422688"/>
                <a:gd name="connsiteY5" fmla="*/ 594878 h 840776"/>
                <a:gd name="connsiteX6" fmla="*/ 227652 w 422688"/>
                <a:gd name="connsiteY6" fmla="*/ 840554 h 840776"/>
                <a:gd name="connsiteX7" fmla="*/ 422373 w 422688"/>
                <a:gd name="connsiteY7" fmla="*/ 777832 h 840776"/>
                <a:gd name="connsiteX8" fmla="*/ 367376 w 422688"/>
                <a:gd name="connsiteY8" fmla="*/ 667548 h 840776"/>
                <a:gd name="connsiteX9" fmla="*/ 239620 w 422688"/>
                <a:gd name="connsiteY9" fmla="*/ 710468 h 840776"/>
                <a:gd name="connsiteX10" fmla="*/ 138934 w 422688"/>
                <a:gd name="connsiteY10" fmla="*/ 592225 h 840776"/>
                <a:gd name="connsiteX11" fmla="*/ 138934 w 422688"/>
                <a:gd name="connsiteY11" fmla="*/ 316798 h 84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88" h="840776">
                  <a:moveTo>
                    <a:pt x="381624" y="316798"/>
                  </a:moveTo>
                  <a:lnTo>
                    <a:pt x="381624" y="191259"/>
                  </a:lnTo>
                  <a:lnTo>
                    <a:pt x="138650" y="191259"/>
                  </a:lnTo>
                  <a:lnTo>
                    <a:pt x="138650" y="-222"/>
                  </a:lnTo>
                  <a:lnTo>
                    <a:pt x="-315" y="-222"/>
                  </a:lnTo>
                  <a:lnTo>
                    <a:pt x="-315" y="594878"/>
                  </a:lnTo>
                  <a:cubicBezTo>
                    <a:pt x="-315" y="763336"/>
                    <a:pt x="83747" y="840554"/>
                    <a:pt x="227652" y="840554"/>
                  </a:cubicBezTo>
                  <a:cubicBezTo>
                    <a:pt x="297461" y="839999"/>
                    <a:pt x="365423" y="818108"/>
                    <a:pt x="422373" y="777832"/>
                  </a:cubicBezTo>
                  <a:lnTo>
                    <a:pt x="367376" y="667548"/>
                  </a:lnTo>
                  <a:cubicBezTo>
                    <a:pt x="329382" y="691329"/>
                    <a:pt x="282648" y="710468"/>
                    <a:pt x="239620" y="710468"/>
                  </a:cubicBezTo>
                  <a:cubicBezTo>
                    <a:pt x="183958" y="710468"/>
                    <a:pt x="138934" y="676738"/>
                    <a:pt x="138934" y="592225"/>
                  </a:cubicBezTo>
                  <a:lnTo>
                    <a:pt x="138934" y="316798"/>
                  </a:lnTo>
                  <a:close/>
                </a:path>
              </a:pathLst>
            </a:custGeom>
            <a:grpFill/>
            <a:ln w="9499" cap="flat">
              <a:noFill/>
              <a:prstDash val="solid"/>
              <a:miter/>
            </a:ln>
          </p:spPr>
          <p:txBody>
            <a:bodyPr rtlCol="0" anchor="ctr"/>
            <a:lstStyle/>
            <a:p>
              <a:endParaRPr lang="en-US" b="0" i="0">
                <a:latin typeface="Tenorite" pitchFamily="2" charset="0"/>
              </a:endParaRPr>
            </a:p>
          </p:txBody>
        </p:sp>
        <p:sp>
          <p:nvSpPr>
            <p:cNvPr id="53" name="Freeform 52">
              <a:extLst>
                <a:ext uri="{FF2B5EF4-FFF2-40B4-BE49-F238E27FC236}">
                  <a16:creationId xmlns:a16="http://schemas.microsoft.com/office/drawing/2014/main" id="{6BF225F2-9450-8B46-ABB6-61EA7648E0EE}"/>
                </a:ext>
              </a:extLst>
            </p:cNvPr>
            <p:cNvSpPr/>
            <p:nvPr/>
          </p:nvSpPr>
          <p:spPr>
            <a:xfrm>
              <a:off x="3312970" y="3935937"/>
              <a:ext cx="560798" cy="664408"/>
            </a:xfrm>
            <a:custGeom>
              <a:avLst/>
              <a:gdLst>
                <a:gd name="connsiteX0" fmla="*/ 508336 w 560798"/>
                <a:gd name="connsiteY0" fmla="*/ 46537 h 664408"/>
                <a:gd name="connsiteX1" fmla="*/ 287872 w 560798"/>
                <a:gd name="connsiteY1" fmla="*/ -173 h 664408"/>
                <a:gd name="connsiteX2" fmla="*/ 25616 w 560798"/>
                <a:gd name="connsiteY2" fmla="*/ 202583 h 664408"/>
                <a:gd name="connsiteX3" fmla="*/ 240854 w 560798"/>
                <a:gd name="connsiteY3" fmla="*/ 388191 h 664408"/>
                <a:gd name="connsiteX4" fmla="*/ 307344 w 560798"/>
                <a:gd name="connsiteY4" fmla="*/ 396718 h 664408"/>
                <a:gd name="connsiteX5" fmla="*/ 417244 w 560798"/>
                <a:gd name="connsiteY5" fmla="*/ 466735 h 664408"/>
                <a:gd name="connsiteX6" fmla="*/ 272864 w 560798"/>
                <a:gd name="connsiteY6" fmla="*/ 544048 h 664408"/>
                <a:gd name="connsiteX7" fmla="*/ 63895 w 560798"/>
                <a:gd name="connsiteY7" fmla="*/ 479336 h 664408"/>
                <a:gd name="connsiteX8" fmla="*/ -315 w 560798"/>
                <a:gd name="connsiteY8" fmla="*/ 582989 h 664408"/>
                <a:gd name="connsiteX9" fmla="*/ 271725 w 560798"/>
                <a:gd name="connsiteY9" fmla="*/ 664186 h 664408"/>
                <a:gd name="connsiteX10" fmla="*/ 560483 w 560798"/>
                <a:gd name="connsiteY10" fmla="*/ 457450 h 664408"/>
                <a:gd name="connsiteX11" fmla="*/ 339925 w 560798"/>
                <a:gd name="connsiteY11" fmla="*/ 270611 h 664408"/>
                <a:gd name="connsiteX12" fmla="*/ 274385 w 560798"/>
                <a:gd name="connsiteY12" fmla="*/ 260663 h 664408"/>
                <a:gd name="connsiteX13" fmla="*/ 169900 w 560798"/>
                <a:gd name="connsiteY13" fmla="*/ 195288 h 664408"/>
                <a:gd name="connsiteX14" fmla="*/ 289772 w 560798"/>
                <a:gd name="connsiteY14" fmla="*/ 120060 h 664408"/>
                <a:gd name="connsiteX15" fmla="*/ 459608 w 560798"/>
                <a:gd name="connsiteY15" fmla="*/ 160516 h 66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0798" h="664408">
                  <a:moveTo>
                    <a:pt x="508336" y="46537"/>
                  </a:moveTo>
                  <a:cubicBezTo>
                    <a:pt x="439269" y="14734"/>
                    <a:pt x="363936" y="-1227"/>
                    <a:pt x="287872" y="-173"/>
                  </a:cubicBezTo>
                  <a:cubicBezTo>
                    <a:pt x="126396" y="-173"/>
                    <a:pt x="25616" y="77803"/>
                    <a:pt x="25616" y="202583"/>
                  </a:cubicBezTo>
                  <a:cubicBezTo>
                    <a:pt x="25616" y="304909"/>
                    <a:pt x="99800" y="368957"/>
                    <a:pt x="240854" y="388191"/>
                  </a:cubicBezTo>
                  <a:lnTo>
                    <a:pt x="307344" y="396718"/>
                  </a:lnTo>
                  <a:cubicBezTo>
                    <a:pt x="383333" y="407329"/>
                    <a:pt x="417244" y="430447"/>
                    <a:pt x="417244" y="466735"/>
                  </a:cubicBezTo>
                  <a:cubicBezTo>
                    <a:pt x="417244" y="514108"/>
                    <a:pt x="368231" y="544048"/>
                    <a:pt x="272864" y="544048"/>
                  </a:cubicBezTo>
                  <a:cubicBezTo>
                    <a:pt x="170280" y="544048"/>
                    <a:pt x="108729" y="514298"/>
                    <a:pt x="63895" y="479336"/>
                  </a:cubicBezTo>
                  <a:lnTo>
                    <a:pt x="-315" y="582989"/>
                  </a:lnTo>
                  <a:cubicBezTo>
                    <a:pt x="91631" y="651679"/>
                    <a:pt x="206850" y="664186"/>
                    <a:pt x="271725" y="664186"/>
                  </a:cubicBezTo>
                  <a:cubicBezTo>
                    <a:pt x="454478" y="664186"/>
                    <a:pt x="560483" y="578915"/>
                    <a:pt x="560483" y="457450"/>
                  </a:cubicBezTo>
                  <a:cubicBezTo>
                    <a:pt x="560483" y="349155"/>
                    <a:pt x="478320" y="291076"/>
                    <a:pt x="339925" y="270611"/>
                  </a:cubicBezTo>
                  <a:lnTo>
                    <a:pt x="274385" y="260663"/>
                  </a:lnTo>
                  <a:cubicBezTo>
                    <a:pt x="216158" y="252135"/>
                    <a:pt x="169900" y="240197"/>
                    <a:pt x="169900" y="195288"/>
                  </a:cubicBezTo>
                  <a:cubicBezTo>
                    <a:pt x="169900" y="150378"/>
                    <a:pt x="213593" y="120060"/>
                    <a:pt x="289772" y="120060"/>
                  </a:cubicBezTo>
                  <a:cubicBezTo>
                    <a:pt x="348627" y="121323"/>
                    <a:pt x="406531" y="135117"/>
                    <a:pt x="459608" y="160516"/>
                  </a:cubicBezTo>
                  <a:close/>
                </a:path>
              </a:pathLst>
            </a:custGeom>
            <a:grpFill/>
            <a:ln w="9499" cap="flat">
              <a:noFill/>
              <a:prstDash val="solid"/>
              <a:miter/>
            </a:ln>
          </p:spPr>
          <p:txBody>
            <a:bodyPr rtlCol="0" anchor="ctr"/>
            <a:lstStyle/>
            <a:p>
              <a:endParaRPr lang="en-US" b="0" i="0">
                <a:latin typeface="Tenorite" pitchFamily="2" charset="0"/>
              </a:endParaRPr>
            </a:p>
          </p:txBody>
        </p:sp>
        <p:sp>
          <p:nvSpPr>
            <p:cNvPr id="54" name="Freeform 53">
              <a:extLst>
                <a:ext uri="{FF2B5EF4-FFF2-40B4-BE49-F238E27FC236}">
                  <a16:creationId xmlns:a16="http://schemas.microsoft.com/office/drawing/2014/main" id="{40839F70-671A-6148-8A2D-F508611BB008}"/>
                </a:ext>
              </a:extLst>
            </p:cNvPr>
            <p:cNvSpPr/>
            <p:nvPr/>
          </p:nvSpPr>
          <p:spPr>
            <a:xfrm>
              <a:off x="825757" y="3429000"/>
              <a:ext cx="536101" cy="534746"/>
            </a:xfrm>
            <a:custGeom>
              <a:avLst/>
              <a:gdLst>
                <a:gd name="connsiteX0" fmla="*/ 267736 w 536101"/>
                <a:gd name="connsiteY0" fmla="*/ -222 h 534746"/>
                <a:gd name="connsiteX1" fmla="*/ -315 w 536101"/>
                <a:gd name="connsiteY1" fmla="*/ 267151 h 534746"/>
                <a:gd name="connsiteX2" fmla="*/ 267736 w 536101"/>
                <a:gd name="connsiteY2" fmla="*/ 534524 h 534746"/>
                <a:gd name="connsiteX3" fmla="*/ 535787 w 536101"/>
                <a:gd name="connsiteY3" fmla="*/ 267151 h 534746"/>
                <a:gd name="connsiteX4" fmla="*/ 535787 w 536101"/>
                <a:gd name="connsiteY4" fmla="*/ 267056 h 534746"/>
                <a:gd name="connsiteX5" fmla="*/ 267736 w 536101"/>
                <a:gd name="connsiteY5" fmla="*/ -222 h 534746"/>
                <a:gd name="connsiteX6" fmla="*/ 267736 w 536101"/>
                <a:gd name="connsiteY6" fmla="*/ 339348 h 534746"/>
                <a:gd name="connsiteX7" fmla="*/ 195261 w 536101"/>
                <a:gd name="connsiteY7" fmla="*/ 267056 h 534746"/>
                <a:gd name="connsiteX8" fmla="*/ 267736 w 536101"/>
                <a:gd name="connsiteY8" fmla="*/ 194765 h 534746"/>
                <a:gd name="connsiteX9" fmla="*/ 340210 w 536101"/>
                <a:gd name="connsiteY9" fmla="*/ 267056 h 534746"/>
                <a:gd name="connsiteX10" fmla="*/ 267736 w 536101"/>
                <a:gd name="connsiteY10" fmla="*/ 339348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267736" y="-222"/>
                  </a:moveTo>
                  <a:cubicBezTo>
                    <a:pt x="119695" y="-222"/>
                    <a:pt x="-315" y="119485"/>
                    <a:pt x="-315" y="267151"/>
                  </a:cubicBezTo>
                  <a:cubicBezTo>
                    <a:pt x="-315" y="414817"/>
                    <a:pt x="119695" y="534524"/>
                    <a:pt x="267736" y="534524"/>
                  </a:cubicBezTo>
                  <a:cubicBezTo>
                    <a:pt x="415776" y="534524"/>
                    <a:pt x="535787" y="414817"/>
                    <a:pt x="535787" y="267151"/>
                  </a:cubicBezTo>
                  <a:cubicBezTo>
                    <a:pt x="535787" y="267120"/>
                    <a:pt x="535787" y="267088"/>
                    <a:pt x="535787" y="267056"/>
                  </a:cubicBezTo>
                  <a:cubicBezTo>
                    <a:pt x="535734" y="119427"/>
                    <a:pt x="415739" y="-222"/>
                    <a:pt x="267736" y="-222"/>
                  </a:cubicBezTo>
                  <a:close/>
                  <a:moveTo>
                    <a:pt x="267736" y="339348"/>
                  </a:moveTo>
                  <a:cubicBezTo>
                    <a:pt x="227709" y="339348"/>
                    <a:pt x="195261" y="306982"/>
                    <a:pt x="195261" y="267056"/>
                  </a:cubicBezTo>
                  <a:cubicBezTo>
                    <a:pt x="195261" y="227131"/>
                    <a:pt x="227709" y="194765"/>
                    <a:pt x="267736" y="194765"/>
                  </a:cubicBezTo>
                  <a:cubicBezTo>
                    <a:pt x="307762" y="194765"/>
                    <a:pt x="340210" y="227131"/>
                    <a:pt x="340210" y="267056"/>
                  </a:cubicBezTo>
                  <a:cubicBezTo>
                    <a:pt x="340158" y="306960"/>
                    <a:pt x="307740" y="339295"/>
                    <a:pt x="267736" y="339348"/>
                  </a:cubicBezTo>
                  <a:close/>
                </a:path>
              </a:pathLst>
            </a:custGeom>
            <a:grpFill/>
            <a:ln w="9499" cap="flat">
              <a:noFill/>
              <a:prstDash val="solid"/>
              <a:miter/>
            </a:ln>
          </p:spPr>
          <p:txBody>
            <a:bodyPr rtlCol="0" anchor="ctr"/>
            <a:lstStyle/>
            <a:p>
              <a:endParaRPr lang="en-US" b="0" i="0">
                <a:latin typeface="Tenorite" pitchFamily="2" charset="0"/>
              </a:endParaRPr>
            </a:p>
          </p:txBody>
        </p:sp>
      </p:grpSp>
      <p:sp>
        <p:nvSpPr>
          <p:cNvPr id="2" name="TextBox 1">
            <a:extLst>
              <a:ext uri="{FF2B5EF4-FFF2-40B4-BE49-F238E27FC236}">
                <a16:creationId xmlns:a16="http://schemas.microsoft.com/office/drawing/2014/main" id="{B2968BF3-5CCF-4B9F-911E-C20B012A36F1}"/>
              </a:ext>
            </a:extLst>
          </p:cNvPr>
          <p:cNvSpPr txBox="1"/>
          <p:nvPr/>
        </p:nvSpPr>
        <p:spPr>
          <a:xfrm>
            <a:off x="9597795" y="6326102"/>
            <a:ext cx="2213206" cy="191268"/>
          </a:xfrm>
          <a:prstGeom prst="rect">
            <a:avLst/>
          </a:prstGeom>
          <a:noFill/>
        </p:spPr>
        <p:txBody>
          <a:bodyPr wrap="square" lIns="0" tIns="0" rIns="0" bIns="0" rtlCol="0" anchor="b" anchorCtr="0">
            <a:noAutofit/>
          </a:bodyPr>
          <a:lstStyle/>
          <a:p>
            <a:pPr algn="r"/>
            <a:fld id="{8D4FAEBE-B6EB-4E5D-A6B9-749E6598E908}" type="slidenum">
              <a:rPr lang="en-GB" sz="900" b="0" i="0" smtClean="0">
                <a:solidFill>
                  <a:srgbClr val="868789"/>
                </a:solidFill>
                <a:latin typeface="Tenorite" pitchFamily="2" charset="0"/>
              </a:rPr>
              <a:t>‹#›</a:t>
            </a:fld>
            <a:endParaRPr lang="en-GB" sz="900" b="0" i="0">
              <a:solidFill>
                <a:srgbClr val="868789"/>
              </a:solidFill>
              <a:latin typeface="Tenorite" pitchFamily="2" charset="0"/>
            </a:endParaRPr>
          </a:p>
        </p:txBody>
      </p:sp>
      <p:sp>
        <p:nvSpPr>
          <p:cNvPr id="5" name="TextBox 4">
            <a:extLst>
              <a:ext uri="{FF2B5EF4-FFF2-40B4-BE49-F238E27FC236}">
                <a16:creationId xmlns:a16="http://schemas.microsoft.com/office/drawing/2014/main" id="{850BD6FB-2442-38D0-A5AF-E7254093AD17}"/>
              </a:ext>
            </a:extLst>
          </p:cNvPr>
          <p:cNvSpPr txBox="1"/>
          <p:nvPr/>
        </p:nvSpPr>
        <p:spPr>
          <a:xfrm>
            <a:off x="9597795" y="6323927"/>
            <a:ext cx="2213206" cy="191268"/>
          </a:xfrm>
          <a:prstGeom prst="rect">
            <a:avLst/>
          </a:prstGeom>
          <a:noFill/>
        </p:spPr>
        <p:txBody>
          <a:bodyPr wrap="square" lIns="0" tIns="0" rIns="0" bIns="0" rtlCol="0" anchor="b" anchorCtr="0">
            <a:noAutofit/>
          </a:bodyPr>
          <a:lstStyle/>
          <a:p>
            <a:pPr algn="r"/>
            <a:fld id="{8D4FAEBE-B6EB-4E5D-A6B9-749E6598E908}" type="slidenum">
              <a:rPr lang="en-GB" sz="900" b="0" i="0" smtClean="0">
                <a:solidFill>
                  <a:schemeClr val="accent1"/>
                </a:solidFill>
                <a:latin typeface="Tenorite" pitchFamily="2" charset="0"/>
              </a:rPr>
              <a:t>‹#›</a:t>
            </a:fld>
            <a:endParaRPr lang="en-GB" sz="900" b="0" i="0">
              <a:solidFill>
                <a:schemeClr val="accent1"/>
              </a:solidFill>
              <a:latin typeface="Tenorite" pitchFamily="2" charset="0"/>
            </a:endParaRPr>
          </a:p>
        </p:txBody>
      </p:sp>
      <p:sp>
        <p:nvSpPr>
          <p:cNvPr id="6" name="Title 1">
            <a:extLst>
              <a:ext uri="{FF2B5EF4-FFF2-40B4-BE49-F238E27FC236}">
                <a16:creationId xmlns:a16="http://schemas.microsoft.com/office/drawing/2014/main" id="{A6D60844-D0CB-1CD0-E624-31FEF4C40242}"/>
              </a:ext>
            </a:extLst>
          </p:cNvPr>
          <p:cNvSpPr>
            <a:spLocks noGrp="1"/>
          </p:cNvSpPr>
          <p:nvPr>
            <p:ph type="title" hasCustomPrompt="1"/>
          </p:nvPr>
        </p:nvSpPr>
        <p:spPr>
          <a:xfrm>
            <a:off x="777817" y="2769312"/>
            <a:ext cx="11033182" cy="1994940"/>
          </a:xfrm>
          <a:prstGeom prst="rect">
            <a:avLst/>
          </a:prstGeom>
          <a:noFill/>
        </p:spPr>
        <p:txBody>
          <a:bodyPr lIns="0" tIns="0" rIns="0" bIns="0" anchor="b">
            <a:normAutofit/>
          </a:bodyPr>
          <a:lstStyle>
            <a:lvl1pPr>
              <a:defRPr sz="4400" b="1" i="0" spc="10" baseline="0">
                <a:solidFill>
                  <a:schemeClr val="accent1"/>
                </a:solidFill>
                <a:latin typeface="Tenorite" pitchFamily="2" charset="0"/>
                <a:ea typeface="Verdana" panose="020B0604030504040204" pitchFamily="34" charset="0"/>
                <a:cs typeface="Tenorite" panose="00000500000000000000" pitchFamily="2" charset="0"/>
              </a:defRPr>
            </a:lvl1pPr>
          </a:lstStyle>
          <a:p>
            <a:r>
              <a:rPr lang="en-US"/>
              <a:t>Click to edit section divider title</a:t>
            </a:r>
          </a:p>
        </p:txBody>
      </p:sp>
      <p:sp>
        <p:nvSpPr>
          <p:cNvPr id="14" name="TextBox 13">
            <a:extLst>
              <a:ext uri="{FF2B5EF4-FFF2-40B4-BE49-F238E27FC236}">
                <a16:creationId xmlns:a16="http://schemas.microsoft.com/office/drawing/2014/main" id="{510922F7-BD24-4E87-00F9-8F9E31BB0218}"/>
              </a:ext>
            </a:extLst>
          </p:cNvPr>
          <p:cNvSpPr txBox="1"/>
          <p:nvPr userDrawn="1"/>
        </p:nvSpPr>
        <p:spPr>
          <a:xfrm>
            <a:off x="9597795" y="6326102"/>
            <a:ext cx="2213206" cy="191268"/>
          </a:xfrm>
          <a:prstGeom prst="rect">
            <a:avLst/>
          </a:prstGeom>
          <a:noFill/>
        </p:spPr>
        <p:txBody>
          <a:bodyPr wrap="square" lIns="0" tIns="0" rIns="0" bIns="0" rtlCol="0" anchor="b" anchorCtr="0">
            <a:noAutofit/>
          </a:bodyPr>
          <a:lstStyle/>
          <a:p>
            <a:pPr algn="r"/>
            <a:fld id="{8D4FAEBE-B6EB-4E5D-A6B9-749E6598E908}" type="slidenum">
              <a:rPr lang="en-GB" sz="900" b="0" i="0" smtClean="0">
                <a:solidFill>
                  <a:srgbClr val="868789"/>
                </a:solidFill>
                <a:latin typeface="Tenorite" pitchFamily="2" charset="0"/>
              </a:rPr>
              <a:t>‹#›</a:t>
            </a:fld>
            <a:endParaRPr lang="en-GB" sz="900" b="0" i="0">
              <a:solidFill>
                <a:srgbClr val="868789"/>
              </a:solidFill>
              <a:latin typeface="Tenorite" pitchFamily="2" charset="0"/>
            </a:endParaRPr>
          </a:p>
        </p:txBody>
      </p:sp>
      <p:sp>
        <p:nvSpPr>
          <p:cNvPr id="3" name="Text Placeholder 2">
            <a:extLst>
              <a:ext uri="{FF2B5EF4-FFF2-40B4-BE49-F238E27FC236}">
                <a16:creationId xmlns:a16="http://schemas.microsoft.com/office/drawing/2014/main" id="{8FB25725-B109-3BFD-007B-9CB79F919CD3}"/>
              </a:ext>
            </a:extLst>
          </p:cNvPr>
          <p:cNvSpPr>
            <a:spLocks noGrp="1"/>
          </p:cNvSpPr>
          <p:nvPr>
            <p:ph type="body" idx="11" hasCustomPrompt="1"/>
          </p:nvPr>
        </p:nvSpPr>
        <p:spPr>
          <a:xfrm>
            <a:off x="777818" y="4817628"/>
            <a:ext cx="9080746" cy="857251"/>
          </a:xfrm>
          <a:prstGeom prst="rect">
            <a:avLst/>
          </a:prstGeom>
        </p:spPr>
        <p:txBody>
          <a:bodyPr lIns="0"/>
          <a:lstStyle>
            <a:lvl1pPr marL="0" indent="0">
              <a:buNone/>
              <a:defRPr sz="200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here to edit sub-header</a:t>
            </a:r>
          </a:p>
        </p:txBody>
      </p:sp>
    </p:spTree>
    <p:extLst>
      <p:ext uri="{BB962C8B-B14F-4D97-AF65-F5344CB8AC3E}">
        <p14:creationId xmlns:p14="http://schemas.microsoft.com/office/powerpoint/2010/main" val="27958495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Divider 4">
    <p:bg>
      <p:bgPr>
        <a:solidFill>
          <a:srgbClr val="F4B1A7"/>
        </a:solidFill>
        <a:effectLst/>
      </p:bgPr>
    </p:bg>
    <p:spTree>
      <p:nvGrpSpPr>
        <p:cNvPr id="1" name=""/>
        <p:cNvGrpSpPr/>
        <p:nvPr/>
      </p:nvGrpSpPr>
      <p:grpSpPr>
        <a:xfrm>
          <a:off x="0" y="0"/>
          <a:ext cx="0" cy="0"/>
          <a:chOff x="0" y="0"/>
          <a:chExt cx="0" cy="0"/>
        </a:xfrm>
      </p:grpSpPr>
      <p:sp>
        <p:nvSpPr>
          <p:cNvPr id="7" name="Graphic 5">
            <a:extLst>
              <a:ext uri="{FF2B5EF4-FFF2-40B4-BE49-F238E27FC236}">
                <a16:creationId xmlns:a16="http://schemas.microsoft.com/office/drawing/2014/main" id="{797590EE-1DA9-9ECA-6DA4-D244AA790107}"/>
              </a:ext>
            </a:extLst>
          </p:cNvPr>
          <p:cNvSpPr/>
          <p:nvPr/>
        </p:nvSpPr>
        <p:spPr>
          <a:xfrm rot="5400000">
            <a:off x="5363268" y="-5363267"/>
            <a:ext cx="1465464" cy="12192000"/>
          </a:xfrm>
          <a:custGeom>
            <a:avLst/>
            <a:gdLst>
              <a:gd name="connsiteX0" fmla="*/ 997210 w 1442714"/>
              <a:gd name="connsiteY0" fmla="*/ 2868291 h 4380098"/>
              <a:gd name="connsiteX1" fmla="*/ 1327044 w 1442714"/>
              <a:gd name="connsiteY1" fmla="*/ 4380099 h 4380098"/>
              <a:gd name="connsiteX2" fmla="*/ 0 w 1442714"/>
              <a:gd name="connsiteY2" fmla="*/ 4380099 h 4380098"/>
              <a:gd name="connsiteX3" fmla="*/ 0 w 1442714"/>
              <a:gd name="connsiteY3" fmla="*/ 0 h 4380098"/>
              <a:gd name="connsiteX4" fmla="*/ 1422152 w 1442714"/>
              <a:gd name="connsiteY4" fmla="*/ 0 h 4380098"/>
              <a:gd name="connsiteX5" fmla="*/ 1434435 w 1442714"/>
              <a:gd name="connsiteY5" fmla="*/ 510250 h 4380098"/>
              <a:gd name="connsiteX6" fmla="*/ 1291773 w 1442714"/>
              <a:gd name="connsiteY6" fmla="*/ 1231423 h 4380098"/>
              <a:gd name="connsiteX7" fmla="*/ 997232 w 1442714"/>
              <a:gd name="connsiteY7" fmla="*/ 2868291 h 4380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42714" h="4380098">
                <a:moveTo>
                  <a:pt x="997210" y="2868291"/>
                </a:moveTo>
                <a:cubicBezTo>
                  <a:pt x="1133741" y="3350752"/>
                  <a:pt x="1330110" y="3852177"/>
                  <a:pt x="1327044" y="4380099"/>
                </a:cubicBezTo>
                <a:lnTo>
                  <a:pt x="0" y="4380099"/>
                </a:lnTo>
                <a:lnTo>
                  <a:pt x="0" y="0"/>
                </a:lnTo>
                <a:lnTo>
                  <a:pt x="1422152" y="0"/>
                </a:lnTo>
                <a:cubicBezTo>
                  <a:pt x="1445185" y="167981"/>
                  <a:pt x="1448250" y="338480"/>
                  <a:pt x="1434435" y="510250"/>
                </a:cubicBezTo>
                <a:cubicBezTo>
                  <a:pt x="1414467" y="753999"/>
                  <a:pt x="1362338" y="997769"/>
                  <a:pt x="1291773" y="1231423"/>
                </a:cubicBezTo>
                <a:cubicBezTo>
                  <a:pt x="1103068" y="1856617"/>
                  <a:pt x="811548" y="2207732"/>
                  <a:pt x="997232" y="2868291"/>
                </a:cubicBezTo>
                <a:close/>
              </a:path>
            </a:pathLst>
          </a:custGeom>
          <a:solidFill>
            <a:schemeClr val="accent5"/>
          </a:solidFill>
          <a:ln w="2189" cap="flat">
            <a:noFill/>
            <a:prstDash val="solid"/>
            <a:miter/>
          </a:ln>
        </p:spPr>
        <p:txBody>
          <a:bodyPr rtlCol="0" anchor="ctr"/>
          <a:lstStyle/>
          <a:p>
            <a:endParaRPr lang="en-US"/>
          </a:p>
        </p:txBody>
      </p:sp>
      <p:sp>
        <p:nvSpPr>
          <p:cNvPr id="8" name="Graphic 6">
            <a:extLst>
              <a:ext uri="{FF2B5EF4-FFF2-40B4-BE49-F238E27FC236}">
                <a16:creationId xmlns:a16="http://schemas.microsoft.com/office/drawing/2014/main" id="{53C17AEB-577C-A03B-C1A3-7692D72553D8}"/>
              </a:ext>
            </a:extLst>
          </p:cNvPr>
          <p:cNvSpPr/>
          <p:nvPr/>
        </p:nvSpPr>
        <p:spPr>
          <a:xfrm rot="10800000">
            <a:off x="0" y="-2"/>
            <a:ext cx="12192000" cy="1225551"/>
          </a:xfrm>
          <a:custGeom>
            <a:avLst/>
            <a:gdLst>
              <a:gd name="connsiteX0" fmla="*/ 5421961 w 7772400"/>
              <a:gd name="connsiteY0" fmla="*/ 497855 h 1361717"/>
              <a:gd name="connsiteX1" fmla="*/ 3494603 w 7772400"/>
              <a:gd name="connsiteY1" fmla="*/ 328845 h 1361717"/>
              <a:gd name="connsiteX2" fmla="*/ 0 w 7772400"/>
              <a:gd name="connsiteY2" fmla="*/ 1361717 h 1361717"/>
              <a:gd name="connsiteX3" fmla="*/ 7772400 w 7772400"/>
              <a:gd name="connsiteY3" fmla="*/ 1361717 h 1361717"/>
              <a:gd name="connsiteX4" fmla="*/ 7772400 w 7772400"/>
              <a:gd name="connsiteY4" fmla="*/ 0 h 1361717"/>
              <a:gd name="connsiteX5" fmla="*/ 5421961 w 7772400"/>
              <a:gd name="connsiteY5" fmla="*/ 497855 h 136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72400" h="1361717">
                <a:moveTo>
                  <a:pt x="5421961" y="497855"/>
                </a:moveTo>
                <a:cubicBezTo>
                  <a:pt x="4775910" y="483928"/>
                  <a:pt x="4140193" y="353546"/>
                  <a:pt x="3494603" y="328845"/>
                </a:cubicBezTo>
                <a:cubicBezTo>
                  <a:pt x="2230153" y="280472"/>
                  <a:pt x="955589" y="667216"/>
                  <a:pt x="0" y="1361717"/>
                </a:cubicBezTo>
                <a:lnTo>
                  <a:pt x="7772400" y="1361717"/>
                </a:lnTo>
                <a:lnTo>
                  <a:pt x="7772400" y="0"/>
                </a:lnTo>
                <a:cubicBezTo>
                  <a:pt x="7061762" y="340101"/>
                  <a:pt x="6239814" y="515484"/>
                  <a:pt x="5421961" y="497855"/>
                </a:cubicBezTo>
                <a:close/>
              </a:path>
            </a:pathLst>
          </a:custGeom>
          <a:solidFill>
            <a:srgbClr val="EA6B69"/>
          </a:solidFill>
          <a:ln w="2189" cap="flat">
            <a:noFill/>
            <a:prstDash val="solid"/>
            <a:miter/>
          </a:ln>
        </p:spPr>
        <p:txBody>
          <a:bodyPr rtlCol="0" anchor="ctr"/>
          <a:lstStyle/>
          <a:p>
            <a:endParaRPr lang="en-US"/>
          </a:p>
        </p:txBody>
      </p:sp>
      <p:grpSp>
        <p:nvGrpSpPr>
          <p:cNvPr id="41" name="Graphic 3">
            <a:extLst>
              <a:ext uri="{FF2B5EF4-FFF2-40B4-BE49-F238E27FC236}">
                <a16:creationId xmlns:a16="http://schemas.microsoft.com/office/drawing/2014/main" id="{3A4DDEF6-4F92-0542-AC7E-AC1F8696D7BA}"/>
              </a:ext>
            </a:extLst>
          </p:cNvPr>
          <p:cNvGrpSpPr/>
          <p:nvPr/>
        </p:nvGrpSpPr>
        <p:grpSpPr>
          <a:xfrm>
            <a:off x="380999" y="312608"/>
            <a:ext cx="772695" cy="269013"/>
            <a:chOff x="448663" y="3429000"/>
            <a:chExt cx="3429000" cy="1193800"/>
          </a:xfrm>
          <a:solidFill>
            <a:schemeClr val="accent1"/>
          </a:solidFill>
        </p:grpSpPr>
        <p:sp>
          <p:nvSpPr>
            <p:cNvPr id="42" name="Freeform 41">
              <a:extLst>
                <a:ext uri="{FF2B5EF4-FFF2-40B4-BE49-F238E27FC236}">
                  <a16:creationId xmlns:a16="http://schemas.microsoft.com/office/drawing/2014/main" id="{CC5179B7-E854-ED40-A1A9-3908D4161DCF}"/>
                </a:ext>
              </a:extLst>
            </p:cNvPr>
            <p:cNvSpPr/>
            <p:nvPr/>
          </p:nvSpPr>
          <p:spPr>
            <a:xfrm>
              <a:off x="1213206"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267641 w 536101"/>
                <a:gd name="connsiteY4" fmla="*/ 339348 h 534746"/>
                <a:gd name="connsiteX5" fmla="*/ 195262 w 536101"/>
                <a:gd name="connsiteY5" fmla="*/ 267056 h 534746"/>
                <a:gd name="connsiteX6" fmla="*/ -315 w 536101"/>
                <a:gd name="connsiteY6" fmla="*/ 267056 h 534746"/>
                <a:gd name="connsiteX7" fmla="*/ 267641 w 536101"/>
                <a:gd name="connsiteY7" fmla="*/ 534524 h 534746"/>
                <a:gd name="connsiteX8" fmla="*/ 535787 w 536101"/>
                <a:gd name="connsiteY8" fmla="*/ 267246 h 534746"/>
                <a:gd name="connsiteX9" fmla="*/ 267831 w 536101"/>
                <a:gd name="connsiteY9" fmla="*/ -222 h 534746"/>
                <a:gd name="connsiteX10" fmla="*/ 267641 w 536101"/>
                <a:gd name="connsiteY10" fmla="*/ -222 h 534746"/>
                <a:gd name="connsiteX11" fmla="*/ -315 w 536101"/>
                <a:gd name="connsiteY11"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67704" y="339348"/>
                    <a:pt x="267673" y="339348"/>
                    <a:pt x="267641" y="339348"/>
                  </a:cubicBezTo>
                  <a:cubicBezTo>
                    <a:pt x="227652" y="339295"/>
                    <a:pt x="195262" y="306945"/>
                    <a:pt x="195262"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68" y="-222"/>
                    <a:pt x="267704" y="-222"/>
                    <a:pt x="267641" y="-222"/>
                  </a:cubicBezTo>
                  <a:cubicBezTo>
                    <a:pt x="119653" y="-222"/>
                    <a:pt x="-315" y="119442"/>
                    <a:pt x="-315" y="267056"/>
                  </a:cubicBezTo>
                </a:path>
              </a:pathLst>
            </a:custGeom>
            <a:grpFill/>
            <a:ln w="9499" cap="flat">
              <a:noFill/>
              <a:prstDash val="solid"/>
              <a:miter/>
            </a:ln>
          </p:spPr>
          <p:txBody>
            <a:bodyPr rtlCol="0" anchor="ctr"/>
            <a:lstStyle/>
            <a:p>
              <a:endParaRPr lang="en-US" b="0" i="0">
                <a:latin typeface="Tenorite" pitchFamily="2" charset="0"/>
              </a:endParaRPr>
            </a:p>
          </p:txBody>
        </p:sp>
        <p:sp>
          <p:nvSpPr>
            <p:cNvPr id="43" name="Freeform 42">
              <a:extLst>
                <a:ext uri="{FF2B5EF4-FFF2-40B4-BE49-F238E27FC236}">
                  <a16:creationId xmlns:a16="http://schemas.microsoft.com/office/drawing/2014/main" id="{53EED9CD-816F-A541-93F9-24785AC3F1D4}"/>
                </a:ext>
              </a:extLst>
            </p:cNvPr>
            <p:cNvSpPr/>
            <p:nvPr/>
          </p:nvSpPr>
          <p:spPr>
            <a:xfrm>
              <a:off x="448663"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195261 w 536101"/>
                <a:gd name="connsiteY4" fmla="*/ 267056 h 534746"/>
                <a:gd name="connsiteX5" fmla="*/ -315 w 536101"/>
                <a:gd name="connsiteY5" fmla="*/ 267056 h 534746"/>
                <a:gd name="connsiteX6" fmla="*/ 267641 w 536101"/>
                <a:gd name="connsiteY6" fmla="*/ 534524 h 534746"/>
                <a:gd name="connsiteX7" fmla="*/ 535787 w 536101"/>
                <a:gd name="connsiteY7" fmla="*/ 267246 h 534746"/>
                <a:gd name="connsiteX8" fmla="*/ 267831 w 536101"/>
                <a:gd name="connsiteY8" fmla="*/ -222 h 534746"/>
                <a:gd name="connsiteX9" fmla="*/ 267736 w 536101"/>
                <a:gd name="connsiteY9" fmla="*/ -222 h 534746"/>
                <a:gd name="connsiteX10" fmla="*/ -315 w 536101"/>
                <a:gd name="connsiteY10"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27731" y="339295"/>
                    <a:pt x="195314" y="306960"/>
                    <a:pt x="195261"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99" y="-222"/>
                    <a:pt x="267768" y="-222"/>
                    <a:pt x="267736" y="-222"/>
                  </a:cubicBezTo>
                  <a:cubicBezTo>
                    <a:pt x="119732" y="-222"/>
                    <a:pt x="-263" y="119427"/>
                    <a:pt x="-315" y="267056"/>
                  </a:cubicBezTo>
                </a:path>
              </a:pathLst>
            </a:custGeom>
            <a:grpFill/>
            <a:ln w="9499" cap="flat">
              <a:noFill/>
              <a:prstDash val="solid"/>
              <a:miter/>
            </a:ln>
          </p:spPr>
          <p:txBody>
            <a:bodyPr rtlCol="0" anchor="ctr"/>
            <a:lstStyle/>
            <a:p>
              <a:endParaRPr lang="en-US" b="0" i="0">
                <a:latin typeface="Tenorite" pitchFamily="2" charset="0"/>
              </a:endParaRPr>
            </a:p>
          </p:txBody>
        </p:sp>
        <p:sp>
          <p:nvSpPr>
            <p:cNvPr id="44" name="Freeform 43">
              <a:extLst>
                <a:ext uri="{FF2B5EF4-FFF2-40B4-BE49-F238E27FC236}">
                  <a16:creationId xmlns:a16="http://schemas.microsoft.com/office/drawing/2014/main" id="{60D80FFE-374F-EA4E-AB37-4CB76F0ACCEA}"/>
                </a:ext>
              </a:extLst>
            </p:cNvPr>
            <p:cNvSpPr/>
            <p:nvPr/>
          </p:nvSpPr>
          <p:spPr>
            <a:xfrm>
              <a:off x="2022583" y="3633461"/>
              <a:ext cx="654074" cy="967546"/>
            </a:xfrm>
            <a:custGeom>
              <a:avLst/>
              <a:gdLst>
                <a:gd name="connsiteX0" fmla="*/ 653759 w 654074"/>
                <a:gd name="connsiteY0" fmla="*/ 634482 h 967546"/>
                <a:gd name="connsiteX1" fmla="*/ 336695 w 654074"/>
                <a:gd name="connsiteY1" fmla="*/ 301639 h 967546"/>
                <a:gd name="connsiteX2" fmla="*/ 137985 w 654074"/>
                <a:gd name="connsiteY2" fmla="*/ 393448 h 967546"/>
                <a:gd name="connsiteX3" fmla="*/ 137985 w 654074"/>
                <a:gd name="connsiteY3" fmla="*/ -222 h 967546"/>
                <a:gd name="connsiteX4" fmla="*/ -315 w 654074"/>
                <a:gd name="connsiteY4" fmla="*/ -222 h 967546"/>
                <a:gd name="connsiteX5" fmla="*/ -315 w 654074"/>
                <a:gd name="connsiteY5" fmla="*/ 950838 h 967546"/>
                <a:gd name="connsiteX6" fmla="*/ 137985 w 654074"/>
                <a:gd name="connsiteY6" fmla="*/ 950838 h 967546"/>
                <a:gd name="connsiteX7" fmla="*/ 137985 w 654074"/>
                <a:gd name="connsiteY7" fmla="*/ 875515 h 967546"/>
                <a:gd name="connsiteX8" fmla="*/ 336695 w 654074"/>
                <a:gd name="connsiteY8" fmla="*/ 967324 h 967546"/>
                <a:gd name="connsiteX9" fmla="*/ 653759 w 654074"/>
                <a:gd name="connsiteY9" fmla="*/ 634482 h 967546"/>
                <a:gd name="connsiteX10" fmla="*/ 511280 w 654074"/>
                <a:gd name="connsiteY10" fmla="*/ 634482 h 967546"/>
                <a:gd name="connsiteX11" fmla="*/ 319883 w 654074"/>
                <a:gd name="connsiteY11" fmla="*/ 837238 h 967546"/>
                <a:gd name="connsiteX12" fmla="*/ 128581 w 654074"/>
                <a:gd name="connsiteY12" fmla="*/ 634482 h 967546"/>
                <a:gd name="connsiteX13" fmla="*/ 319883 w 654074"/>
                <a:gd name="connsiteY13" fmla="*/ 431725 h 967546"/>
                <a:gd name="connsiteX14" fmla="*/ 511280 w 654074"/>
                <a:gd name="connsiteY14" fmla="*/ 634482 h 96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74" h="967546">
                  <a:moveTo>
                    <a:pt x="653759" y="634482"/>
                  </a:moveTo>
                  <a:cubicBezTo>
                    <a:pt x="653759" y="441010"/>
                    <a:pt x="514130" y="301639"/>
                    <a:pt x="336695" y="301639"/>
                  </a:cubicBezTo>
                  <a:cubicBezTo>
                    <a:pt x="245984" y="301639"/>
                    <a:pt x="182343" y="337926"/>
                    <a:pt x="137985" y="393448"/>
                  </a:cubicBezTo>
                  <a:lnTo>
                    <a:pt x="137985" y="-222"/>
                  </a:lnTo>
                  <a:lnTo>
                    <a:pt x="-315" y="-222"/>
                  </a:lnTo>
                  <a:lnTo>
                    <a:pt x="-315" y="950838"/>
                  </a:lnTo>
                  <a:lnTo>
                    <a:pt x="137985" y="950838"/>
                  </a:lnTo>
                  <a:lnTo>
                    <a:pt x="137985" y="875515"/>
                  </a:lnTo>
                  <a:cubicBezTo>
                    <a:pt x="182343" y="931036"/>
                    <a:pt x="245984" y="967324"/>
                    <a:pt x="336695" y="967324"/>
                  </a:cubicBezTo>
                  <a:cubicBezTo>
                    <a:pt x="514130" y="967324"/>
                    <a:pt x="653759" y="827953"/>
                    <a:pt x="653759" y="634482"/>
                  </a:cubicBezTo>
                  <a:moveTo>
                    <a:pt x="511280" y="634482"/>
                  </a:moveTo>
                  <a:cubicBezTo>
                    <a:pt x="511280" y="745429"/>
                    <a:pt x="439091" y="837238"/>
                    <a:pt x="319883" y="837238"/>
                  </a:cubicBezTo>
                  <a:cubicBezTo>
                    <a:pt x="205900" y="837238"/>
                    <a:pt x="128581" y="750072"/>
                    <a:pt x="128581" y="634482"/>
                  </a:cubicBezTo>
                  <a:cubicBezTo>
                    <a:pt x="128581" y="518891"/>
                    <a:pt x="205995" y="431725"/>
                    <a:pt x="319883" y="431725"/>
                  </a:cubicBezTo>
                  <a:cubicBezTo>
                    <a:pt x="439091" y="431725"/>
                    <a:pt x="511280" y="523534"/>
                    <a:pt x="511280" y="634482"/>
                  </a:cubicBezTo>
                </a:path>
              </a:pathLst>
            </a:custGeom>
            <a:grpFill/>
            <a:ln w="9499" cap="flat">
              <a:noFill/>
              <a:prstDash val="solid"/>
              <a:miter/>
            </a:ln>
          </p:spPr>
          <p:txBody>
            <a:bodyPr rtlCol="0" anchor="ctr"/>
            <a:lstStyle/>
            <a:p>
              <a:endParaRPr lang="en-US" b="0" i="0">
                <a:latin typeface="Tenorite" pitchFamily="2" charset="0"/>
              </a:endParaRPr>
            </a:p>
          </p:txBody>
        </p:sp>
        <p:sp>
          <p:nvSpPr>
            <p:cNvPr id="45" name="Freeform 44">
              <a:extLst>
                <a:ext uri="{FF2B5EF4-FFF2-40B4-BE49-F238E27FC236}">
                  <a16:creationId xmlns:a16="http://schemas.microsoft.com/office/drawing/2014/main" id="{EEE061CA-72D3-954A-B325-7FDFD026B7DF}"/>
                </a:ext>
              </a:extLst>
            </p:cNvPr>
            <p:cNvSpPr/>
            <p:nvPr/>
          </p:nvSpPr>
          <p:spPr>
            <a:xfrm>
              <a:off x="2791496" y="3760326"/>
              <a:ext cx="422688" cy="840776"/>
            </a:xfrm>
            <a:custGeom>
              <a:avLst/>
              <a:gdLst>
                <a:gd name="connsiteX0" fmla="*/ 381624 w 422688"/>
                <a:gd name="connsiteY0" fmla="*/ 316798 h 840776"/>
                <a:gd name="connsiteX1" fmla="*/ 381624 w 422688"/>
                <a:gd name="connsiteY1" fmla="*/ 191259 h 840776"/>
                <a:gd name="connsiteX2" fmla="*/ 138650 w 422688"/>
                <a:gd name="connsiteY2" fmla="*/ 191259 h 840776"/>
                <a:gd name="connsiteX3" fmla="*/ 138650 w 422688"/>
                <a:gd name="connsiteY3" fmla="*/ -222 h 840776"/>
                <a:gd name="connsiteX4" fmla="*/ -315 w 422688"/>
                <a:gd name="connsiteY4" fmla="*/ -222 h 840776"/>
                <a:gd name="connsiteX5" fmla="*/ -315 w 422688"/>
                <a:gd name="connsiteY5" fmla="*/ 594878 h 840776"/>
                <a:gd name="connsiteX6" fmla="*/ 227652 w 422688"/>
                <a:gd name="connsiteY6" fmla="*/ 840554 h 840776"/>
                <a:gd name="connsiteX7" fmla="*/ 422373 w 422688"/>
                <a:gd name="connsiteY7" fmla="*/ 777832 h 840776"/>
                <a:gd name="connsiteX8" fmla="*/ 367376 w 422688"/>
                <a:gd name="connsiteY8" fmla="*/ 667548 h 840776"/>
                <a:gd name="connsiteX9" fmla="*/ 239620 w 422688"/>
                <a:gd name="connsiteY9" fmla="*/ 710468 h 840776"/>
                <a:gd name="connsiteX10" fmla="*/ 138934 w 422688"/>
                <a:gd name="connsiteY10" fmla="*/ 592225 h 840776"/>
                <a:gd name="connsiteX11" fmla="*/ 138934 w 422688"/>
                <a:gd name="connsiteY11" fmla="*/ 316798 h 84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88" h="840776">
                  <a:moveTo>
                    <a:pt x="381624" y="316798"/>
                  </a:moveTo>
                  <a:lnTo>
                    <a:pt x="381624" y="191259"/>
                  </a:lnTo>
                  <a:lnTo>
                    <a:pt x="138650" y="191259"/>
                  </a:lnTo>
                  <a:lnTo>
                    <a:pt x="138650" y="-222"/>
                  </a:lnTo>
                  <a:lnTo>
                    <a:pt x="-315" y="-222"/>
                  </a:lnTo>
                  <a:lnTo>
                    <a:pt x="-315" y="594878"/>
                  </a:lnTo>
                  <a:cubicBezTo>
                    <a:pt x="-315" y="763336"/>
                    <a:pt x="83747" y="840554"/>
                    <a:pt x="227652" y="840554"/>
                  </a:cubicBezTo>
                  <a:cubicBezTo>
                    <a:pt x="297461" y="839999"/>
                    <a:pt x="365423" y="818108"/>
                    <a:pt x="422373" y="777832"/>
                  </a:cubicBezTo>
                  <a:lnTo>
                    <a:pt x="367376" y="667548"/>
                  </a:lnTo>
                  <a:cubicBezTo>
                    <a:pt x="329382" y="691329"/>
                    <a:pt x="282648" y="710468"/>
                    <a:pt x="239620" y="710468"/>
                  </a:cubicBezTo>
                  <a:cubicBezTo>
                    <a:pt x="183958" y="710468"/>
                    <a:pt x="138934" y="676738"/>
                    <a:pt x="138934" y="592225"/>
                  </a:cubicBezTo>
                  <a:lnTo>
                    <a:pt x="138934" y="316798"/>
                  </a:lnTo>
                  <a:close/>
                </a:path>
              </a:pathLst>
            </a:custGeom>
            <a:grpFill/>
            <a:ln w="9499" cap="flat">
              <a:noFill/>
              <a:prstDash val="solid"/>
              <a:miter/>
            </a:ln>
          </p:spPr>
          <p:txBody>
            <a:bodyPr rtlCol="0" anchor="ctr"/>
            <a:lstStyle/>
            <a:p>
              <a:endParaRPr lang="en-US" b="0" i="0">
                <a:latin typeface="Tenorite" pitchFamily="2" charset="0"/>
              </a:endParaRPr>
            </a:p>
          </p:txBody>
        </p:sp>
        <p:sp>
          <p:nvSpPr>
            <p:cNvPr id="46" name="Freeform 45">
              <a:extLst>
                <a:ext uri="{FF2B5EF4-FFF2-40B4-BE49-F238E27FC236}">
                  <a16:creationId xmlns:a16="http://schemas.microsoft.com/office/drawing/2014/main" id="{004601E2-99AB-3B44-9B27-6CB748058EB1}"/>
                </a:ext>
              </a:extLst>
            </p:cNvPr>
            <p:cNvSpPr/>
            <p:nvPr/>
          </p:nvSpPr>
          <p:spPr>
            <a:xfrm>
              <a:off x="3312970" y="3935937"/>
              <a:ext cx="560798" cy="664408"/>
            </a:xfrm>
            <a:custGeom>
              <a:avLst/>
              <a:gdLst>
                <a:gd name="connsiteX0" fmla="*/ 508336 w 560798"/>
                <a:gd name="connsiteY0" fmla="*/ 46537 h 664408"/>
                <a:gd name="connsiteX1" fmla="*/ 287872 w 560798"/>
                <a:gd name="connsiteY1" fmla="*/ -173 h 664408"/>
                <a:gd name="connsiteX2" fmla="*/ 25616 w 560798"/>
                <a:gd name="connsiteY2" fmla="*/ 202583 h 664408"/>
                <a:gd name="connsiteX3" fmla="*/ 240854 w 560798"/>
                <a:gd name="connsiteY3" fmla="*/ 388191 h 664408"/>
                <a:gd name="connsiteX4" fmla="*/ 307344 w 560798"/>
                <a:gd name="connsiteY4" fmla="*/ 396718 h 664408"/>
                <a:gd name="connsiteX5" fmla="*/ 417244 w 560798"/>
                <a:gd name="connsiteY5" fmla="*/ 466735 h 664408"/>
                <a:gd name="connsiteX6" fmla="*/ 272864 w 560798"/>
                <a:gd name="connsiteY6" fmla="*/ 544048 h 664408"/>
                <a:gd name="connsiteX7" fmla="*/ 63895 w 560798"/>
                <a:gd name="connsiteY7" fmla="*/ 479336 h 664408"/>
                <a:gd name="connsiteX8" fmla="*/ -315 w 560798"/>
                <a:gd name="connsiteY8" fmla="*/ 582989 h 664408"/>
                <a:gd name="connsiteX9" fmla="*/ 271725 w 560798"/>
                <a:gd name="connsiteY9" fmla="*/ 664186 h 664408"/>
                <a:gd name="connsiteX10" fmla="*/ 560483 w 560798"/>
                <a:gd name="connsiteY10" fmla="*/ 457450 h 664408"/>
                <a:gd name="connsiteX11" fmla="*/ 339925 w 560798"/>
                <a:gd name="connsiteY11" fmla="*/ 270611 h 664408"/>
                <a:gd name="connsiteX12" fmla="*/ 274385 w 560798"/>
                <a:gd name="connsiteY12" fmla="*/ 260663 h 664408"/>
                <a:gd name="connsiteX13" fmla="*/ 169900 w 560798"/>
                <a:gd name="connsiteY13" fmla="*/ 195288 h 664408"/>
                <a:gd name="connsiteX14" fmla="*/ 289772 w 560798"/>
                <a:gd name="connsiteY14" fmla="*/ 120060 h 664408"/>
                <a:gd name="connsiteX15" fmla="*/ 459608 w 560798"/>
                <a:gd name="connsiteY15" fmla="*/ 160516 h 66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0798" h="664408">
                  <a:moveTo>
                    <a:pt x="508336" y="46537"/>
                  </a:moveTo>
                  <a:cubicBezTo>
                    <a:pt x="439269" y="14734"/>
                    <a:pt x="363936" y="-1227"/>
                    <a:pt x="287872" y="-173"/>
                  </a:cubicBezTo>
                  <a:cubicBezTo>
                    <a:pt x="126396" y="-173"/>
                    <a:pt x="25616" y="77803"/>
                    <a:pt x="25616" y="202583"/>
                  </a:cubicBezTo>
                  <a:cubicBezTo>
                    <a:pt x="25616" y="304909"/>
                    <a:pt x="99800" y="368957"/>
                    <a:pt x="240854" y="388191"/>
                  </a:cubicBezTo>
                  <a:lnTo>
                    <a:pt x="307344" y="396718"/>
                  </a:lnTo>
                  <a:cubicBezTo>
                    <a:pt x="383333" y="407329"/>
                    <a:pt x="417244" y="430447"/>
                    <a:pt x="417244" y="466735"/>
                  </a:cubicBezTo>
                  <a:cubicBezTo>
                    <a:pt x="417244" y="514108"/>
                    <a:pt x="368231" y="544048"/>
                    <a:pt x="272864" y="544048"/>
                  </a:cubicBezTo>
                  <a:cubicBezTo>
                    <a:pt x="170280" y="544048"/>
                    <a:pt x="108729" y="514298"/>
                    <a:pt x="63895" y="479336"/>
                  </a:cubicBezTo>
                  <a:lnTo>
                    <a:pt x="-315" y="582989"/>
                  </a:lnTo>
                  <a:cubicBezTo>
                    <a:pt x="91631" y="651679"/>
                    <a:pt x="206850" y="664186"/>
                    <a:pt x="271725" y="664186"/>
                  </a:cubicBezTo>
                  <a:cubicBezTo>
                    <a:pt x="454478" y="664186"/>
                    <a:pt x="560483" y="578915"/>
                    <a:pt x="560483" y="457450"/>
                  </a:cubicBezTo>
                  <a:cubicBezTo>
                    <a:pt x="560483" y="349155"/>
                    <a:pt x="478320" y="291076"/>
                    <a:pt x="339925" y="270611"/>
                  </a:cubicBezTo>
                  <a:lnTo>
                    <a:pt x="274385" y="260663"/>
                  </a:lnTo>
                  <a:cubicBezTo>
                    <a:pt x="216158" y="252135"/>
                    <a:pt x="169900" y="240197"/>
                    <a:pt x="169900" y="195288"/>
                  </a:cubicBezTo>
                  <a:cubicBezTo>
                    <a:pt x="169900" y="150378"/>
                    <a:pt x="213593" y="120060"/>
                    <a:pt x="289772" y="120060"/>
                  </a:cubicBezTo>
                  <a:cubicBezTo>
                    <a:pt x="348627" y="121323"/>
                    <a:pt x="406531" y="135117"/>
                    <a:pt x="459608" y="160516"/>
                  </a:cubicBezTo>
                  <a:close/>
                </a:path>
              </a:pathLst>
            </a:custGeom>
            <a:grpFill/>
            <a:ln w="9499" cap="flat">
              <a:noFill/>
              <a:prstDash val="solid"/>
              <a:miter/>
            </a:ln>
          </p:spPr>
          <p:txBody>
            <a:bodyPr rtlCol="0" anchor="ctr"/>
            <a:lstStyle/>
            <a:p>
              <a:endParaRPr lang="en-US" b="0" i="0">
                <a:latin typeface="Tenorite" pitchFamily="2" charset="0"/>
              </a:endParaRPr>
            </a:p>
          </p:txBody>
        </p:sp>
        <p:sp>
          <p:nvSpPr>
            <p:cNvPr id="47" name="Freeform 46">
              <a:extLst>
                <a:ext uri="{FF2B5EF4-FFF2-40B4-BE49-F238E27FC236}">
                  <a16:creationId xmlns:a16="http://schemas.microsoft.com/office/drawing/2014/main" id="{7C2FF39D-D093-1340-A2EA-C8BCBF9F8EFE}"/>
                </a:ext>
              </a:extLst>
            </p:cNvPr>
            <p:cNvSpPr/>
            <p:nvPr/>
          </p:nvSpPr>
          <p:spPr>
            <a:xfrm>
              <a:off x="825757" y="3429000"/>
              <a:ext cx="536101" cy="534746"/>
            </a:xfrm>
            <a:custGeom>
              <a:avLst/>
              <a:gdLst>
                <a:gd name="connsiteX0" fmla="*/ 267736 w 536101"/>
                <a:gd name="connsiteY0" fmla="*/ -222 h 534746"/>
                <a:gd name="connsiteX1" fmla="*/ -315 w 536101"/>
                <a:gd name="connsiteY1" fmla="*/ 267151 h 534746"/>
                <a:gd name="connsiteX2" fmla="*/ 267736 w 536101"/>
                <a:gd name="connsiteY2" fmla="*/ 534524 h 534746"/>
                <a:gd name="connsiteX3" fmla="*/ 535787 w 536101"/>
                <a:gd name="connsiteY3" fmla="*/ 267151 h 534746"/>
                <a:gd name="connsiteX4" fmla="*/ 535787 w 536101"/>
                <a:gd name="connsiteY4" fmla="*/ 267056 h 534746"/>
                <a:gd name="connsiteX5" fmla="*/ 267736 w 536101"/>
                <a:gd name="connsiteY5" fmla="*/ -222 h 534746"/>
                <a:gd name="connsiteX6" fmla="*/ 267736 w 536101"/>
                <a:gd name="connsiteY6" fmla="*/ 339348 h 534746"/>
                <a:gd name="connsiteX7" fmla="*/ 195261 w 536101"/>
                <a:gd name="connsiteY7" fmla="*/ 267056 h 534746"/>
                <a:gd name="connsiteX8" fmla="*/ 267736 w 536101"/>
                <a:gd name="connsiteY8" fmla="*/ 194765 h 534746"/>
                <a:gd name="connsiteX9" fmla="*/ 340210 w 536101"/>
                <a:gd name="connsiteY9" fmla="*/ 267056 h 534746"/>
                <a:gd name="connsiteX10" fmla="*/ 267736 w 536101"/>
                <a:gd name="connsiteY10" fmla="*/ 339348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267736" y="-222"/>
                  </a:moveTo>
                  <a:cubicBezTo>
                    <a:pt x="119695" y="-222"/>
                    <a:pt x="-315" y="119485"/>
                    <a:pt x="-315" y="267151"/>
                  </a:cubicBezTo>
                  <a:cubicBezTo>
                    <a:pt x="-315" y="414817"/>
                    <a:pt x="119695" y="534524"/>
                    <a:pt x="267736" y="534524"/>
                  </a:cubicBezTo>
                  <a:cubicBezTo>
                    <a:pt x="415776" y="534524"/>
                    <a:pt x="535787" y="414817"/>
                    <a:pt x="535787" y="267151"/>
                  </a:cubicBezTo>
                  <a:cubicBezTo>
                    <a:pt x="535787" y="267120"/>
                    <a:pt x="535787" y="267088"/>
                    <a:pt x="535787" y="267056"/>
                  </a:cubicBezTo>
                  <a:cubicBezTo>
                    <a:pt x="535734" y="119427"/>
                    <a:pt x="415739" y="-222"/>
                    <a:pt x="267736" y="-222"/>
                  </a:cubicBezTo>
                  <a:close/>
                  <a:moveTo>
                    <a:pt x="267736" y="339348"/>
                  </a:moveTo>
                  <a:cubicBezTo>
                    <a:pt x="227709" y="339348"/>
                    <a:pt x="195261" y="306982"/>
                    <a:pt x="195261" y="267056"/>
                  </a:cubicBezTo>
                  <a:cubicBezTo>
                    <a:pt x="195261" y="227131"/>
                    <a:pt x="227709" y="194765"/>
                    <a:pt x="267736" y="194765"/>
                  </a:cubicBezTo>
                  <a:cubicBezTo>
                    <a:pt x="307762" y="194765"/>
                    <a:pt x="340210" y="227131"/>
                    <a:pt x="340210" y="267056"/>
                  </a:cubicBezTo>
                  <a:cubicBezTo>
                    <a:pt x="340158" y="306960"/>
                    <a:pt x="307740" y="339295"/>
                    <a:pt x="267736" y="339348"/>
                  </a:cubicBezTo>
                  <a:close/>
                </a:path>
              </a:pathLst>
            </a:custGeom>
            <a:grpFill/>
            <a:ln w="9499" cap="flat">
              <a:noFill/>
              <a:prstDash val="solid"/>
              <a:miter/>
            </a:ln>
          </p:spPr>
          <p:txBody>
            <a:bodyPr rtlCol="0" anchor="ctr"/>
            <a:lstStyle/>
            <a:p>
              <a:endParaRPr lang="en-US" b="0" i="0">
                <a:latin typeface="Tenorite" pitchFamily="2" charset="0"/>
              </a:endParaRPr>
            </a:p>
          </p:txBody>
        </p:sp>
      </p:grpSp>
      <p:sp>
        <p:nvSpPr>
          <p:cNvPr id="2" name="TextBox 1">
            <a:extLst>
              <a:ext uri="{FF2B5EF4-FFF2-40B4-BE49-F238E27FC236}">
                <a16:creationId xmlns:a16="http://schemas.microsoft.com/office/drawing/2014/main" id="{736B3B5B-7F9B-F9E4-59F3-0E777D5E8FB8}"/>
              </a:ext>
            </a:extLst>
          </p:cNvPr>
          <p:cNvSpPr txBox="1"/>
          <p:nvPr/>
        </p:nvSpPr>
        <p:spPr>
          <a:xfrm>
            <a:off x="9597795" y="6326102"/>
            <a:ext cx="2213206" cy="191268"/>
          </a:xfrm>
          <a:prstGeom prst="rect">
            <a:avLst/>
          </a:prstGeom>
          <a:noFill/>
        </p:spPr>
        <p:txBody>
          <a:bodyPr wrap="square" lIns="0" tIns="0" rIns="0" bIns="0" rtlCol="0" anchor="b" anchorCtr="0">
            <a:noAutofit/>
          </a:bodyPr>
          <a:lstStyle/>
          <a:p>
            <a:pPr algn="r"/>
            <a:fld id="{8D4FAEBE-B6EB-4E5D-A6B9-749E6598E908}" type="slidenum">
              <a:rPr lang="en-GB" sz="900" b="0" i="0" smtClean="0">
                <a:solidFill>
                  <a:schemeClr val="accent1"/>
                </a:solidFill>
                <a:latin typeface="Tenorite" pitchFamily="2" charset="0"/>
              </a:rPr>
              <a:t>‹#›</a:t>
            </a:fld>
            <a:endParaRPr lang="en-GB" sz="900" b="0" i="0">
              <a:solidFill>
                <a:schemeClr val="accent1"/>
              </a:solidFill>
              <a:latin typeface="Tenorite" pitchFamily="2" charset="0"/>
            </a:endParaRPr>
          </a:p>
        </p:txBody>
      </p:sp>
      <p:sp>
        <p:nvSpPr>
          <p:cNvPr id="4" name="Title 1">
            <a:extLst>
              <a:ext uri="{FF2B5EF4-FFF2-40B4-BE49-F238E27FC236}">
                <a16:creationId xmlns:a16="http://schemas.microsoft.com/office/drawing/2014/main" id="{24DDD23F-D1BF-BB8A-0CC4-22EBFF0B1B54}"/>
              </a:ext>
            </a:extLst>
          </p:cNvPr>
          <p:cNvSpPr>
            <a:spLocks noGrp="1"/>
          </p:cNvSpPr>
          <p:nvPr>
            <p:ph type="title" hasCustomPrompt="1"/>
          </p:nvPr>
        </p:nvSpPr>
        <p:spPr>
          <a:xfrm>
            <a:off x="777817" y="2769312"/>
            <a:ext cx="11033182" cy="1994940"/>
          </a:xfrm>
          <a:prstGeom prst="rect">
            <a:avLst/>
          </a:prstGeom>
          <a:noFill/>
        </p:spPr>
        <p:txBody>
          <a:bodyPr lIns="0" tIns="0" rIns="0" bIns="0" anchor="b">
            <a:normAutofit/>
          </a:bodyPr>
          <a:lstStyle>
            <a:lvl1pPr>
              <a:defRPr sz="4400" b="1" i="0" spc="10" baseline="0">
                <a:solidFill>
                  <a:schemeClr val="accent1"/>
                </a:solidFill>
                <a:latin typeface="Tenorite" pitchFamily="2" charset="0"/>
                <a:ea typeface="Verdana" panose="020B0604030504040204" pitchFamily="34" charset="0"/>
                <a:cs typeface="Tenorite" panose="00000500000000000000" pitchFamily="2" charset="0"/>
              </a:defRPr>
            </a:lvl1pPr>
          </a:lstStyle>
          <a:p>
            <a:r>
              <a:rPr lang="en-US"/>
              <a:t>Click to edit section divider title</a:t>
            </a:r>
          </a:p>
        </p:txBody>
      </p:sp>
      <p:sp>
        <p:nvSpPr>
          <p:cNvPr id="3" name="Text Placeholder 2">
            <a:extLst>
              <a:ext uri="{FF2B5EF4-FFF2-40B4-BE49-F238E27FC236}">
                <a16:creationId xmlns:a16="http://schemas.microsoft.com/office/drawing/2014/main" id="{9C908A8A-609C-FC32-44E1-2422A943EC9F}"/>
              </a:ext>
            </a:extLst>
          </p:cNvPr>
          <p:cNvSpPr>
            <a:spLocks noGrp="1"/>
          </p:cNvSpPr>
          <p:nvPr>
            <p:ph type="body" idx="11" hasCustomPrompt="1"/>
          </p:nvPr>
        </p:nvSpPr>
        <p:spPr>
          <a:xfrm>
            <a:off x="777818" y="4817628"/>
            <a:ext cx="9080746" cy="857251"/>
          </a:xfrm>
          <a:prstGeom prst="rect">
            <a:avLst/>
          </a:prstGeom>
        </p:spPr>
        <p:txBody>
          <a:bodyPr lIns="0"/>
          <a:lstStyle>
            <a:lvl1pPr marL="0" indent="0">
              <a:buNone/>
              <a:defRPr sz="200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here to edit sub-header</a:t>
            </a:r>
          </a:p>
        </p:txBody>
      </p:sp>
    </p:spTree>
    <p:extLst>
      <p:ext uri="{BB962C8B-B14F-4D97-AF65-F5344CB8AC3E}">
        <p14:creationId xmlns:p14="http://schemas.microsoft.com/office/powerpoint/2010/main" val="4157580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Divider 5">
    <p:bg>
      <p:bgPr>
        <a:solidFill>
          <a:srgbClr val="C2E2F5"/>
        </a:solidFill>
        <a:effectLst/>
      </p:bgPr>
    </p:bg>
    <p:spTree>
      <p:nvGrpSpPr>
        <p:cNvPr id="1" name=""/>
        <p:cNvGrpSpPr/>
        <p:nvPr/>
      </p:nvGrpSpPr>
      <p:grpSpPr>
        <a:xfrm>
          <a:off x="0" y="0"/>
          <a:ext cx="0" cy="0"/>
          <a:chOff x="0" y="0"/>
          <a:chExt cx="0" cy="0"/>
        </a:xfrm>
      </p:grpSpPr>
      <p:sp>
        <p:nvSpPr>
          <p:cNvPr id="18" name="Freeform 17">
            <a:extLst>
              <a:ext uri="{FF2B5EF4-FFF2-40B4-BE49-F238E27FC236}">
                <a16:creationId xmlns:a16="http://schemas.microsoft.com/office/drawing/2014/main" id="{A7200A30-C4E6-7569-CEB9-532EFE5F985D}"/>
              </a:ext>
            </a:extLst>
          </p:cNvPr>
          <p:cNvSpPr/>
          <p:nvPr/>
        </p:nvSpPr>
        <p:spPr>
          <a:xfrm rot="10800000">
            <a:off x="-1" y="498060"/>
            <a:ext cx="11353798" cy="1233341"/>
          </a:xfrm>
          <a:custGeom>
            <a:avLst/>
            <a:gdLst>
              <a:gd name="connsiteX0" fmla="*/ 11353798 w 11353798"/>
              <a:gd name="connsiteY0" fmla="*/ 1233341 h 1233341"/>
              <a:gd name="connsiteX1" fmla="*/ 0 w 11353798"/>
              <a:gd name="connsiteY1" fmla="*/ 1233341 h 1233341"/>
              <a:gd name="connsiteX2" fmla="*/ 0 w 11353798"/>
              <a:gd name="connsiteY2" fmla="*/ 1077522 h 1233341"/>
              <a:gd name="connsiteX3" fmla="*/ 478010 w 11353798"/>
              <a:gd name="connsiteY3" fmla="*/ 926521 h 1233341"/>
              <a:gd name="connsiteX4" fmla="*/ 2074888 w 11353798"/>
              <a:gd name="connsiteY4" fmla="*/ 573388 h 1233341"/>
              <a:gd name="connsiteX5" fmla="*/ 3982192 w 11353798"/>
              <a:gd name="connsiteY5" fmla="*/ 748203 h 1233341"/>
              <a:gd name="connsiteX6" fmla="*/ 5883479 w 11353798"/>
              <a:gd name="connsiteY6" fmla="*/ 733575 h 1233341"/>
              <a:gd name="connsiteX7" fmla="*/ 7505377 w 11353798"/>
              <a:gd name="connsiteY7" fmla="*/ 39492 h 1233341"/>
              <a:gd name="connsiteX8" fmla="*/ 9754187 w 11353798"/>
              <a:gd name="connsiteY8" fmla="*/ 349890 h 1233341"/>
              <a:gd name="connsiteX9" fmla="*/ 9754143 w 11353798"/>
              <a:gd name="connsiteY9" fmla="*/ 349905 h 1233341"/>
              <a:gd name="connsiteX10" fmla="*/ 11232720 w 11353798"/>
              <a:gd name="connsiteY10" fmla="*/ 628758 h 1233341"/>
              <a:gd name="connsiteX11" fmla="*/ 11353798 w 11353798"/>
              <a:gd name="connsiteY11" fmla="*/ 642013 h 1233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353798" h="1233341">
                <a:moveTo>
                  <a:pt x="11353798" y="1233341"/>
                </a:moveTo>
                <a:lnTo>
                  <a:pt x="0" y="1233341"/>
                </a:lnTo>
                <a:lnTo>
                  <a:pt x="0" y="1077522"/>
                </a:lnTo>
                <a:cubicBezTo>
                  <a:pt x="159337" y="1027199"/>
                  <a:pt x="318673" y="976860"/>
                  <a:pt x="478010" y="926521"/>
                </a:cubicBezTo>
                <a:cubicBezTo>
                  <a:pt x="976167" y="769152"/>
                  <a:pt x="1494923" y="607996"/>
                  <a:pt x="2074888" y="573388"/>
                </a:cubicBezTo>
                <a:cubicBezTo>
                  <a:pt x="2720942" y="534844"/>
                  <a:pt x="3355873" y="657709"/>
                  <a:pt x="3982192" y="748203"/>
                </a:cubicBezTo>
                <a:cubicBezTo>
                  <a:pt x="4608555" y="838696"/>
                  <a:pt x="5311853" y="893881"/>
                  <a:pt x="5883479" y="733575"/>
                </a:cubicBezTo>
                <a:cubicBezTo>
                  <a:pt x="6505512" y="559119"/>
                  <a:pt x="6839637" y="163520"/>
                  <a:pt x="7505377" y="39492"/>
                </a:cubicBezTo>
                <a:cubicBezTo>
                  <a:pt x="8258674" y="-100833"/>
                  <a:pt x="9039086" y="163684"/>
                  <a:pt x="9754187" y="349890"/>
                </a:cubicBezTo>
                <a:lnTo>
                  <a:pt x="9754143" y="349905"/>
                </a:lnTo>
                <a:cubicBezTo>
                  <a:pt x="10225146" y="472556"/>
                  <a:pt x="10721780" y="563785"/>
                  <a:pt x="11232720" y="628758"/>
                </a:cubicBezTo>
                <a:lnTo>
                  <a:pt x="11353798" y="642013"/>
                </a:lnTo>
                <a:close/>
              </a:path>
            </a:pathLst>
          </a:custGeom>
          <a:solidFill>
            <a:schemeClr val="accent6"/>
          </a:solidFill>
          <a:ln w="2189" cap="flat">
            <a:noFill/>
            <a:prstDash val="solid"/>
            <a:miter/>
          </a:ln>
        </p:spPr>
        <p:txBody>
          <a:bodyPr rtlCol="0" anchor="ctr"/>
          <a:lstStyle/>
          <a:p>
            <a:endParaRPr lang="en-US"/>
          </a:p>
        </p:txBody>
      </p:sp>
      <p:sp>
        <p:nvSpPr>
          <p:cNvPr id="10" name="Graphic 8">
            <a:extLst>
              <a:ext uri="{FF2B5EF4-FFF2-40B4-BE49-F238E27FC236}">
                <a16:creationId xmlns:a16="http://schemas.microsoft.com/office/drawing/2014/main" id="{C17F3882-E481-A4AC-96F1-4F706BF2A713}"/>
              </a:ext>
            </a:extLst>
          </p:cNvPr>
          <p:cNvSpPr/>
          <p:nvPr/>
        </p:nvSpPr>
        <p:spPr>
          <a:xfrm rot="10800000">
            <a:off x="0" y="-2"/>
            <a:ext cx="12192000" cy="1080178"/>
          </a:xfrm>
          <a:custGeom>
            <a:avLst/>
            <a:gdLst>
              <a:gd name="connsiteX0" fmla="*/ 7772400 w 7772400"/>
              <a:gd name="connsiteY0" fmla="*/ 220712 h 972280"/>
              <a:gd name="connsiteX1" fmla="*/ 7772400 w 7772400"/>
              <a:gd name="connsiteY1" fmla="*/ 972280 h 972280"/>
              <a:gd name="connsiteX2" fmla="*/ 0 w 7772400"/>
              <a:gd name="connsiteY2" fmla="*/ 972280 h 972280"/>
              <a:gd name="connsiteX3" fmla="*/ 0 w 7772400"/>
              <a:gd name="connsiteY3" fmla="*/ 46906 h 972280"/>
              <a:gd name="connsiteX4" fmla="*/ 463104 w 7772400"/>
              <a:gd name="connsiteY4" fmla="*/ 33132 h 972280"/>
              <a:gd name="connsiteX5" fmla="*/ 1328205 w 7772400"/>
              <a:gd name="connsiteY5" fmla="*/ 65366 h 972280"/>
              <a:gd name="connsiteX6" fmla="*/ 1984546 w 7772400"/>
              <a:gd name="connsiteY6" fmla="*/ 157711 h 972280"/>
              <a:gd name="connsiteX7" fmla="*/ 2607389 w 7772400"/>
              <a:gd name="connsiteY7" fmla="*/ 264531 h 972280"/>
              <a:gd name="connsiteX8" fmla="*/ 3712054 w 7772400"/>
              <a:gd name="connsiteY8" fmla="*/ 353328 h 972280"/>
              <a:gd name="connsiteX9" fmla="*/ 5104124 w 7772400"/>
              <a:gd name="connsiteY9" fmla="*/ 134192 h 972280"/>
              <a:gd name="connsiteX10" fmla="*/ 5789935 w 7772400"/>
              <a:gd name="connsiteY10" fmla="*/ 22446 h 972280"/>
              <a:gd name="connsiteX11" fmla="*/ 6192917 w 7772400"/>
              <a:gd name="connsiteY11" fmla="*/ 0 h 972280"/>
              <a:gd name="connsiteX12" fmla="*/ 6513206 w 7772400"/>
              <a:gd name="connsiteY12" fmla="*/ 14212 h 972280"/>
              <a:gd name="connsiteX13" fmla="*/ 7254911 w 7772400"/>
              <a:gd name="connsiteY13" fmla="*/ 124251 h 972280"/>
              <a:gd name="connsiteX14" fmla="*/ 7772400 w 7772400"/>
              <a:gd name="connsiteY14" fmla="*/ 220734 h 972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72400" h="972280">
                <a:moveTo>
                  <a:pt x="7772400" y="220712"/>
                </a:moveTo>
                <a:lnTo>
                  <a:pt x="7772400" y="972280"/>
                </a:lnTo>
                <a:lnTo>
                  <a:pt x="0" y="972280"/>
                </a:lnTo>
                <a:lnTo>
                  <a:pt x="0" y="46906"/>
                </a:lnTo>
                <a:cubicBezTo>
                  <a:pt x="154353" y="40118"/>
                  <a:pt x="308816" y="35037"/>
                  <a:pt x="463104" y="33132"/>
                </a:cubicBezTo>
                <a:cubicBezTo>
                  <a:pt x="752522" y="29563"/>
                  <a:pt x="1041436" y="37161"/>
                  <a:pt x="1328205" y="65366"/>
                </a:cubicBezTo>
                <a:cubicBezTo>
                  <a:pt x="1548459" y="87024"/>
                  <a:pt x="1766853" y="120769"/>
                  <a:pt x="1984546" y="157711"/>
                </a:cubicBezTo>
                <a:cubicBezTo>
                  <a:pt x="2192452" y="192989"/>
                  <a:pt x="2399745" y="231179"/>
                  <a:pt x="2607389" y="264531"/>
                </a:cubicBezTo>
                <a:cubicBezTo>
                  <a:pt x="2972626" y="323174"/>
                  <a:pt x="3338980" y="366817"/>
                  <a:pt x="3712054" y="353328"/>
                </a:cubicBezTo>
                <a:cubicBezTo>
                  <a:pt x="4186696" y="336116"/>
                  <a:pt x="4644261" y="226756"/>
                  <a:pt x="5104124" y="134192"/>
                </a:cubicBezTo>
                <a:cubicBezTo>
                  <a:pt x="5331363" y="88447"/>
                  <a:pt x="5559193" y="46819"/>
                  <a:pt x="5789935" y="22446"/>
                </a:cubicBezTo>
                <a:cubicBezTo>
                  <a:pt x="5923139" y="8365"/>
                  <a:pt x="6057305" y="44"/>
                  <a:pt x="6192917" y="0"/>
                </a:cubicBezTo>
                <a:cubicBezTo>
                  <a:pt x="6300417" y="-44"/>
                  <a:pt x="6407129" y="5168"/>
                  <a:pt x="6513206" y="14212"/>
                </a:cubicBezTo>
                <a:cubicBezTo>
                  <a:pt x="6762842" y="35475"/>
                  <a:pt x="7009172" y="78067"/>
                  <a:pt x="7254911" y="124251"/>
                </a:cubicBezTo>
                <a:cubicBezTo>
                  <a:pt x="7427415" y="156682"/>
                  <a:pt x="7599590" y="190887"/>
                  <a:pt x="7772400" y="220734"/>
                </a:cubicBezTo>
                <a:close/>
              </a:path>
            </a:pathLst>
          </a:custGeom>
          <a:solidFill>
            <a:srgbClr val="6CBFE5"/>
          </a:solidFill>
          <a:ln w="2189" cap="flat">
            <a:noFill/>
            <a:prstDash val="solid"/>
            <a:miter/>
          </a:ln>
        </p:spPr>
        <p:txBody>
          <a:bodyPr rtlCol="0" anchor="ctr"/>
          <a:lstStyle/>
          <a:p>
            <a:endParaRPr lang="en-US"/>
          </a:p>
        </p:txBody>
      </p:sp>
      <p:grpSp>
        <p:nvGrpSpPr>
          <p:cNvPr id="41" name="Graphic 3">
            <a:extLst>
              <a:ext uri="{FF2B5EF4-FFF2-40B4-BE49-F238E27FC236}">
                <a16:creationId xmlns:a16="http://schemas.microsoft.com/office/drawing/2014/main" id="{ECFBCFCE-EC43-F944-AA11-786181A06C02}"/>
              </a:ext>
            </a:extLst>
          </p:cNvPr>
          <p:cNvGrpSpPr/>
          <p:nvPr/>
        </p:nvGrpSpPr>
        <p:grpSpPr>
          <a:xfrm>
            <a:off x="380999" y="312608"/>
            <a:ext cx="772695" cy="269013"/>
            <a:chOff x="448663" y="3429000"/>
            <a:chExt cx="3429000" cy="1193800"/>
          </a:xfrm>
          <a:solidFill>
            <a:schemeClr val="accent1"/>
          </a:solidFill>
        </p:grpSpPr>
        <p:sp>
          <p:nvSpPr>
            <p:cNvPr id="42" name="Freeform 41">
              <a:extLst>
                <a:ext uri="{FF2B5EF4-FFF2-40B4-BE49-F238E27FC236}">
                  <a16:creationId xmlns:a16="http://schemas.microsoft.com/office/drawing/2014/main" id="{01FCFFE5-B21A-9842-B1EA-14E973BF8194}"/>
                </a:ext>
              </a:extLst>
            </p:cNvPr>
            <p:cNvSpPr/>
            <p:nvPr/>
          </p:nvSpPr>
          <p:spPr>
            <a:xfrm>
              <a:off x="1213206"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267641 w 536101"/>
                <a:gd name="connsiteY4" fmla="*/ 339348 h 534746"/>
                <a:gd name="connsiteX5" fmla="*/ 195262 w 536101"/>
                <a:gd name="connsiteY5" fmla="*/ 267056 h 534746"/>
                <a:gd name="connsiteX6" fmla="*/ -315 w 536101"/>
                <a:gd name="connsiteY6" fmla="*/ 267056 h 534746"/>
                <a:gd name="connsiteX7" fmla="*/ 267641 w 536101"/>
                <a:gd name="connsiteY7" fmla="*/ 534524 h 534746"/>
                <a:gd name="connsiteX8" fmla="*/ 535787 w 536101"/>
                <a:gd name="connsiteY8" fmla="*/ 267246 h 534746"/>
                <a:gd name="connsiteX9" fmla="*/ 267831 w 536101"/>
                <a:gd name="connsiteY9" fmla="*/ -222 h 534746"/>
                <a:gd name="connsiteX10" fmla="*/ 267641 w 536101"/>
                <a:gd name="connsiteY10" fmla="*/ -222 h 534746"/>
                <a:gd name="connsiteX11" fmla="*/ -315 w 536101"/>
                <a:gd name="connsiteY11"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67704" y="339348"/>
                    <a:pt x="267673" y="339348"/>
                    <a:pt x="267641" y="339348"/>
                  </a:cubicBezTo>
                  <a:cubicBezTo>
                    <a:pt x="227652" y="339295"/>
                    <a:pt x="195262" y="306945"/>
                    <a:pt x="195262"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68" y="-222"/>
                    <a:pt x="267704" y="-222"/>
                    <a:pt x="267641" y="-222"/>
                  </a:cubicBezTo>
                  <a:cubicBezTo>
                    <a:pt x="119653" y="-222"/>
                    <a:pt x="-315" y="119442"/>
                    <a:pt x="-315" y="267056"/>
                  </a:cubicBezTo>
                </a:path>
              </a:pathLst>
            </a:custGeom>
            <a:grpFill/>
            <a:ln w="9499" cap="flat">
              <a:noFill/>
              <a:prstDash val="solid"/>
              <a:miter/>
            </a:ln>
          </p:spPr>
          <p:txBody>
            <a:bodyPr rtlCol="0" anchor="ctr"/>
            <a:lstStyle/>
            <a:p>
              <a:endParaRPr lang="en-US" b="0" i="0">
                <a:latin typeface="Tenorite" pitchFamily="2" charset="0"/>
              </a:endParaRPr>
            </a:p>
          </p:txBody>
        </p:sp>
        <p:sp>
          <p:nvSpPr>
            <p:cNvPr id="43" name="Freeform 42">
              <a:extLst>
                <a:ext uri="{FF2B5EF4-FFF2-40B4-BE49-F238E27FC236}">
                  <a16:creationId xmlns:a16="http://schemas.microsoft.com/office/drawing/2014/main" id="{51E6C8B4-0DC0-4842-9F2F-847C5AD85626}"/>
                </a:ext>
              </a:extLst>
            </p:cNvPr>
            <p:cNvSpPr/>
            <p:nvPr/>
          </p:nvSpPr>
          <p:spPr>
            <a:xfrm>
              <a:off x="448663"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195261 w 536101"/>
                <a:gd name="connsiteY4" fmla="*/ 267056 h 534746"/>
                <a:gd name="connsiteX5" fmla="*/ -315 w 536101"/>
                <a:gd name="connsiteY5" fmla="*/ 267056 h 534746"/>
                <a:gd name="connsiteX6" fmla="*/ 267641 w 536101"/>
                <a:gd name="connsiteY6" fmla="*/ 534524 h 534746"/>
                <a:gd name="connsiteX7" fmla="*/ 535787 w 536101"/>
                <a:gd name="connsiteY7" fmla="*/ 267246 h 534746"/>
                <a:gd name="connsiteX8" fmla="*/ 267831 w 536101"/>
                <a:gd name="connsiteY8" fmla="*/ -222 h 534746"/>
                <a:gd name="connsiteX9" fmla="*/ 267736 w 536101"/>
                <a:gd name="connsiteY9" fmla="*/ -222 h 534746"/>
                <a:gd name="connsiteX10" fmla="*/ -315 w 536101"/>
                <a:gd name="connsiteY10"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27731" y="339295"/>
                    <a:pt x="195314" y="306960"/>
                    <a:pt x="195261"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99" y="-222"/>
                    <a:pt x="267768" y="-222"/>
                    <a:pt x="267736" y="-222"/>
                  </a:cubicBezTo>
                  <a:cubicBezTo>
                    <a:pt x="119732" y="-222"/>
                    <a:pt x="-263" y="119427"/>
                    <a:pt x="-315" y="267056"/>
                  </a:cubicBezTo>
                </a:path>
              </a:pathLst>
            </a:custGeom>
            <a:grpFill/>
            <a:ln w="9499" cap="flat">
              <a:noFill/>
              <a:prstDash val="solid"/>
              <a:miter/>
            </a:ln>
          </p:spPr>
          <p:txBody>
            <a:bodyPr rtlCol="0" anchor="ctr"/>
            <a:lstStyle/>
            <a:p>
              <a:endParaRPr lang="en-US" b="0" i="0">
                <a:latin typeface="Tenorite" pitchFamily="2" charset="0"/>
              </a:endParaRPr>
            </a:p>
          </p:txBody>
        </p:sp>
        <p:sp>
          <p:nvSpPr>
            <p:cNvPr id="44" name="Freeform 43">
              <a:extLst>
                <a:ext uri="{FF2B5EF4-FFF2-40B4-BE49-F238E27FC236}">
                  <a16:creationId xmlns:a16="http://schemas.microsoft.com/office/drawing/2014/main" id="{6F956B45-ACCC-9E40-B658-1904888EE829}"/>
                </a:ext>
              </a:extLst>
            </p:cNvPr>
            <p:cNvSpPr/>
            <p:nvPr/>
          </p:nvSpPr>
          <p:spPr>
            <a:xfrm>
              <a:off x="2022583" y="3633461"/>
              <a:ext cx="654074" cy="967546"/>
            </a:xfrm>
            <a:custGeom>
              <a:avLst/>
              <a:gdLst>
                <a:gd name="connsiteX0" fmla="*/ 653759 w 654074"/>
                <a:gd name="connsiteY0" fmla="*/ 634482 h 967546"/>
                <a:gd name="connsiteX1" fmla="*/ 336695 w 654074"/>
                <a:gd name="connsiteY1" fmla="*/ 301639 h 967546"/>
                <a:gd name="connsiteX2" fmla="*/ 137985 w 654074"/>
                <a:gd name="connsiteY2" fmla="*/ 393448 h 967546"/>
                <a:gd name="connsiteX3" fmla="*/ 137985 w 654074"/>
                <a:gd name="connsiteY3" fmla="*/ -222 h 967546"/>
                <a:gd name="connsiteX4" fmla="*/ -315 w 654074"/>
                <a:gd name="connsiteY4" fmla="*/ -222 h 967546"/>
                <a:gd name="connsiteX5" fmla="*/ -315 w 654074"/>
                <a:gd name="connsiteY5" fmla="*/ 950838 h 967546"/>
                <a:gd name="connsiteX6" fmla="*/ 137985 w 654074"/>
                <a:gd name="connsiteY6" fmla="*/ 950838 h 967546"/>
                <a:gd name="connsiteX7" fmla="*/ 137985 w 654074"/>
                <a:gd name="connsiteY7" fmla="*/ 875515 h 967546"/>
                <a:gd name="connsiteX8" fmla="*/ 336695 w 654074"/>
                <a:gd name="connsiteY8" fmla="*/ 967324 h 967546"/>
                <a:gd name="connsiteX9" fmla="*/ 653759 w 654074"/>
                <a:gd name="connsiteY9" fmla="*/ 634482 h 967546"/>
                <a:gd name="connsiteX10" fmla="*/ 511280 w 654074"/>
                <a:gd name="connsiteY10" fmla="*/ 634482 h 967546"/>
                <a:gd name="connsiteX11" fmla="*/ 319883 w 654074"/>
                <a:gd name="connsiteY11" fmla="*/ 837238 h 967546"/>
                <a:gd name="connsiteX12" fmla="*/ 128581 w 654074"/>
                <a:gd name="connsiteY12" fmla="*/ 634482 h 967546"/>
                <a:gd name="connsiteX13" fmla="*/ 319883 w 654074"/>
                <a:gd name="connsiteY13" fmla="*/ 431725 h 967546"/>
                <a:gd name="connsiteX14" fmla="*/ 511280 w 654074"/>
                <a:gd name="connsiteY14" fmla="*/ 634482 h 96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74" h="967546">
                  <a:moveTo>
                    <a:pt x="653759" y="634482"/>
                  </a:moveTo>
                  <a:cubicBezTo>
                    <a:pt x="653759" y="441010"/>
                    <a:pt x="514130" y="301639"/>
                    <a:pt x="336695" y="301639"/>
                  </a:cubicBezTo>
                  <a:cubicBezTo>
                    <a:pt x="245984" y="301639"/>
                    <a:pt x="182343" y="337926"/>
                    <a:pt x="137985" y="393448"/>
                  </a:cubicBezTo>
                  <a:lnTo>
                    <a:pt x="137985" y="-222"/>
                  </a:lnTo>
                  <a:lnTo>
                    <a:pt x="-315" y="-222"/>
                  </a:lnTo>
                  <a:lnTo>
                    <a:pt x="-315" y="950838"/>
                  </a:lnTo>
                  <a:lnTo>
                    <a:pt x="137985" y="950838"/>
                  </a:lnTo>
                  <a:lnTo>
                    <a:pt x="137985" y="875515"/>
                  </a:lnTo>
                  <a:cubicBezTo>
                    <a:pt x="182343" y="931036"/>
                    <a:pt x="245984" y="967324"/>
                    <a:pt x="336695" y="967324"/>
                  </a:cubicBezTo>
                  <a:cubicBezTo>
                    <a:pt x="514130" y="967324"/>
                    <a:pt x="653759" y="827953"/>
                    <a:pt x="653759" y="634482"/>
                  </a:cubicBezTo>
                  <a:moveTo>
                    <a:pt x="511280" y="634482"/>
                  </a:moveTo>
                  <a:cubicBezTo>
                    <a:pt x="511280" y="745429"/>
                    <a:pt x="439091" y="837238"/>
                    <a:pt x="319883" y="837238"/>
                  </a:cubicBezTo>
                  <a:cubicBezTo>
                    <a:pt x="205900" y="837238"/>
                    <a:pt x="128581" y="750072"/>
                    <a:pt x="128581" y="634482"/>
                  </a:cubicBezTo>
                  <a:cubicBezTo>
                    <a:pt x="128581" y="518891"/>
                    <a:pt x="205995" y="431725"/>
                    <a:pt x="319883" y="431725"/>
                  </a:cubicBezTo>
                  <a:cubicBezTo>
                    <a:pt x="439091" y="431725"/>
                    <a:pt x="511280" y="523534"/>
                    <a:pt x="511280" y="634482"/>
                  </a:cubicBezTo>
                </a:path>
              </a:pathLst>
            </a:custGeom>
            <a:grpFill/>
            <a:ln w="9499" cap="flat">
              <a:noFill/>
              <a:prstDash val="solid"/>
              <a:miter/>
            </a:ln>
          </p:spPr>
          <p:txBody>
            <a:bodyPr rtlCol="0" anchor="ctr"/>
            <a:lstStyle/>
            <a:p>
              <a:endParaRPr lang="en-US" b="0" i="0">
                <a:latin typeface="Tenorite" pitchFamily="2" charset="0"/>
              </a:endParaRPr>
            </a:p>
          </p:txBody>
        </p:sp>
        <p:sp>
          <p:nvSpPr>
            <p:cNvPr id="45" name="Freeform 44">
              <a:extLst>
                <a:ext uri="{FF2B5EF4-FFF2-40B4-BE49-F238E27FC236}">
                  <a16:creationId xmlns:a16="http://schemas.microsoft.com/office/drawing/2014/main" id="{9E991BC2-669A-1E45-AA41-7F3A7B13CDAF}"/>
                </a:ext>
              </a:extLst>
            </p:cNvPr>
            <p:cNvSpPr/>
            <p:nvPr/>
          </p:nvSpPr>
          <p:spPr>
            <a:xfrm>
              <a:off x="2791496" y="3760326"/>
              <a:ext cx="422688" cy="840776"/>
            </a:xfrm>
            <a:custGeom>
              <a:avLst/>
              <a:gdLst>
                <a:gd name="connsiteX0" fmla="*/ 381624 w 422688"/>
                <a:gd name="connsiteY0" fmla="*/ 316798 h 840776"/>
                <a:gd name="connsiteX1" fmla="*/ 381624 w 422688"/>
                <a:gd name="connsiteY1" fmla="*/ 191259 h 840776"/>
                <a:gd name="connsiteX2" fmla="*/ 138650 w 422688"/>
                <a:gd name="connsiteY2" fmla="*/ 191259 h 840776"/>
                <a:gd name="connsiteX3" fmla="*/ 138650 w 422688"/>
                <a:gd name="connsiteY3" fmla="*/ -222 h 840776"/>
                <a:gd name="connsiteX4" fmla="*/ -315 w 422688"/>
                <a:gd name="connsiteY4" fmla="*/ -222 h 840776"/>
                <a:gd name="connsiteX5" fmla="*/ -315 w 422688"/>
                <a:gd name="connsiteY5" fmla="*/ 594878 h 840776"/>
                <a:gd name="connsiteX6" fmla="*/ 227652 w 422688"/>
                <a:gd name="connsiteY6" fmla="*/ 840554 h 840776"/>
                <a:gd name="connsiteX7" fmla="*/ 422373 w 422688"/>
                <a:gd name="connsiteY7" fmla="*/ 777832 h 840776"/>
                <a:gd name="connsiteX8" fmla="*/ 367376 w 422688"/>
                <a:gd name="connsiteY8" fmla="*/ 667548 h 840776"/>
                <a:gd name="connsiteX9" fmla="*/ 239620 w 422688"/>
                <a:gd name="connsiteY9" fmla="*/ 710468 h 840776"/>
                <a:gd name="connsiteX10" fmla="*/ 138934 w 422688"/>
                <a:gd name="connsiteY10" fmla="*/ 592225 h 840776"/>
                <a:gd name="connsiteX11" fmla="*/ 138934 w 422688"/>
                <a:gd name="connsiteY11" fmla="*/ 316798 h 84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88" h="840776">
                  <a:moveTo>
                    <a:pt x="381624" y="316798"/>
                  </a:moveTo>
                  <a:lnTo>
                    <a:pt x="381624" y="191259"/>
                  </a:lnTo>
                  <a:lnTo>
                    <a:pt x="138650" y="191259"/>
                  </a:lnTo>
                  <a:lnTo>
                    <a:pt x="138650" y="-222"/>
                  </a:lnTo>
                  <a:lnTo>
                    <a:pt x="-315" y="-222"/>
                  </a:lnTo>
                  <a:lnTo>
                    <a:pt x="-315" y="594878"/>
                  </a:lnTo>
                  <a:cubicBezTo>
                    <a:pt x="-315" y="763336"/>
                    <a:pt x="83747" y="840554"/>
                    <a:pt x="227652" y="840554"/>
                  </a:cubicBezTo>
                  <a:cubicBezTo>
                    <a:pt x="297461" y="839999"/>
                    <a:pt x="365423" y="818108"/>
                    <a:pt x="422373" y="777832"/>
                  </a:cubicBezTo>
                  <a:lnTo>
                    <a:pt x="367376" y="667548"/>
                  </a:lnTo>
                  <a:cubicBezTo>
                    <a:pt x="329382" y="691329"/>
                    <a:pt x="282648" y="710468"/>
                    <a:pt x="239620" y="710468"/>
                  </a:cubicBezTo>
                  <a:cubicBezTo>
                    <a:pt x="183958" y="710468"/>
                    <a:pt x="138934" y="676738"/>
                    <a:pt x="138934" y="592225"/>
                  </a:cubicBezTo>
                  <a:lnTo>
                    <a:pt x="138934" y="316798"/>
                  </a:lnTo>
                  <a:close/>
                </a:path>
              </a:pathLst>
            </a:custGeom>
            <a:grpFill/>
            <a:ln w="9499" cap="flat">
              <a:noFill/>
              <a:prstDash val="solid"/>
              <a:miter/>
            </a:ln>
          </p:spPr>
          <p:txBody>
            <a:bodyPr rtlCol="0" anchor="ctr"/>
            <a:lstStyle/>
            <a:p>
              <a:endParaRPr lang="en-US" b="0" i="0">
                <a:latin typeface="Tenorite" pitchFamily="2" charset="0"/>
              </a:endParaRPr>
            </a:p>
          </p:txBody>
        </p:sp>
        <p:sp>
          <p:nvSpPr>
            <p:cNvPr id="46" name="Freeform 45">
              <a:extLst>
                <a:ext uri="{FF2B5EF4-FFF2-40B4-BE49-F238E27FC236}">
                  <a16:creationId xmlns:a16="http://schemas.microsoft.com/office/drawing/2014/main" id="{96FADA1D-80BC-0C48-9482-A88B2A82E8C0}"/>
                </a:ext>
              </a:extLst>
            </p:cNvPr>
            <p:cNvSpPr/>
            <p:nvPr/>
          </p:nvSpPr>
          <p:spPr>
            <a:xfrm>
              <a:off x="3312970" y="3935937"/>
              <a:ext cx="560798" cy="664408"/>
            </a:xfrm>
            <a:custGeom>
              <a:avLst/>
              <a:gdLst>
                <a:gd name="connsiteX0" fmla="*/ 508336 w 560798"/>
                <a:gd name="connsiteY0" fmla="*/ 46537 h 664408"/>
                <a:gd name="connsiteX1" fmla="*/ 287872 w 560798"/>
                <a:gd name="connsiteY1" fmla="*/ -173 h 664408"/>
                <a:gd name="connsiteX2" fmla="*/ 25616 w 560798"/>
                <a:gd name="connsiteY2" fmla="*/ 202583 h 664408"/>
                <a:gd name="connsiteX3" fmla="*/ 240854 w 560798"/>
                <a:gd name="connsiteY3" fmla="*/ 388191 h 664408"/>
                <a:gd name="connsiteX4" fmla="*/ 307344 w 560798"/>
                <a:gd name="connsiteY4" fmla="*/ 396718 h 664408"/>
                <a:gd name="connsiteX5" fmla="*/ 417244 w 560798"/>
                <a:gd name="connsiteY5" fmla="*/ 466735 h 664408"/>
                <a:gd name="connsiteX6" fmla="*/ 272864 w 560798"/>
                <a:gd name="connsiteY6" fmla="*/ 544048 h 664408"/>
                <a:gd name="connsiteX7" fmla="*/ 63895 w 560798"/>
                <a:gd name="connsiteY7" fmla="*/ 479336 h 664408"/>
                <a:gd name="connsiteX8" fmla="*/ -315 w 560798"/>
                <a:gd name="connsiteY8" fmla="*/ 582989 h 664408"/>
                <a:gd name="connsiteX9" fmla="*/ 271725 w 560798"/>
                <a:gd name="connsiteY9" fmla="*/ 664186 h 664408"/>
                <a:gd name="connsiteX10" fmla="*/ 560483 w 560798"/>
                <a:gd name="connsiteY10" fmla="*/ 457450 h 664408"/>
                <a:gd name="connsiteX11" fmla="*/ 339925 w 560798"/>
                <a:gd name="connsiteY11" fmla="*/ 270611 h 664408"/>
                <a:gd name="connsiteX12" fmla="*/ 274385 w 560798"/>
                <a:gd name="connsiteY12" fmla="*/ 260663 h 664408"/>
                <a:gd name="connsiteX13" fmla="*/ 169900 w 560798"/>
                <a:gd name="connsiteY13" fmla="*/ 195288 h 664408"/>
                <a:gd name="connsiteX14" fmla="*/ 289772 w 560798"/>
                <a:gd name="connsiteY14" fmla="*/ 120060 h 664408"/>
                <a:gd name="connsiteX15" fmla="*/ 459608 w 560798"/>
                <a:gd name="connsiteY15" fmla="*/ 160516 h 66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0798" h="664408">
                  <a:moveTo>
                    <a:pt x="508336" y="46537"/>
                  </a:moveTo>
                  <a:cubicBezTo>
                    <a:pt x="439269" y="14734"/>
                    <a:pt x="363936" y="-1227"/>
                    <a:pt x="287872" y="-173"/>
                  </a:cubicBezTo>
                  <a:cubicBezTo>
                    <a:pt x="126396" y="-173"/>
                    <a:pt x="25616" y="77803"/>
                    <a:pt x="25616" y="202583"/>
                  </a:cubicBezTo>
                  <a:cubicBezTo>
                    <a:pt x="25616" y="304909"/>
                    <a:pt x="99800" y="368957"/>
                    <a:pt x="240854" y="388191"/>
                  </a:cubicBezTo>
                  <a:lnTo>
                    <a:pt x="307344" y="396718"/>
                  </a:lnTo>
                  <a:cubicBezTo>
                    <a:pt x="383333" y="407329"/>
                    <a:pt x="417244" y="430447"/>
                    <a:pt x="417244" y="466735"/>
                  </a:cubicBezTo>
                  <a:cubicBezTo>
                    <a:pt x="417244" y="514108"/>
                    <a:pt x="368231" y="544048"/>
                    <a:pt x="272864" y="544048"/>
                  </a:cubicBezTo>
                  <a:cubicBezTo>
                    <a:pt x="170280" y="544048"/>
                    <a:pt x="108729" y="514298"/>
                    <a:pt x="63895" y="479336"/>
                  </a:cubicBezTo>
                  <a:lnTo>
                    <a:pt x="-315" y="582989"/>
                  </a:lnTo>
                  <a:cubicBezTo>
                    <a:pt x="91631" y="651679"/>
                    <a:pt x="206850" y="664186"/>
                    <a:pt x="271725" y="664186"/>
                  </a:cubicBezTo>
                  <a:cubicBezTo>
                    <a:pt x="454478" y="664186"/>
                    <a:pt x="560483" y="578915"/>
                    <a:pt x="560483" y="457450"/>
                  </a:cubicBezTo>
                  <a:cubicBezTo>
                    <a:pt x="560483" y="349155"/>
                    <a:pt x="478320" y="291076"/>
                    <a:pt x="339925" y="270611"/>
                  </a:cubicBezTo>
                  <a:lnTo>
                    <a:pt x="274385" y="260663"/>
                  </a:lnTo>
                  <a:cubicBezTo>
                    <a:pt x="216158" y="252135"/>
                    <a:pt x="169900" y="240197"/>
                    <a:pt x="169900" y="195288"/>
                  </a:cubicBezTo>
                  <a:cubicBezTo>
                    <a:pt x="169900" y="150378"/>
                    <a:pt x="213593" y="120060"/>
                    <a:pt x="289772" y="120060"/>
                  </a:cubicBezTo>
                  <a:cubicBezTo>
                    <a:pt x="348627" y="121323"/>
                    <a:pt x="406531" y="135117"/>
                    <a:pt x="459608" y="160516"/>
                  </a:cubicBezTo>
                  <a:close/>
                </a:path>
              </a:pathLst>
            </a:custGeom>
            <a:grpFill/>
            <a:ln w="9499" cap="flat">
              <a:noFill/>
              <a:prstDash val="solid"/>
              <a:miter/>
            </a:ln>
          </p:spPr>
          <p:txBody>
            <a:bodyPr rtlCol="0" anchor="ctr"/>
            <a:lstStyle/>
            <a:p>
              <a:endParaRPr lang="en-US" b="0" i="0">
                <a:latin typeface="Tenorite" pitchFamily="2" charset="0"/>
              </a:endParaRPr>
            </a:p>
          </p:txBody>
        </p:sp>
        <p:sp>
          <p:nvSpPr>
            <p:cNvPr id="47" name="Freeform 46">
              <a:extLst>
                <a:ext uri="{FF2B5EF4-FFF2-40B4-BE49-F238E27FC236}">
                  <a16:creationId xmlns:a16="http://schemas.microsoft.com/office/drawing/2014/main" id="{3684D0F5-76B8-A34A-BCB8-B3BAFB9A09ED}"/>
                </a:ext>
              </a:extLst>
            </p:cNvPr>
            <p:cNvSpPr/>
            <p:nvPr/>
          </p:nvSpPr>
          <p:spPr>
            <a:xfrm>
              <a:off x="825757" y="3429000"/>
              <a:ext cx="536101" cy="534746"/>
            </a:xfrm>
            <a:custGeom>
              <a:avLst/>
              <a:gdLst>
                <a:gd name="connsiteX0" fmla="*/ 267736 w 536101"/>
                <a:gd name="connsiteY0" fmla="*/ -222 h 534746"/>
                <a:gd name="connsiteX1" fmla="*/ -315 w 536101"/>
                <a:gd name="connsiteY1" fmla="*/ 267151 h 534746"/>
                <a:gd name="connsiteX2" fmla="*/ 267736 w 536101"/>
                <a:gd name="connsiteY2" fmla="*/ 534524 h 534746"/>
                <a:gd name="connsiteX3" fmla="*/ 535787 w 536101"/>
                <a:gd name="connsiteY3" fmla="*/ 267151 h 534746"/>
                <a:gd name="connsiteX4" fmla="*/ 535787 w 536101"/>
                <a:gd name="connsiteY4" fmla="*/ 267056 h 534746"/>
                <a:gd name="connsiteX5" fmla="*/ 267736 w 536101"/>
                <a:gd name="connsiteY5" fmla="*/ -222 h 534746"/>
                <a:gd name="connsiteX6" fmla="*/ 267736 w 536101"/>
                <a:gd name="connsiteY6" fmla="*/ 339348 h 534746"/>
                <a:gd name="connsiteX7" fmla="*/ 195261 w 536101"/>
                <a:gd name="connsiteY7" fmla="*/ 267056 h 534746"/>
                <a:gd name="connsiteX8" fmla="*/ 267736 w 536101"/>
                <a:gd name="connsiteY8" fmla="*/ 194765 h 534746"/>
                <a:gd name="connsiteX9" fmla="*/ 340210 w 536101"/>
                <a:gd name="connsiteY9" fmla="*/ 267056 h 534746"/>
                <a:gd name="connsiteX10" fmla="*/ 267736 w 536101"/>
                <a:gd name="connsiteY10" fmla="*/ 339348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267736" y="-222"/>
                  </a:moveTo>
                  <a:cubicBezTo>
                    <a:pt x="119695" y="-222"/>
                    <a:pt x="-315" y="119485"/>
                    <a:pt x="-315" y="267151"/>
                  </a:cubicBezTo>
                  <a:cubicBezTo>
                    <a:pt x="-315" y="414817"/>
                    <a:pt x="119695" y="534524"/>
                    <a:pt x="267736" y="534524"/>
                  </a:cubicBezTo>
                  <a:cubicBezTo>
                    <a:pt x="415776" y="534524"/>
                    <a:pt x="535787" y="414817"/>
                    <a:pt x="535787" y="267151"/>
                  </a:cubicBezTo>
                  <a:cubicBezTo>
                    <a:pt x="535787" y="267120"/>
                    <a:pt x="535787" y="267088"/>
                    <a:pt x="535787" y="267056"/>
                  </a:cubicBezTo>
                  <a:cubicBezTo>
                    <a:pt x="535734" y="119427"/>
                    <a:pt x="415739" y="-222"/>
                    <a:pt x="267736" y="-222"/>
                  </a:cubicBezTo>
                  <a:close/>
                  <a:moveTo>
                    <a:pt x="267736" y="339348"/>
                  </a:moveTo>
                  <a:cubicBezTo>
                    <a:pt x="227709" y="339348"/>
                    <a:pt x="195261" y="306982"/>
                    <a:pt x="195261" y="267056"/>
                  </a:cubicBezTo>
                  <a:cubicBezTo>
                    <a:pt x="195261" y="227131"/>
                    <a:pt x="227709" y="194765"/>
                    <a:pt x="267736" y="194765"/>
                  </a:cubicBezTo>
                  <a:cubicBezTo>
                    <a:pt x="307762" y="194765"/>
                    <a:pt x="340210" y="227131"/>
                    <a:pt x="340210" y="267056"/>
                  </a:cubicBezTo>
                  <a:cubicBezTo>
                    <a:pt x="340158" y="306960"/>
                    <a:pt x="307740" y="339295"/>
                    <a:pt x="267736" y="339348"/>
                  </a:cubicBezTo>
                  <a:close/>
                </a:path>
              </a:pathLst>
            </a:custGeom>
            <a:grpFill/>
            <a:ln w="9499" cap="flat">
              <a:noFill/>
              <a:prstDash val="solid"/>
              <a:miter/>
            </a:ln>
          </p:spPr>
          <p:txBody>
            <a:bodyPr rtlCol="0" anchor="ctr"/>
            <a:lstStyle/>
            <a:p>
              <a:endParaRPr lang="en-US" b="0" i="0">
                <a:latin typeface="Tenorite" pitchFamily="2" charset="0"/>
              </a:endParaRPr>
            </a:p>
          </p:txBody>
        </p:sp>
      </p:grpSp>
      <p:sp>
        <p:nvSpPr>
          <p:cNvPr id="2" name="TextBox 1">
            <a:extLst>
              <a:ext uri="{FF2B5EF4-FFF2-40B4-BE49-F238E27FC236}">
                <a16:creationId xmlns:a16="http://schemas.microsoft.com/office/drawing/2014/main" id="{0BD2238B-8DAA-9FC9-CB9C-4CEF7244F667}"/>
              </a:ext>
            </a:extLst>
          </p:cNvPr>
          <p:cNvSpPr txBox="1"/>
          <p:nvPr/>
        </p:nvSpPr>
        <p:spPr>
          <a:xfrm>
            <a:off x="9597795" y="6326102"/>
            <a:ext cx="2213206" cy="191268"/>
          </a:xfrm>
          <a:prstGeom prst="rect">
            <a:avLst/>
          </a:prstGeom>
          <a:noFill/>
        </p:spPr>
        <p:txBody>
          <a:bodyPr wrap="square" lIns="0" tIns="0" rIns="0" bIns="0" rtlCol="0" anchor="b" anchorCtr="0">
            <a:noAutofit/>
          </a:bodyPr>
          <a:lstStyle/>
          <a:p>
            <a:pPr algn="r"/>
            <a:fld id="{8D4FAEBE-B6EB-4E5D-A6B9-749E6598E908}" type="slidenum">
              <a:rPr lang="en-GB" sz="900" b="0" i="0" smtClean="0">
                <a:solidFill>
                  <a:schemeClr val="accent1"/>
                </a:solidFill>
                <a:latin typeface="Tenorite" pitchFamily="2" charset="0"/>
              </a:rPr>
              <a:t>‹#›</a:t>
            </a:fld>
            <a:endParaRPr lang="en-GB" sz="900" b="0" i="0">
              <a:solidFill>
                <a:schemeClr val="accent1"/>
              </a:solidFill>
              <a:latin typeface="Tenorite" pitchFamily="2" charset="0"/>
            </a:endParaRPr>
          </a:p>
        </p:txBody>
      </p:sp>
      <p:sp>
        <p:nvSpPr>
          <p:cNvPr id="4" name="Title 1">
            <a:extLst>
              <a:ext uri="{FF2B5EF4-FFF2-40B4-BE49-F238E27FC236}">
                <a16:creationId xmlns:a16="http://schemas.microsoft.com/office/drawing/2014/main" id="{F25BDC13-8192-16EB-EFD9-08A6880A38F5}"/>
              </a:ext>
            </a:extLst>
          </p:cNvPr>
          <p:cNvSpPr>
            <a:spLocks noGrp="1"/>
          </p:cNvSpPr>
          <p:nvPr>
            <p:ph type="title" hasCustomPrompt="1"/>
          </p:nvPr>
        </p:nvSpPr>
        <p:spPr>
          <a:xfrm>
            <a:off x="777817" y="2769312"/>
            <a:ext cx="11033182" cy="1994940"/>
          </a:xfrm>
          <a:prstGeom prst="rect">
            <a:avLst/>
          </a:prstGeom>
          <a:noFill/>
        </p:spPr>
        <p:txBody>
          <a:bodyPr lIns="0" tIns="0" rIns="0" bIns="0" anchor="b">
            <a:normAutofit/>
          </a:bodyPr>
          <a:lstStyle>
            <a:lvl1pPr>
              <a:defRPr sz="4400" b="1" i="0" spc="10" baseline="0">
                <a:solidFill>
                  <a:schemeClr val="accent1"/>
                </a:solidFill>
                <a:latin typeface="Tenorite" pitchFamily="2" charset="0"/>
                <a:ea typeface="Verdana" panose="020B0604030504040204" pitchFamily="34" charset="0"/>
                <a:cs typeface="Tenorite" panose="00000500000000000000" pitchFamily="2" charset="0"/>
              </a:defRPr>
            </a:lvl1pPr>
          </a:lstStyle>
          <a:p>
            <a:r>
              <a:rPr lang="en-US"/>
              <a:t>Click to edit section divider title</a:t>
            </a:r>
          </a:p>
        </p:txBody>
      </p:sp>
      <p:sp>
        <p:nvSpPr>
          <p:cNvPr id="3" name="Text Placeholder 2">
            <a:extLst>
              <a:ext uri="{FF2B5EF4-FFF2-40B4-BE49-F238E27FC236}">
                <a16:creationId xmlns:a16="http://schemas.microsoft.com/office/drawing/2014/main" id="{E82BADB4-5C37-B32E-D650-E6C16CEC1BE4}"/>
              </a:ext>
            </a:extLst>
          </p:cNvPr>
          <p:cNvSpPr>
            <a:spLocks noGrp="1"/>
          </p:cNvSpPr>
          <p:nvPr>
            <p:ph type="body" idx="11" hasCustomPrompt="1"/>
          </p:nvPr>
        </p:nvSpPr>
        <p:spPr>
          <a:xfrm>
            <a:off x="777818" y="4817628"/>
            <a:ext cx="9080746" cy="857251"/>
          </a:xfrm>
          <a:prstGeom prst="rect">
            <a:avLst/>
          </a:prstGeom>
        </p:spPr>
        <p:txBody>
          <a:bodyPr lIns="0"/>
          <a:lstStyle>
            <a:lvl1pPr marL="0" indent="0">
              <a:buNone/>
              <a:defRPr sz="200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here to edit sub-header</a:t>
            </a:r>
          </a:p>
        </p:txBody>
      </p:sp>
    </p:spTree>
    <p:extLst>
      <p:ext uri="{BB962C8B-B14F-4D97-AF65-F5344CB8AC3E}">
        <p14:creationId xmlns:p14="http://schemas.microsoft.com/office/powerpoint/2010/main" val="12635884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Divider 6">
    <p:bg>
      <p:bgPr>
        <a:solidFill>
          <a:schemeClr val="bg1"/>
        </a:solidFill>
        <a:effectLst/>
      </p:bgPr>
    </p:bg>
    <p:spTree>
      <p:nvGrpSpPr>
        <p:cNvPr id="1" name=""/>
        <p:cNvGrpSpPr/>
        <p:nvPr/>
      </p:nvGrpSpPr>
      <p:grpSpPr>
        <a:xfrm>
          <a:off x="0" y="0"/>
          <a:ext cx="0" cy="0"/>
          <a:chOff x="0" y="0"/>
          <a:chExt cx="0" cy="0"/>
        </a:xfrm>
      </p:grpSpPr>
      <p:sp>
        <p:nvSpPr>
          <p:cNvPr id="7" name="Graphic 5">
            <a:extLst>
              <a:ext uri="{FF2B5EF4-FFF2-40B4-BE49-F238E27FC236}">
                <a16:creationId xmlns:a16="http://schemas.microsoft.com/office/drawing/2014/main" id="{4DCF171C-6EF9-4591-A021-26223F7FB756}"/>
              </a:ext>
            </a:extLst>
          </p:cNvPr>
          <p:cNvSpPr/>
          <p:nvPr/>
        </p:nvSpPr>
        <p:spPr>
          <a:xfrm rot="10800000">
            <a:off x="0" y="363410"/>
            <a:ext cx="12192000" cy="1361717"/>
          </a:xfrm>
          <a:custGeom>
            <a:avLst/>
            <a:gdLst>
              <a:gd name="connsiteX0" fmla="*/ 5421961 w 7772400"/>
              <a:gd name="connsiteY0" fmla="*/ 497855 h 1361717"/>
              <a:gd name="connsiteX1" fmla="*/ 3494603 w 7772400"/>
              <a:gd name="connsiteY1" fmla="*/ 328845 h 1361717"/>
              <a:gd name="connsiteX2" fmla="*/ 0 w 7772400"/>
              <a:gd name="connsiteY2" fmla="*/ 1361717 h 1361717"/>
              <a:gd name="connsiteX3" fmla="*/ 7772400 w 7772400"/>
              <a:gd name="connsiteY3" fmla="*/ 1361717 h 1361717"/>
              <a:gd name="connsiteX4" fmla="*/ 7772400 w 7772400"/>
              <a:gd name="connsiteY4" fmla="*/ 0 h 1361717"/>
              <a:gd name="connsiteX5" fmla="*/ 5421961 w 7772400"/>
              <a:gd name="connsiteY5" fmla="*/ 497855 h 136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72400" h="1361717">
                <a:moveTo>
                  <a:pt x="5421961" y="497855"/>
                </a:moveTo>
                <a:cubicBezTo>
                  <a:pt x="4775910" y="483928"/>
                  <a:pt x="4140193" y="353546"/>
                  <a:pt x="3494603" y="328845"/>
                </a:cubicBezTo>
                <a:cubicBezTo>
                  <a:pt x="2230153" y="280472"/>
                  <a:pt x="955589" y="667216"/>
                  <a:pt x="0" y="1361717"/>
                </a:cubicBezTo>
                <a:lnTo>
                  <a:pt x="7772400" y="1361717"/>
                </a:lnTo>
                <a:lnTo>
                  <a:pt x="7772400" y="0"/>
                </a:lnTo>
                <a:cubicBezTo>
                  <a:pt x="7061762" y="340101"/>
                  <a:pt x="6239814" y="515484"/>
                  <a:pt x="5421961" y="497855"/>
                </a:cubicBezTo>
                <a:close/>
              </a:path>
            </a:pathLst>
          </a:custGeom>
          <a:solidFill>
            <a:schemeClr val="bg2">
              <a:lumMod val="90000"/>
            </a:schemeClr>
          </a:solidFill>
          <a:ln w="2189" cap="flat">
            <a:noFill/>
            <a:prstDash val="solid"/>
            <a:miter/>
          </a:ln>
        </p:spPr>
        <p:txBody>
          <a:bodyPr rtlCol="0" anchor="ctr"/>
          <a:lstStyle/>
          <a:p>
            <a:endParaRPr lang="en-US"/>
          </a:p>
        </p:txBody>
      </p:sp>
      <p:sp>
        <p:nvSpPr>
          <p:cNvPr id="10" name="Graphic 8">
            <a:extLst>
              <a:ext uri="{FF2B5EF4-FFF2-40B4-BE49-F238E27FC236}">
                <a16:creationId xmlns:a16="http://schemas.microsoft.com/office/drawing/2014/main" id="{C17F3882-E481-A4AC-96F1-4F706BF2A713}"/>
              </a:ext>
            </a:extLst>
          </p:cNvPr>
          <p:cNvSpPr/>
          <p:nvPr/>
        </p:nvSpPr>
        <p:spPr>
          <a:xfrm rot="10800000">
            <a:off x="0" y="-2"/>
            <a:ext cx="12192000" cy="1080178"/>
          </a:xfrm>
          <a:custGeom>
            <a:avLst/>
            <a:gdLst>
              <a:gd name="connsiteX0" fmla="*/ 7772400 w 7772400"/>
              <a:gd name="connsiteY0" fmla="*/ 220712 h 972280"/>
              <a:gd name="connsiteX1" fmla="*/ 7772400 w 7772400"/>
              <a:gd name="connsiteY1" fmla="*/ 972280 h 972280"/>
              <a:gd name="connsiteX2" fmla="*/ 0 w 7772400"/>
              <a:gd name="connsiteY2" fmla="*/ 972280 h 972280"/>
              <a:gd name="connsiteX3" fmla="*/ 0 w 7772400"/>
              <a:gd name="connsiteY3" fmla="*/ 46906 h 972280"/>
              <a:gd name="connsiteX4" fmla="*/ 463104 w 7772400"/>
              <a:gd name="connsiteY4" fmla="*/ 33132 h 972280"/>
              <a:gd name="connsiteX5" fmla="*/ 1328205 w 7772400"/>
              <a:gd name="connsiteY5" fmla="*/ 65366 h 972280"/>
              <a:gd name="connsiteX6" fmla="*/ 1984546 w 7772400"/>
              <a:gd name="connsiteY6" fmla="*/ 157711 h 972280"/>
              <a:gd name="connsiteX7" fmla="*/ 2607389 w 7772400"/>
              <a:gd name="connsiteY7" fmla="*/ 264531 h 972280"/>
              <a:gd name="connsiteX8" fmla="*/ 3712054 w 7772400"/>
              <a:gd name="connsiteY8" fmla="*/ 353328 h 972280"/>
              <a:gd name="connsiteX9" fmla="*/ 5104124 w 7772400"/>
              <a:gd name="connsiteY9" fmla="*/ 134192 h 972280"/>
              <a:gd name="connsiteX10" fmla="*/ 5789935 w 7772400"/>
              <a:gd name="connsiteY10" fmla="*/ 22446 h 972280"/>
              <a:gd name="connsiteX11" fmla="*/ 6192917 w 7772400"/>
              <a:gd name="connsiteY11" fmla="*/ 0 h 972280"/>
              <a:gd name="connsiteX12" fmla="*/ 6513206 w 7772400"/>
              <a:gd name="connsiteY12" fmla="*/ 14212 h 972280"/>
              <a:gd name="connsiteX13" fmla="*/ 7254911 w 7772400"/>
              <a:gd name="connsiteY13" fmla="*/ 124251 h 972280"/>
              <a:gd name="connsiteX14" fmla="*/ 7772400 w 7772400"/>
              <a:gd name="connsiteY14" fmla="*/ 220734 h 972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72400" h="972280">
                <a:moveTo>
                  <a:pt x="7772400" y="220712"/>
                </a:moveTo>
                <a:lnTo>
                  <a:pt x="7772400" y="972280"/>
                </a:lnTo>
                <a:lnTo>
                  <a:pt x="0" y="972280"/>
                </a:lnTo>
                <a:lnTo>
                  <a:pt x="0" y="46906"/>
                </a:lnTo>
                <a:cubicBezTo>
                  <a:pt x="154353" y="40118"/>
                  <a:pt x="308816" y="35037"/>
                  <a:pt x="463104" y="33132"/>
                </a:cubicBezTo>
                <a:cubicBezTo>
                  <a:pt x="752522" y="29563"/>
                  <a:pt x="1041436" y="37161"/>
                  <a:pt x="1328205" y="65366"/>
                </a:cubicBezTo>
                <a:cubicBezTo>
                  <a:pt x="1548459" y="87024"/>
                  <a:pt x="1766853" y="120769"/>
                  <a:pt x="1984546" y="157711"/>
                </a:cubicBezTo>
                <a:cubicBezTo>
                  <a:pt x="2192452" y="192989"/>
                  <a:pt x="2399745" y="231179"/>
                  <a:pt x="2607389" y="264531"/>
                </a:cubicBezTo>
                <a:cubicBezTo>
                  <a:pt x="2972626" y="323174"/>
                  <a:pt x="3338980" y="366817"/>
                  <a:pt x="3712054" y="353328"/>
                </a:cubicBezTo>
                <a:cubicBezTo>
                  <a:pt x="4186696" y="336116"/>
                  <a:pt x="4644261" y="226756"/>
                  <a:pt x="5104124" y="134192"/>
                </a:cubicBezTo>
                <a:cubicBezTo>
                  <a:pt x="5331363" y="88447"/>
                  <a:pt x="5559193" y="46819"/>
                  <a:pt x="5789935" y="22446"/>
                </a:cubicBezTo>
                <a:cubicBezTo>
                  <a:pt x="5923139" y="8365"/>
                  <a:pt x="6057305" y="44"/>
                  <a:pt x="6192917" y="0"/>
                </a:cubicBezTo>
                <a:cubicBezTo>
                  <a:pt x="6300417" y="-44"/>
                  <a:pt x="6407129" y="5168"/>
                  <a:pt x="6513206" y="14212"/>
                </a:cubicBezTo>
                <a:cubicBezTo>
                  <a:pt x="6762842" y="35475"/>
                  <a:pt x="7009172" y="78067"/>
                  <a:pt x="7254911" y="124251"/>
                </a:cubicBezTo>
                <a:cubicBezTo>
                  <a:pt x="7427415" y="156682"/>
                  <a:pt x="7599590" y="190887"/>
                  <a:pt x="7772400" y="220734"/>
                </a:cubicBezTo>
                <a:close/>
              </a:path>
            </a:pathLst>
          </a:custGeom>
          <a:solidFill>
            <a:schemeClr val="accent1"/>
          </a:solidFill>
          <a:ln w="2189" cap="flat">
            <a:noFill/>
            <a:prstDash val="solid"/>
            <a:miter/>
          </a:ln>
        </p:spPr>
        <p:txBody>
          <a:bodyPr rtlCol="0" anchor="ctr"/>
          <a:lstStyle/>
          <a:p>
            <a:endParaRPr lang="en-US"/>
          </a:p>
        </p:txBody>
      </p:sp>
      <p:grpSp>
        <p:nvGrpSpPr>
          <p:cNvPr id="41" name="Graphic 3">
            <a:extLst>
              <a:ext uri="{FF2B5EF4-FFF2-40B4-BE49-F238E27FC236}">
                <a16:creationId xmlns:a16="http://schemas.microsoft.com/office/drawing/2014/main" id="{ECFBCFCE-EC43-F944-AA11-786181A06C02}"/>
              </a:ext>
            </a:extLst>
          </p:cNvPr>
          <p:cNvGrpSpPr/>
          <p:nvPr/>
        </p:nvGrpSpPr>
        <p:grpSpPr>
          <a:xfrm>
            <a:off x="380999" y="312608"/>
            <a:ext cx="772695" cy="269013"/>
            <a:chOff x="448663" y="3429000"/>
            <a:chExt cx="3429000" cy="1193800"/>
          </a:xfrm>
          <a:solidFill>
            <a:schemeClr val="bg1"/>
          </a:solidFill>
        </p:grpSpPr>
        <p:sp>
          <p:nvSpPr>
            <p:cNvPr id="42" name="Freeform 41">
              <a:extLst>
                <a:ext uri="{FF2B5EF4-FFF2-40B4-BE49-F238E27FC236}">
                  <a16:creationId xmlns:a16="http://schemas.microsoft.com/office/drawing/2014/main" id="{01FCFFE5-B21A-9842-B1EA-14E973BF8194}"/>
                </a:ext>
              </a:extLst>
            </p:cNvPr>
            <p:cNvSpPr/>
            <p:nvPr/>
          </p:nvSpPr>
          <p:spPr>
            <a:xfrm>
              <a:off x="1213206"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267641 w 536101"/>
                <a:gd name="connsiteY4" fmla="*/ 339348 h 534746"/>
                <a:gd name="connsiteX5" fmla="*/ 195262 w 536101"/>
                <a:gd name="connsiteY5" fmla="*/ 267056 h 534746"/>
                <a:gd name="connsiteX6" fmla="*/ -315 w 536101"/>
                <a:gd name="connsiteY6" fmla="*/ 267056 h 534746"/>
                <a:gd name="connsiteX7" fmla="*/ 267641 w 536101"/>
                <a:gd name="connsiteY7" fmla="*/ 534524 h 534746"/>
                <a:gd name="connsiteX8" fmla="*/ 535787 w 536101"/>
                <a:gd name="connsiteY8" fmla="*/ 267246 h 534746"/>
                <a:gd name="connsiteX9" fmla="*/ 267831 w 536101"/>
                <a:gd name="connsiteY9" fmla="*/ -222 h 534746"/>
                <a:gd name="connsiteX10" fmla="*/ 267641 w 536101"/>
                <a:gd name="connsiteY10" fmla="*/ -222 h 534746"/>
                <a:gd name="connsiteX11" fmla="*/ -315 w 536101"/>
                <a:gd name="connsiteY11"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67704" y="339348"/>
                    <a:pt x="267673" y="339348"/>
                    <a:pt x="267641" y="339348"/>
                  </a:cubicBezTo>
                  <a:cubicBezTo>
                    <a:pt x="227652" y="339295"/>
                    <a:pt x="195262" y="306945"/>
                    <a:pt x="195262"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68" y="-222"/>
                    <a:pt x="267704" y="-222"/>
                    <a:pt x="267641" y="-222"/>
                  </a:cubicBezTo>
                  <a:cubicBezTo>
                    <a:pt x="119653" y="-222"/>
                    <a:pt x="-315" y="119442"/>
                    <a:pt x="-315" y="267056"/>
                  </a:cubicBezTo>
                </a:path>
              </a:pathLst>
            </a:custGeom>
            <a:solidFill>
              <a:schemeClr val="accent2"/>
            </a:solidFill>
            <a:ln w="9499" cap="flat">
              <a:noFill/>
              <a:prstDash val="solid"/>
              <a:miter/>
            </a:ln>
          </p:spPr>
          <p:txBody>
            <a:bodyPr rtlCol="0" anchor="ctr"/>
            <a:lstStyle/>
            <a:p>
              <a:endParaRPr lang="en-US" b="0" i="0">
                <a:latin typeface="Tenorite" pitchFamily="2" charset="0"/>
              </a:endParaRPr>
            </a:p>
          </p:txBody>
        </p:sp>
        <p:sp>
          <p:nvSpPr>
            <p:cNvPr id="43" name="Freeform 42">
              <a:extLst>
                <a:ext uri="{FF2B5EF4-FFF2-40B4-BE49-F238E27FC236}">
                  <a16:creationId xmlns:a16="http://schemas.microsoft.com/office/drawing/2014/main" id="{51E6C8B4-0DC0-4842-9F2F-847C5AD85626}"/>
                </a:ext>
              </a:extLst>
            </p:cNvPr>
            <p:cNvSpPr/>
            <p:nvPr/>
          </p:nvSpPr>
          <p:spPr>
            <a:xfrm>
              <a:off x="448663"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195261 w 536101"/>
                <a:gd name="connsiteY4" fmla="*/ 267056 h 534746"/>
                <a:gd name="connsiteX5" fmla="*/ -315 w 536101"/>
                <a:gd name="connsiteY5" fmla="*/ 267056 h 534746"/>
                <a:gd name="connsiteX6" fmla="*/ 267641 w 536101"/>
                <a:gd name="connsiteY6" fmla="*/ 534524 h 534746"/>
                <a:gd name="connsiteX7" fmla="*/ 535787 w 536101"/>
                <a:gd name="connsiteY7" fmla="*/ 267246 h 534746"/>
                <a:gd name="connsiteX8" fmla="*/ 267831 w 536101"/>
                <a:gd name="connsiteY8" fmla="*/ -222 h 534746"/>
                <a:gd name="connsiteX9" fmla="*/ 267736 w 536101"/>
                <a:gd name="connsiteY9" fmla="*/ -222 h 534746"/>
                <a:gd name="connsiteX10" fmla="*/ -315 w 536101"/>
                <a:gd name="connsiteY10"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27731" y="339295"/>
                    <a:pt x="195314" y="306960"/>
                    <a:pt x="195261"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99" y="-222"/>
                    <a:pt x="267768" y="-222"/>
                    <a:pt x="267736" y="-222"/>
                  </a:cubicBezTo>
                  <a:cubicBezTo>
                    <a:pt x="119732" y="-222"/>
                    <a:pt x="-263" y="119427"/>
                    <a:pt x="-315" y="267056"/>
                  </a:cubicBezTo>
                </a:path>
              </a:pathLst>
            </a:custGeom>
            <a:solidFill>
              <a:schemeClr val="accent2"/>
            </a:solidFill>
            <a:ln w="9499" cap="flat">
              <a:noFill/>
              <a:prstDash val="solid"/>
              <a:miter/>
            </a:ln>
          </p:spPr>
          <p:txBody>
            <a:bodyPr rtlCol="0" anchor="ctr"/>
            <a:lstStyle/>
            <a:p>
              <a:endParaRPr lang="en-US" b="0" i="0">
                <a:latin typeface="Tenorite" pitchFamily="2" charset="0"/>
              </a:endParaRPr>
            </a:p>
          </p:txBody>
        </p:sp>
        <p:sp>
          <p:nvSpPr>
            <p:cNvPr id="44" name="Freeform 43">
              <a:extLst>
                <a:ext uri="{FF2B5EF4-FFF2-40B4-BE49-F238E27FC236}">
                  <a16:creationId xmlns:a16="http://schemas.microsoft.com/office/drawing/2014/main" id="{6F956B45-ACCC-9E40-B658-1904888EE829}"/>
                </a:ext>
              </a:extLst>
            </p:cNvPr>
            <p:cNvSpPr/>
            <p:nvPr/>
          </p:nvSpPr>
          <p:spPr>
            <a:xfrm>
              <a:off x="2022583" y="3633461"/>
              <a:ext cx="654074" cy="967546"/>
            </a:xfrm>
            <a:custGeom>
              <a:avLst/>
              <a:gdLst>
                <a:gd name="connsiteX0" fmla="*/ 653759 w 654074"/>
                <a:gd name="connsiteY0" fmla="*/ 634482 h 967546"/>
                <a:gd name="connsiteX1" fmla="*/ 336695 w 654074"/>
                <a:gd name="connsiteY1" fmla="*/ 301639 h 967546"/>
                <a:gd name="connsiteX2" fmla="*/ 137985 w 654074"/>
                <a:gd name="connsiteY2" fmla="*/ 393448 h 967546"/>
                <a:gd name="connsiteX3" fmla="*/ 137985 w 654074"/>
                <a:gd name="connsiteY3" fmla="*/ -222 h 967546"/>
                <a:gd name="connsiteX4" fmla="*/ -315 w 654074"/>
                <a:gd name="connsiteY4" fmla="*/ -222 h 967546"/>
                <a:gd name="connsiteX5" fmla="*/ -315 w 654074"/>
                <a:gd name="connsiteY5" fmla="*/ 950838 h 967546"/>
                <a:gd name="connsiteX6" fmla="*/ 137985 w 654074"/>
                <a:gd name="connsiteY6" fmla="*/ 950838 h 967546"/>
                <a:gd name="connsiteX7" fmla="*/ 137985 w 654074"/>
                <a:gd name="connsiteY7" fmla="*/ 875515 h 967546"/>
                <a:gd name="connsiteX8" fmla="*/ 336695 w 654074"/>
                <a:gd name="connsiteY8" fmla="*/ 967324 h 967546"/>
                <a:gd name="connsiteX9" fmla="*/ 653759 w 654074"/>
                <a:gd name="connsiteY9" fmla="*/ 634482 h 967546"/>
                <a:gd name="connsiteX10" fmla="*/ 511280 w 654074"/>
                <a:gd name="connsiteY10" fmla="*/ 634482 h 967546"/>
                <a:gd name="connsiteX11" fmla="*/ 319883 w 654074"/>
                <a:gd name="connsiteY11" fmla="*/ 837238 h 967546"/>
                <a:gd name="connsiteX12" fmla="*/ 128581 w 654074"/>
                <a:gd name="connsiteY12" fmla="*/ 634482 h 967546"/>
                <a:gd name="connsiteX13" fmla="*/ 319883 w 654074"/>
                <a:gd name="connsiteY13" fmla="*/ 431725 h 967546"/>
                <a:gd name="connsiteX14" fmla="*/ 511280 w 654074"/>
                <a:gd name="connsiteY14" fmla="*/ 634482 h 96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74" h="967546">
                  <a:moveTo>
                    <a:pt x="653759" y="634482"/>
                  </a:moveTo>
                  <a:cubicBezTo>
                    <a:pt x="653759" y="441010"/>
                    <a:pt x="514130" y="301639"/>
                    <a:pt x="336695" y="301639"/>
                  </a:cubicBezTo>
                  <a:cubicBezTo>
                    <a:pt x="245984" y="301639"/>
                    <a:pt x="182343" y="337926"/>
                    <a:pt x="137985" y="393448"/>
                  </a:cubicBezTo>
                  <a:lnTo>
                    <a:pt x="137985" y="-222"/>
                  </a:lnTo>
                  <a:lnTo>
                    <a:pt x="-315" y="-222"/>
                  </a:lnTo>
                  <a:lnTo>
                    <a:pt x="-315" y="950838"/>
                  </a:lnTo>
                  <a:lnTo>
                    <a:pt x="137985" y="950838"/>
                  </a:lnTo>
                  <a:lnTo>
                    <a:pt x="137985" y="875515"/>
                  </a:lnTo>
                  <a:cubicBezTo>
                    <a:pt x="182343" y="931036"/>
                    <a:pt x="245984" y="967324"/>
                    <a:pt x="336695" y="967324"/>
                  </a:cubicBezTo>
                  <a:cubicBezTo>
                    <a:pt x="514130" y="967324"/>
                    <a:pt x="653759" y="827953"/>
                    <a:pt x="653759" y="634482"/>
                  </a:cubicBezTo>
                  <a:moveTo>
                    <a:pt x="511280" y="634482"/>
                  </a:moveTo>
                  <a:cubicBezTo>
                    <a:pt x="511280" y="745429"/>
                    <a:pt x="439091" y="837238"/>
                    <a:pt x="319883" y="837238"/>
                  </a:cubicBezTo>
                  <a:cubicBezTo>
                    <a:pt x="205900" y="837238"/>
                    <a:pt x="128581" y="750072"/>
                    <a:pt x="128581" y="634482"/>
                  </a:cubicBezTo>
                  <a:cubicBezTo>
                    <a:pt x="128581" y="518891"/>
                    <a:pt x="205995" y="431725"/>
                    <a:pt x="319883" y="431725"/>
                  </a:cubicBezTo>
                  <a:cubicBezTo>
                    <a:pt x="439091" y="431725"/>
                    <a:pt x="511280" y="523534"/>
                    <a:pt x="511280" y="634482"/>
                  </a:cubicBezTo>
                </a:path>
              </a:pathLst>
            </a:custGeom>
            <a:grpFill/>
            <a:ln w="9499" cap="flat">
              <a:noFill/>
              <a:prstDash val="solid"/>
              <a:miter/>
            </a:ln>
          </p:spPr>
          <p:txBody>
            <a:bodyPr rtlCol="0" anchor="ctr"/>
            <a:lstStyle/>
            <a:p>
              <a:endParaRPr lang="en-US" b="0" i="0">
                <a:latin typeface="Tenorite" pitchFamily="2" charset="0"/>
              </a:endParaRPr>
            </a:p>
          </p:txBody>
        </p:sp>
        <p:sp>
          <p:nvSpPr>
            <p:cNvPr id="45" name="Freeform 44">
              <a:extLst>
                <a:ext uri="{FF2B5EF4-FFF2-40B4-BE49-F238E27FC236}">
                  <a16:creationId xmlns:a16="http://schemas.microsoft.com/office/drawing/2014/main" id="{9E991BC2-669A-1E45-AA41-7F3A7B13CDAF}"/>
                </a:ext>
              </a:extLst>
            </p:cNvPr>
            <p:cNvSpPr/>
            <p:nvPr/>
          </p:nvSpPr>
          <p:spPr>
            <a:xfrm>
              <a:off x="2791496" y="3760326"/>
              <a:ext cx="422688" cy="840776"/>
            </a:xfrm>
            <a:custGeom>
              <a:avLst/>
              <a:gdLst>
                <a:gd name="connsiteX0" fmla="*/ 381624 w 422688"/>
                <a:gd name="connsiteY0" fmla="*/ 316798 h 840776"/>
                <a:gd name="connsiteX1" fmla="*/ 381624 w 422688"/>
                <a:gd name="connsiteY1" fmla="*/ 191259 h 840776"/>
                <a:gd name="connsiteX2" fmla="*/ 138650 w 422688"/>
                <a:gd name="connsiteY2" fmla="*/ 191259 h 840776"/>
                <a:gd name="connsiteX3" fmla="*/ 138650 w 422688"/>
                <a:gd name="connsiteY3" fmla="*/ -222 h 840776"/>
                <a:gd name="connsiteX4" fmla="*/ -315 w 422688"/>
                <a:gd name="connsiteY4" fmla="*/ -222 h 840776"/>
                <a:gd name="connsiteX5" fmla="*/ -315 w 422688"/>
                <a:gd name="connsiteY5" fmla="*/ 594878 h 840776"/>
                <a:gd name="connsiteX6" fmla="*/ 227652 w 422688"/>
                <a:gd name="connsiteY6" fmla="*/ 840554 h 840776"/>
                <a:gd name="connsiteX7" fmla="*/ 422373 w 422688"/>
                <a:gd name="connsiteY7" fmla="*/ 777832 h 840776"/>
                <a:gd name="connsiteX8" fmla="*/ 367376 w 422688"/>
                <a:gd name="connsiteY8" fmla="*/ 667548 h 840776"/>
                <a:gd name="connsiteX9" fmla="*/ 239620 w 422688"/>
                <a:gd name="connsiteY9" fmla="*/ 710468 h 840776"/>
                <a:gd name="connsiteX10" fmla="*/ 138934 w 422688"/>
                <a:gd name="connsiteY10" fmla="*/ 592225 h 840776"/>
                <a:gd name="connsiteX11" fmla="*/ 138934 w 422688"/>
                <a:gd name="connsiteY11" fmla="*/ 316798 h 84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88" h="840776">
                  <a:moveTo>
                    <a:pt x="381624" y="316798"/>
                  </a:moveTo>
                  <a:lnTo>
                    <a:pt x="381624" y="191259"/>
                  </a:lnTo>
                  <a:lnTo>
                    <a:pt x="138650" y="191259"/>
                  </a:lnTo>
                  <a:lnTo>
                    <a:pt x="138650" y="-222"/>
                  </a:lnTo>
                  <a:lnTo>
                    <a:pt x="-315" y="-222"/>
                  </a:lnTo>
                  <a:lnTo>
                    <a:pt x="-315" y="594878"/>
                  </a:lnTo>
                  <a:cubicBezTo>
                    <a:pt x="-315" y="763336"/>
                    <a:pt x="83747" y="840554"/>
                    <a:pt x="227652" y="840554"/>
                  </a:cubicBezTo>
                  <a:cubicBezTo>
                    <a:pt x="297461" y="839999"/>
                    <a:pt x="365423" y="818108"/>
                    <a:pt x="422373" y="777832"/>
                  </a:cubicBezTo>
                  <a:lnTo>
                    <a:pt x="367376" y="667548"/>
                  </a:lnTo>
                  <a:cubicBezTo>
                    <a:pt x="329382" y="691329"/>
                    <a:pt x="282648" y="710468"/>
                    <a:pt x="239620" y="710468"/>
                  </a:cubicBezTo>
                  <a:cubicBezTo>
                    <a:pt x="183958" y="710468"/>
                    <a:pt x="138934" y="676738"/>
                    <a:pt x="138934" y="592225"/>
                  </a:cubicBezTo>
                  <a:lnTo>
                    <a:pt x="138934" y="316798"/>
                  </a:lnTo>
                  <a:close/>
                </a:path>
              </a:pathLst>
            </a:custGeom>
            <a:grpFill/>
            <a:ln w="9499" cap="flat">
              <a:noFill/>
              <a:prstDash val="solid"/>
              <a:miter/>
            </a:ln>
          </p:spPr>
          <p:txBody>
            <a:bodyPr rtlCol="0" anchor="ctr"/>
            <a:lstStyle/>
            <a:p>
              <a:endParaRPr lang="en-US" b="0" i="0">
                <a:latin typeface="Tenorite" pitchFamily="2" charset="0"/>
              </a:endParaRPr>
            </a:p>
          </p:txBody>
        </p:sp>
        <p:sp>
          <p:nvSpPr>
            <p:cNvPr id="46" name="Freeform 45">
              <a:extLst>
                <a:ext uri="{FF2B5EF4-FFF2-40B4-BE49-F238E27FC236}">
                  <a16:creationId xmlns:a16="http://schemas.microsoft.com/office/drawing/2014/main" id="{96FADA1D-80BC-0C48-9482-A88B2A82E8C0}"/>
                </a:ext>
              </a:extLst>
            </p:cNvPr>
            <p:cNvSpPr/>
            <p:nvPr/>
          </p:nvSpPr>
          <p:spPr>
            <a:xfrm>
              <a:off x="3312970" y="3935937"/>
              <a:ext cx="560798" cy="664408"/>
            </a:xfrm>
            <a:custGeom>
              <a:avLst/>
              <a:gdLst>
                <a:gd name="connsiteX0" fmla="*/ 508336 w 560798"/>
                <a:gd name="connsiteY0" fmla="*/ 46537 h 664408"/>
                <a:gd name="connsiteX1" fmla="*/ 287872 w 560798"/>
                <a:gd name="connsiteY1" fmla="*/ -173 h 664408"/>
                <a:gd name="connsiteX2" fmla="*/ 25616 w 560798"/>
                <a:gd name="connsiteY2" fmla="*/ 202583 h 664408"/>
                <a:gd name="connsiteX3" fmla="*/ 240854 w 560798"/>
                <a:gd name="connsiteY3" fmla="*/ 388191 h 664408"/>
                <a:gd name="connsiteX4" fmla="*/ 307344 w 560798"/>
                <a:gd name="connsiteY4" fmla="*/ 396718 h 664408"/>
                <a:gd name="connsiteX5" fmla="*/ 417244 w 560798"/>
                <a:gd name="connsiteY5" fmla="*/ 466735 h 664408"/>
                <a:gd name="connsiteX6" fmla="*/ 272864 w 560798"/>
                <a:gd name="connsiteY6" fmla="*/ 544048 h 664408"/>
                <a:gd name="connsiteX7" fmla="*/ 63895 w 560798"/>
                <a:gd name="connsiteY7" fmla="*/ 479336 h 664408"/>
                <a:gd name="connsiteX8" fmla="*/ -315 w 560798"/>
                <a:gd name="connsiteY8" fmla="*/ 582989 h 664408"/>
                <a:gd name="connsiteX9" fmla="*/ 271725 w 560798"/>
                <a:gd name="connsiteY9" fmla="*/ 664186 h 664408"/>
                <a:gd name="connsiteX10" fmla="*/ 560483 w 560798"/>
                <a:gd name="connsiteY10" fmla="*/ 457450 h 664408"/>
                <a:gd name="connsiteX11" fmla="*/ 339925 w 560798"/>
                <a:gd name="connsiteY11" fmla="*/ 270611 h 664408"/>
                <a:gd name="connsiteX12" fmla="*/ 274385 w 560798"/>
                <a:gd name="connsiteY12" fmla="*/ 260663 h 664408"/>
                <a:gd name="connsiteX13" fmla="*/ 169900 w 560798"/>
                <a:gd name="connsiteY13" fmla="*/ 195288 h 664408"/>
                <a:gd name="connsiteX14" fmla="*/ 289772 w 560798"/>
                <a:gd name="connsiteY14" fmla="*/ 120060 h 664408"/>
                <a:gd name="connsiteX15" fmla="*/ 459608 w 560798"/>
                <a:gd name="connsiteY15" fmla="*/ 160516 h 66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0798" h="664408">
                  <a:moveTo>
                    <a:pt x="508336" y="46537"/>
                  </a:moveTo>
                  <a:cubicBezTo>
                    <a:pt x="439269" y="14734"/>
                    <a:pt x="363936" y="-1227"/>
                    <a:pt x="287872" y="-173"/>
                  </a:cubicBezTo>
                  <a:cubicBezTo>
                    <a:pt x="126396" y="-173"/>
                    <a:pt x="25616" y="77803"/>
                    <a:pt x="25616" y="202583"/>
                  </a:cubicBezTo>
                  <a:cubicBezTo>
                    <a:pt x="25616" y="304909"/>
                    <a:pt x="99800" y="368957"/>
                    <a:pt x="240854" y="388191"/>
                  </a:cubicBezTo>
                  <a:lnTo>
                    <a:pt x="307344" y="396718"/>
                  </a:lnTo>
                  <a:cubicBezTo>
                    <a:pt x="383333" y="407329"/>
                    <a:pt x="417244" y="430447"/>
                    <a:pt x="417244" y="466735"/>
                  </a:cubicBezTo>
                  <a:cubicBezTo>
                    <a:pt x="417244" y="514108"/>
                    <a:pt x="368231" y="544048"/>
                    <a:pt x="272864" y="544048"/>
                  </a:cubicBezTo>
                  <a:cubicBezTo>
                    <a:pt x="170280" y="544048"/>
                    <a:pt x="108729" y="514298"/>
                    <a:pt x="63895" y="479336"/>
                  </a:cubicBezTo>
                  <a:lnTo>
                    <a:pt x="-315" y="582989"/>
                  </a:lnTo>
                  <a:cubicBezTo>
                    <a:pt x="91631" y="651679"/>
                    <a:pt x="206850" y="664186"/>
                    <a:pt x="271725" y="664186"/>
                  </a:cubicBezTo>
                  <a:cubicBezTo>
                    <a:pt x="454478" y="664186"/>
                    <a:pt x="560483" y="578915"/>
                    <a:pt x="560483" y="457450"/>
                  </a:cubicBezTo>
                  <a:cubicBezTo>
                    <a:pt x="560483" y="349155"/>
                    <a:pt x="478320" y="291076"/>
                    <a:pt x="339925" y="270611"/>
                  </a:cubicBezTo>
                  <a:lnTo>
                    <a:pt x="274385" y="260663"/>
                  </a:lnTo>
                  <a:cubicBezTo>
                    <a:pt x="216158" y="252135"/>
                    <a:pt x="169900" y="240197"/>
                    <a:pt x="169900" y="195288"/>
                  </a:cubicBezTo>
                  <a:cubicBezTo>
                    <a:pt x="169900" y="150378"/>
                    <a:pt x="213593" y="120060"/>
                    <a:pt x="289772" y="120060"/>
                  </a:cubicBezTo>
                  <a:cubicBezTo>
                    <a:pt x="348627" y="121323"/>
                    <a:pt x="406531" y="135117"/>
                    <a:pt x="459608" y="160516"/>
                  </a:cubicBezTo>
                  <a:close/>
                </a:path>
              </a:pathLst>
            </a:custGeom>
            <a:grpFill/>
            <a:ln w="9499" cap="flat">
              <a:noFill/>
              <a:prstDash val="solid"/>
              <a:miter/>
            </a:ln>
          </p:spPr>
          <p:txBody>
            <a:bodyPr rtlCol="0" anchor="ctr"/>
            <a:lstStyle/>
            <a:p>
              <a:endParaRPr lang="en-US" b="0" i="0">
                <a:latin typeface="Tenorite" pitchFamily="2" charset="0"/>
              </a:endParaRPr>
            </a:p>
          </p:txBody>
        </p:sp>
        <p:sp>
          <p:nvSpPr>
            <p:cNvPr id="47" name="Freeform 46">
              <a:extLst>
                <a:ext uri="{FF2B5EF4-FFF2-40B4-BE49-F238E27FC236}">
                  <a16:creationId xmlns:a16="http://schemas.microsoft.com/office/drawing/2014/main" id="{3684D0F5-76B8-A34A-BCB8-B3BAFB9A09ED}"/>
                </a:ext>
              </a:extLst>
            </p:cNvPr>
            <p:cNvSpPr/>
            <p:nvPr/>
          </p:nvSpPr>
          <p:spPr>
            <a:xfrm>
              <a:off x="825757" y="3429000"/>
              <a:ext cx="536101" cy="534746"/>
            </a:xfrm>
            <a:custGeom>
              <a:avLst/>
              <a:gdLst>
                <a:gd name="connsiteX0" fmla="*/ 267736 w 536101"/>
                <a:gd name="connsiteY0" fmla="*/ -222 h 534746"/>
                <a:gd name="connsiteX1" fmla="*/ -315 w 536101"/>
                <a:gd name="connsiteY1" fmla="*/ 267151 h 534746"/>
                <a:gd name="connsiteX2" fmla="*/ 267736 w 536101"/>
                <a:gd name="connsiteY2" fmla="*/ 534524 h 534746"/>
                <a:gd name="connsiteX3" fmla="*/ 535787 w 536101"/>
                <a:gd name="connsiteY3" fmla="*/ 267151 h 534746"/>
                <a:gd name="connsiteX4" fmla="*/ 535787 w 536101"/>
                <a:gd name="connsiteY4" fmla="*/ 267056 h 534746"/>
                <a:gd name="connsiteX5" fmla="*/ 267736 w 536101"/>
                <a:gd name="connsiteY5" fmla="*/ -222 h 534746"/>
                <a:gd name="connsiteX6" fmla="*/ 267736 w 536101"/>
                <a:gd name="connsiteY6" fmla="*/ 339348 h 534746"/>
                <a:gd name="connsiteX7" fmla="*/ 195261 w 536101"/>
                <a:gd name="connsiteY7" fmla="*/ 267056 h 534746"/>
                <a:gd name="connsiteX8" fmla="*/ 267736 w 536101"/>
                <a:gd name="connsiteY8" fmla="*/ 194765 h 534746"/>
                <a:gd name="connsiteX9" fmla="*/ 340210 w 536101"/>
                <a:gd name="connsiteY9" fmla="*/ 267056 h 534746"/>
                <a:gd name="connsiteX10" fmla="*/ 267736 w 536101"/>
                <a:gd name="connsiteY10" fmla="*/ 339348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267736" y="-222"/>
                  </a:moveTo>
                  <a:cubicBezTo>
                    <a:pt x="119695" y="-222"/>
                    <a:pt x="-315" y="119485"/>
                    <a:pt x="-315" y="267151"/>
                  </a:cubicBezTo>
                  <a:cubicBezTo>
                    <a:pt x="-315" y="414817"/>
                    <a:pt x="119695" y="534524"/>
                    <a:pt x="267736" y="534524"/>
                  </a:cubicBezTo>
                  <a:cubicBezTo>
                    <a:pt x="415776" y="534524"/>
                    <a:pt x="535787" y="414817"/>
                    <a:pt x="535787" y="267151"/>
                  </a:cubicBezTo>
                  <a:cubicBezTo>
                    <a:pt x="535787" y="267120"/>
                    <a:pt x="535787" y="267088"/>
                    <a:pt x="535787" y="267056"/>
                  </a:cubicBezTo>
                  <a:cubicBezTo>
                    <a:pt x="535734" y="119427"/>
                    <a:pt x="415739" y="-222"/>
                    <a:pt x="267736" y="-222"/>
                  </a:cubicBezTo>
                  <a:close/>
                  <a:moveTo>
                    <a:pt x="267736" y="339348"/>
                  </a:moveTo>
                  <a:cubicBezTo>
                    <a:pt x="227709" y="339348"/>
                    <a:pt x="195261" y="306982"/>
                    <a:pt x="195261" y="267056"/>
                  </a:cubicBezTo>
                  <a:cubicBezTo>
                    <a:pt x="195261" y="227131"/>
                    <a:pt x="227709" y="194765"/>
                    <a:pt x="267736" y="194765"/>
                  </a:cubicBezTo>
                  <a:cubicBezTo>
                    <a:pt x="307762" y="194765"/>
                    <a:pt x="340210" y="227131"/>
                    <a:pt x="340210" y="267056"/>
                  </a:cubicBezTo>
                  <a:cubicBezTo>
                    <a:pt x="340158" y="306960"/>
                    <a:pt x="307740" y="339295"/>
                    <a:pt x="267736" y="339348"/>
                  </a:cubicBezTo>
                  <a:close/>
                </a:path>
              </a:pathLst>
            </a:custGeom>
            <a:solidFill>
              <a:schemeClr val="accent2"/>
            </a:solidFill>
            <a:ln w="9499" cap="flat">
              <a:noFill/>
              <a:prstDash val="solid"/>
              <a:miter/>
            </a:ln>
          </p:spPr>
          <p:txBody>
            <a:bodyPr rtlCol="0" anchor="ctr"/>
            <a:lstStyle/>
            <a:p>
              <a:endParaRPr lang="en-US" b="0" i="0">
                <a:latin typeface="Tenorite" pitchFamily="2" charset="0"/>
              </a:endParaRPr>
            </a:p>
          </p:txBody>
        </p:sp>
      </p:grpSp>
      <p:sp>
        <p:nvSpPr>
          <p:cNvPr id="2" name="TextBox 1">
            <a:extLst>
              <a:ext uri="{FF2B5EF4-FFF2-40B4-BE49-F238E27FC236}">
                <a16:creationId xmlns:a16="http://schemas.microsoft.com/office/drawing/2014/main" id="{0BD2238B-8DAA-9FC9-CB9C-4CEF7244F667}"/>
              </a:ext>
            </a:extLst>
          </p:cNvPr>
          <p:cNvSpPr txBox="1"/>
          <p:nvPr/>
        </p:nvSpPr>
        <p:spPr>
          <a:xfrm>
            <a:off x="9597795" y="6326102"/>
            <a:ext cx="2213206" cy="191268"/>
          </a:xfrm>
          <a:prstGeom prst="rect">
            <a:avLst/>
          </a:prstGeom>
          <a:noFill/>
        </p:spPr>
        <p:txBody>
          <a:bodyPr wrap="square" lIns="0" tIns="0" rIns="0" bIns="0" rtlCol="0" anchor="b" anchorCtr="0">
            <a:noAutofit/>
          </a:bodyPr>
          <a:lstStyle/>
          <a:p>
            <a:pPr algn="r"/>
            <a:fld id="{8D4FAEBE-B6EB-4E5D-A6B9-749E6598E908}" type="slidenum">
              <a:rPr lang="en-GB" sz="900" b="0" i="0" smtClean="0">
                <a:solidFill>
                  <a:schemeClr val="accent1"/>
                </a:solidFill>
                <a:latin typeface="Tenorite" pitchFamily="2" charset="0"/>
              </a:rPr>
              <a:t>‹#›</a:t>
            </a:fld>
            <a:endParaRPr lang="en-GB" sz="900" b="0" i="0">
              <a:solidFill>
                <a:schemeClr val="accent1"/>
              </a:solidFill>
              <a:latin typeface="Tenorite" pitchFamily="2" charset="0"/>
            </a:endParaRPr>
          </a:p>
        </p:txBody>
      </p:sp>
      <p:sp>
        <p:nvSpPr>
          <p:cNvPr id="4" name="Title 1">
            <a:extLst>
              <a:ext uri="{FF2B5EF4-FFF2-40B4-BE49-F238E27FC236}">
                <a16:creationId xmlns:a16="http://schemas.microsoft.com/office/drawing/2014/main" id="{F25BDC13-8192-16EB-EFD9-08A6880A38F5}"/>
              </a:ext>
            </a:extLst>
          </p:cNvPr>
          <p:cNvSpPr>
            <a:spLocks noGrp="1"/>
          </p:cNvSpPr>
          <p:nvPr>
            <p:ph type="title" hasCustomPrompt="1"/>
          </p:nvPr>
        </p:nvSpPr>
        <p:spPr>
          <a:xfrm>
            <a:off x="777817" y="2769312"/>
            <a:ext cx="11033182" cy="1994940"/>
          </a:xfrm>
          <a:prstGeom prst="rect">
            <a:avLst/>
          </a:prstGeom>
          <a:noFill/>
        </p:spPr>
        <p:txBody>
          <a:bodyPr lIns="0" tIns="0" rIns="0" bIns="0" anchor="b">
            <a:normAutofit/>
          </a:bodyPr>
          <a:lstStyle>
            <a:lvl1pPr>
              <a:defRPr sz="4400" b="1" i="0" spc="10" baseline="0">
                <a:solidFill>
                  <a:schemeClr val="accent1"/>
                </a:solidFill>
                <a:latin typeface="Tenorite" pitchFamily="2" charset="0"/>
                <a:ea typeface="Verdana" panose="020B0604030504040204" pitchFamily="34" charset="0"/>
                <a:cs typeface="Tenorite" panose="00000500000000000000" pitchFamily="2" charset="0"/>
              </a:defRPr>
            </a:lvl1pPr>
          </a:lstStyle>
          <a:p>
            <a:r>
              <a:rPr lang="en-US"/>
              <a:t>Click to edit section divider title</a:t>
            </a:r>
          </a:p>
        </p:txBody>
      </p:sp>
      <p:sp>
        <p:nvSpPr>
          <p:cNvPr id="3" name="Text Placeholder 2">
            <a:extLst>
              <a:ext uri="{FF2B5EF4-FFF2-40B4-BE49-F238E27FC236}">
                <a16:creationId xmlns:a16="http://schemas.microsoft.com/office/drawing/2014/main" id="{BDD05459-8CF0-55EE-DA23-2EB355A89EA2}"/>
              </a:ext>
            </a:extLst>
          </p:cNvPr>
          <p:cNvSpPr>
            <a:spLocks noGrp="1"/>
          </p:cNvSpPr>
          <p:nvPr>
            <p:ph type="body" idx="11" hasCustomPrompt="1"/>
          </p:nvPr>
        </p:nvSpPr>
        <p:spPr>
          <a:xfrm>
            <a:off x="777818" y="4817628"/>
            <a:ext cx="9080746" cy="857251"/>
          </a:xfrm>
          <a:prstGeom prst="rect">
            <a:avLst/>
          </a:prstGeom>
        </p:spPr>
        <p:txBody>
          <a:bodyPr lIns="0"/>
          <a:lstStyle>
            <a:lvl1pPr marL="0" indent="0">
              <a:buNone/>
              <a:defRPr sz="2000">
                <a:solidFill>
                  <a:schemeClr val="accent2"/>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here to edit sub-header</a:t>
            </a:r>
          </a:p>
        </p:txBody>
      </p:sp>
    </p:spTree>
    <p:extLst>
      <p:ext uri="{BB962C8B-B14F-4D97-AF65-F5344CB8AC3E}">
        <p14:creationId xmlns:p14="http://schemas.microsoft.com/office/powerpoint/2010/main" val="30911907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Text Only Slide">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381000" y="1380682"/>
            <a:ext cx="11430000" cy="4410517"/>
          </a:xfrm>
          <a:prstGeom prst="rect">
            <a:avLst/>
          </a:prstGeom>
        </p:spPr>
        <p:txBody>
          <a:bodyPr lIns="0" rIns="0">
            <a:noAutofit/>
          </a:bodyPr>
          <a:lstStyle>
            <a:lvl1pPr marL="228600" indent="-228600">
              <a:lnSpc>
                <a:spcPct val="100000"/>
              </a:lnSpc>
              <a:buClrTx/>
              <a:buFont typeface="Arial" panose="020B0604020202020204" pitchFamily="34" charset="0"/>
              <a:buChar char="•"/>
              <a:tabLst/>
              <a:defRPr sz="2000" b="0" i="0">
                <a:latin typeface="Tenorite" pitchFamily="2" charset="0"/>
              </a:defRPr>
            </a:lvl1pPr>
            <a:lvl2pPr marL="404813" indent="-230188">
              <a:lnSpc>
                <a:spcPct val="100000"/>
              </a:lnSpc>
              <a:buClrTx/>
              <a:buFont typeface="Arial" panose="020B0604020202020204" pitchFamily="34" charset="0"/>
              <a:buChar char="•"/>
              <a:tabLst/>
              <a:defRPr sz="1600" b="0" i="0">
                <a:latin typeface="Tenorite" pitchFamily="2" charset="0"/>
              </a:defRPr>
            </a:lvl2pPr>
            <a:lvl3pPr marL="573088" indent="-168275">
              <a:lnSpc>
                <a:spcPct val="100000"/>
              </a:lnSpc>
              <a:buClrTx/>
              <a:buFont typeface="Arial" panose="020B0604020202020204" pitchFamily="34" charset="0"/>
              <a:buChar char="•"/>
              <a:tabLst/>
              <a:defRPr sz="1600" b="0"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main paragraph text</a:t>
            </a:r>
          </a:p>
          <a:p>
            <a:pPr lvl="1"/>
            <a:r>
              <a:rPr lang="en-US"/>
              <a:t>Second level</a:t>
            </a:r>
          </a:p>
          <a:p>
            <a:pPr lvl="2"/>
            <a:r>
              <a:rPr lang="en-US"/>
              <a:t>Third level</a:t>
            </a:r>
          </a:p>
        </p:txBody>
      </p:sp>
      <p:sp>
        <p:nvSpPr>
          <p:cNvPr id="15" name="Title 1"/>
          <p:cNvSpPr>
            <a:spLocks noGrp="1"/>
          </p:cNvSpPr>
          <p:nvPr>
            <p:ph type="title" hasCustomPrompt="1"/>
          </p:nvPr>
        </p:nvSpPr>
        <p:spPr>
          <a:xfrm>
            <a:off x="381000" y="381001"/>
            <a:ext cx="11430000" cy="491836"/>
          </a:xfrm>
          <a:prstGeom prst="rect">
            <a:avLst/>
          </a:prstGeom>
        </p:spPr>
        <p:txBody>
          <a:bodyPr lIns="0" tIns="0" rIns="0" bIns="0"/>
          <a:lstStyle>
            <a:lvl1pPr>
              <a:lnSpc>
                <a:spcPct val="100000"/>
              </a:lnSpc>
              <a:defRPr sz="2800" b="1" i="0" spc="-20" baseline="0">
                <a:solidFill>
                  <a:schemeClr val="tx2"/>
                </a:solidFill>
                <a:latin typeface="Tenorite" pitchFamily="2" charset="0"/>
              </a:defRPr>
            </a:lvl1pPr>
          </a:lstStyle>
          <a:p>
            <a:r>
              <a:rPr lang="en-US"/>
              <a:t>Edit page title (Sentence case)</a:t>
            </a:r>
          </a:p>
        </p:txBody>
      </p:sp>
    </p:spTree>
    <p:extLst>
      <p:ext uri="{BB962C8B-B14F-4D97-AF65-F5344CB8AC3E}">
        <p14:creationId xmlns:p14="http://schemas.microsoft.com/office/powerpoint/2010/main" val="228700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cSld name="Text Only Slide Dark">
    <p:bg>
      <p:bgPr>
        <a:solidFill>
          <a:schemeClr val="tx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381000" y="1380682"/>
            <a:ext cx="11430000" cy="4410517"/>
          </a:xfrm>
          <a:prstGeom prst="rect">
            <a:avLst/>
          </a:prstGeom>
        </p:spPr>
        <p:txBody>
          <a:bodyPr lIns="0" rIns="0">
            <a:noAutofit/>
          </a:bodyPr>
          <a:lstStyle>
            <a:lvl1pPr marL="228600" indent="-228600">
              <a:lnSpc>
                <a:spcPct val="100000"/>
              </a:lnSpc>
              <a:buClrTx/>
              <a:buFont typeface="Arial" panose="020B0604020202020204" pitchFamily="34" charset="0"/>
              <a:buChar char="•"/>
              <a:tabLst/>
              <a:defRPr sz="2000" b="0" i="0">
                <a:solidFill>
                  <a:schemeClr val="bg1"/>
                </a:solidFill>
                <a:latin typeface="Tenorite" pitchFamily="2" charset="0"/>
              </a:defRPr>
            </a:lvl1pPr>
            <a:lvl2pPr marL="404813" indent="-230188">
              <a:lnSpc>
                <a:spcPct val="100000"/>
              </a:lnSpc>
              <a:buClrTx/>
              <a:buFont typeface="Arial" panose="020B0604020202020204" pitchFamily="34" charset="0"/>
              <a:buChar char="•"/>
              <a:tabLst/>
              <a:defRPr sz="1600" b="0" i="0">
                <a:solidFill>
                  <a:schemeClr val="bg1"/>
                </a:solidFill>
                <a:latin typeface="Tenorite" pitchFamily="2" charset="0"/>
              </a:defRPr>
            </a:lvl2pPr>
            <a:lvl3pPr marL="573088" indent="-168275">
              <a:lnSpc>
                <a:spcPct val="100000"/>
              </a:lnSpc>
              <a:buClrTx/>
              <a:buFont typeface="Arial" panose="020B0604020202020204" pitchFamily="34" charset="0"/>
              <a:buChar char="•"/>
              <a:tabLst/>
              <a:defRPr sz="1600" b="0" i="0">
                <a:solidFill>
                  <a:schemeClr val="bg1"/>
                </a:solidFill>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main paragraph text</a:t>
            </a:r>
          </a:p>
          <a:p>
            <a:pPr lvl="1"/>
            <a:r>
              <a:rPr lang="en-US"/>
              <a:t>Second level</a:t>
            </a:r>
          </a:p>
          <a:p>
            <a:pPr lvl="2"/>
            <a:r>
              <a:rPr lang="en-US"/>
              <a:t>Third level</a:t>
            </a:r>
          </a:p>
        </p:txBody>
      </p:sp>
      <p:sp>
        <p:nvSpPr>
          <p:cNvPr id="15" name="Title 1"/>
          <p:cNvSpPr>
            <a:spLocks noGrp="1"/>
          </p:cNvSpPr>
          <p:nvPr>
            <p:ph type="title" hasCustomPrompt="1"/>
          </p:nvPr>
        </p:nvSpPr>
        <p:spPr>
          <a:xfrm>
            <a:off x="381000" y="381001"/>
            <a:ext cx="11430000" cy="491836"/>
          </a:xfrm>
          <a:prstGeom prst="rect">
            <a:avLst/>
          </a:prstGeom>
        </p:spPr>
        <p:txBody>
          <a:bodyPr lIns="0" tIns="0" rIns="0" bIns="0"/>
          <a:lstStyle>
            <a:lvl1pPr>
              <a:lnSpc>
                <a:spcPct val="100000"/>
              </a:lnSpc>
              <a:defRPr sz="2800" b="1" i="0" spc="-20" baseline="0">
                <a:solidFill>
                  <a:schemeClr val="bg1"/>
                </a:solidFill>
                <a:latin typeface="Tenorite" pitchFamily="2" charset="0"/>
              </a:defRPr>
            </a:lvl1pPr>
          </a:lstStyle>
          <a:p>
            <a:r>
              <a:rPr lang="en-US"/>
              <a:t>Edit page title (Sentence case)</a:t>
            </a:r>
          </a:p>
        </p:txBody>
      </p:sp>
      <p:sp>
        <p:nvSpPr>
          <p:cNvPr id="2" name="TextBox 1">
            <a:extLst>
              <a:ext uri="{FF2B5EF4-FFF2-40B4-BE49-F238E27FC236}">
                <a16:creationId xmlns:a16="http://schemas.microsoft.com/office/drawing/2014/main" id="{42914192-150B-18C2-AEDF-8D3D1CBBC745}"/>
              </a:ext>
            </a:extLst>
          </p:cNvPr>
          <p:cNvSpPr txBox="1"/>
          <p:nvPr/>
        </p:nvSpPr>
        <p:spPr>
          <a:xfrm>
            <a:off x="9597795" y="6326102"/>
            <a:ext cx="2213206" cy="191268"/>
          </a:xfrm>
          <a:prstGeom prst="rect">
            <a:avLst/>
          </a:prstGeom>
          <a:noFill/>
        </p:spPr>
        <p:txBody>
          <a:bodyPr wrap="square" lIns="0" tIns="0" rIns="0" bIns="0" rtlCol="0" anchor="b" anchorCtr="0">
            <a:noAutofit/>
          </a:bodyPr>
          <a:lstStyle/>
          <a:p>
            <a:pPr algn="r"/>
            <a:fld id="{8D4FAEBE-B6EB-4E5D-A6B9-749E6598E908}" type="slidenum">
              <a:rPr lang="en-GB" sz="900" b="0" i="0" smtClean="0">
                <a:solidFill>
                  <a:srgbClr val="868789"/>
                </a:solidFill>
                <a:latin typeface="Tenorite" pitchFamily="2" charset="0"/>
              </a:rPr>
              <a:t>‹#›</a:t>
            </a:fld>
            <a:endParaRPr lang="en-GB" sz="900" b="0" i="0">
              <a:solidFill>
                <a:srgbClr val="868789"/>
              </a:solidFill>
              <a:latin typeface="Tenorite" pitchFamily="2" charset="0"/>
            </a:endParaRPr>
          </a:p>
        </p:txBody>
      </p:sp>
      <p:grpSp>
        <p:nvGrpSpPr>
          <p:cNvPr id="3" name="Graphic 3">
            <a:extLst>
              <a:ext uri="{FF2B5EF4-FFF2-40B4-BE49-F238E27FC236}">
                <a16:creationId xmlns:a16="http://schemas.microsoft.com/office/drawing/2014/main" id="{024368D6-A22B-EA9C-43D6-283EB4DB3D1F}"/>
              </a:ext>
            </a:extLst>
          </p:cNvPr>
          <p:cNvGrpSpPr/>
          <p:nvPr/>
        </p:nvGrpSpPr>
        <p:grpSpPr>
          <a:xfrm>
            <a:off x="381550" y="6269057"/>
            <a:ext cx="625911" cy="217910"/>
            <a:chOff x="448663" y="3429000"/>
            <a:chExt cx="3429000" cy="1193800"/>
          </a:xfrm>
        </p:grpSpPr>
        <p:sp>
          <p:nvSpPr>
            <p:cNvPr id="5" name="Freeform 4">
              <a:extLst>
                <a:ext uri="{FF2B5EF4-FFF2-40B4-BE49-F238E27FC236}">
                  <a16:creationId xmlns:a16="http://schemas.microsoft.com/office/drawing/2014/main" id="{C5710D44-F8FF-1A1A-C7AE-FC301BA06586}"/>
                </a:ext>
              </a:extLst>
            </p:cNvPr>
            <p:cNvSpPr/>
            <p:nvPr/>
          </p:nvSpPr>
          <p:spPr>
            <a:xfrm>
              <a:off x="1213206"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267641 w 536101"/>
                <a:gd name="connsiteY4" fmla="*/ 339348 h 534746"/>
                <a:gd name="connsiteX5" fmla="*/ 195262 w 536101"/>
                <a:gd name="connsiteY5" fmla="*/ 267056 h 534746"/>
                <a:gd name="connsiteX6" fmla="*/ -315 w 536101"/>
                <a:gd name="connsiteY6" fmla="*/ 267056 h 534746"/>
                <a:gd name="connsiteX7" fmla="*/ 267641 w 536101"/>
                <a:gd name="connsiteY7" fmla="*/ 534524 h 534746"/>
                <a:gd name="connsiteX8" fmla="*/ 535787 w 536101"/>
                <a:gd name="connsiteY8" fmla="*/ 267246 h 534746"/>
                <a:gd name="connsiteX9" fmla="*/ 267831 w 536101"/>
                <a:gd name="connsiteY9" fmla="*/ -222 h 534746"/>
                <a:gd name="connsiteX10" fmla="*/ 267641 w 536101"/>
                <a:gd name="connsiteY10" fmla="*/ -222 h 534746"/>
                <a:gd name="connsiteX11" fmla="*/ -315 w 536101"/>
                <a:gd name="connsiteY11"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67704" y="339348"/>
                    <a:pt x="267673" y="339348"/>
                    <a:pt x="267641" y="339348"/>
                  </a:cubicBezTo>
                  <a:cubicBezTo>
                    <a:pt x="227652" y="339295"/>
                    <a:pt x="195262" y="306945"/>
                    <a:pt x="195262"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68" y="-222"/>
                    <a:pt x="267704" y="-222"/>
                    <a:pt x="267641" y="-222"/>
                  </a:cubicBezTo>
                  <a:cubicBezTo>
                    <a:pt x="119653" y="-222"/>
                    <a:pt x="-315" y="119442"/>
                    <a:pt x="-315" y="267056"/>
                  </a:cubicBezTo>
                </a:path>
              </a:pathLst>
            </a:custGeom>
            <a:solidFill>
              <a:srgbClr val="E61E6F"/>
            </a:solidFill>
            <a:ln w="9499" cap="flat">
              <a:noFill/>
              <a:prstDash val="solid"/>
              <a:miter/>
            </a:ln>
          </p:spPr>
          <p:txBody>
            <a:bodyPr rtlCol="0" anchor="ctr"/>
            <a:lstStyle/>
            <a:p>
              <a:endParaRPr lang="en-US" b="0" i="0">
                <a:latin typeface="Tenorite" pitchFamily="2" charset="0"/>
              </a:endParaRPr>
            </a:p>
          </p:txBody>
        </p:sp>
        <p:sp>
          <p:nvSpPr>
            <p:cNvPr id="6" name="Freeform 5">
              <a:extLst>
                <a:ext uri="{FF2B5EF4-FFF2-40B4-BE49-F238E27FC236}">
                  <a16:creationId xmlns:a16="http://schemas.microsoft.com/office/drawing/2014/main" id="{8A5DB808-F76C-6490-46E6-639DEBCE0847}"/>
                </a:ext>
              </a:extLst>
            </p:cNvPr>
            <p:cNvSpPr/>
            <p:nvPr/>
          </p:nvSpPr>
          <p:spPr>
            <a:xfrm>
              <a:off x="448663"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195261 w 536101"/>
                <a:gd name="connsiteY4" fmla="*/ 267056 h 534746"/>
                <a:gd name="connsiteX5" fmla="*/ -315 w 536101"/>
                <a:gd name="connsiteY5" fmla="*/ 267056 h 534746"/>
                <a:gd name="connsiteX6" fmla="*/ 267641 w 536101"/>
                <a:gd name="connsiteY6" fmla="*/ 534524 h 534746"/>
                <a:gd name="connsiteX7" fmla="*/ 535787 w 536101"/>
                <a:gd name="connsiteY7" fmla="*/ 267246 h 534746"/>
                <a:gd name="connsiteX8" fmla="*/ 267831 w 536101"/>
                <a:gd name="connsiteY8" fmla="*/ -222 h 534746"/>
                <a:gd name="connsiteX9" fmla="*/ 267736 w 536101"/>
                <a:gd name="connsiteY9" fmla="*/ -222 h 534746"/>
                <a:gd name="connsiteX10" fmla="*/ -315 w 536101"/>
                <a:gd name="connsiteY10"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27731" y="339295"/>
                    <a:pt x="195314" y="306960"/>
                    <a:pt x="195261"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99" y="-222"/>
                    <a:pt x="267768" y="-222"/>
                    <a:pt x="267736" y="-222"/>
                  </a:cubicBezTo>
                  <a:cubicBezTo>
                    <a:pt x="119732" y="-222"/>
                    <a:pt x="-263" y="119427"/>
                    <a:pt x="-315" y="267056"/>
                  </a:cubicBezTo>
                </a:path>
              </a:pathLst>
            </a:custGeom>
            <a:solidFill>
              <a:srgbClr val="E61E6F"/>
            </a:solidFill>
            <a:ln w="9499" cap="flat">
              <a:noFill/>
              <a:prstDash val="solid"/>
              <a:miter/>
            </a:ln>
          </p:spPr>
          <p:txBody>
            <a:bodyPr rtlCol="0" anchor="ctr"/>
            <a:lstStyle/>
            <a:p>
              <a:endParaRPr lang="en-US" b="0" i="0">
                <a:latin typeface="Tenorite" pitchFamily="2" charset="0"/>
              </a:endParaRPr>
            </a:p>
          </p:txBody>
        </p:sp>
        <p:sp>
          <p:nvSpPr>
            <p:cNvPr id="7" name="Freeform 6">
              <a:extLst>
                <a:ext uri="{FF2B5EF4-FFF2-40B4-BE49-F238E27FC236}">
                  <a16:creationId xmlns:a16="http://schemas.microsoft.com/office/drawing/2014/main" id="{F3B4C94D-895F-75E5-C5E4-6EA69E6D9EB7}"/>
                </a:ext>
              </a:extLst>
            </p:cNvPr>
            <p:cNvSpPr/>
            <p:nvPr/>
          </p:nvSpPr>
          <p:spPr>
            <a:xfrm>
              <a:off x="2022583" y="3633461"/>
              <a:ext cx="654074" cy="967546"/>
            </a:xfrm>
            <a:custGeom>
              <a:avLst/>
              <a:gdLst>
                <a:gd name="connsiteX0" fmla="*/ 653759 w 654074"/>
                <a:gd name="connsiteY0" fmla="*/ 634482 h 967546"/>
                <a:gd name="connsiteX1" fmla="*/ 336695 w 654074"/>
                <a:gd name="connsiteY1" fmla="*/ 301639 h 967546"/>
                <a:gd name="connsiteX2" fmla="*/ 137985 w 654074"/>
                <a:gd name="connsiteY2" fmla="*/ 393448 h 967546"/>
                <a:gd name="connsiteX3" fmla="*/ 137985 w 654074"/>
                <a:gd name="connsiteY3" fmla="*/ -222 h 967546"/>
                <a:gd name="connsiteX4" fmla="*/ -315 w 654074"/>
                <a:gd name="connsiteY4" fmla="*/ -222 h 967546"/>
                <a:gd name="connsiteX5" fmla="*/ -315 w 654074"/>
                <a:gd name="connsiteY5" fmla="*/ 950838 h 967546"/>
                <a:gd name="connsiteX6" fmla="*/ 137985 w 654074"/>
                <a:gd name="connsiteY6" fmla="*/ 950838 h 967546"/>
                <a:gd name="connsiteX7" fmla="*/ 137985 w 654074"/>
                <a:gd name="connsiteY7" fmla="*/ 875515 h 967546"/>
                <a:gd name="connsiteX8" fmla="*/ 336695 w 654074"/>
                <a:gd name="connsiteY8" fmla="*/ 967324 h 967546"/>
                <a:gd name="connsiteX9" fmla="*/ 653759 w 654074"/>
                <a:gd name="connsiteY9" fmla="*/ 634482 h 967546"/>
                <a:gd name="connsiteX10" fmla="*/ 511280 w 654074"/>
                <a:gd name="connsiteY10" fmla="*/ 634482 h 967546"/>
                <a:gd name="connsiteX11" fmla="*/ 319883 w 654074"/>
                <a:gd name="connsiteY11" fmla="*/ 837238 h 967546"/>
                <a:gd name="connsiteX12" fmla="*/ 128581 w 654074"/>
                <a:gd name="connsiteY12" fmla="*/ 634482 h 967546"/>
                <a:gd name="connsiteX13" fmla="*/ 319883 w 654074"/>
                <a:gd name="connsiteY13" fmla="*/ 431725 h 967546"/>
                <a:gd name="connsiteX14" fmla="*/ 511280 w 654074"/>
                <a:gd name="connsiteY14" fmla="*/ 634482 h 96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74" h="967546">
                  <a:moveTo>
                    <a:pt x="653759" y="634482"/>
                  </a:moveTo>
                  <a:cubicBezTo>
                    <a:pt x="653759" y="441010"/>
                    <a:pt x="514130" y="301639"/>
                    <a:pt x="336695" y="301639"/>
                  </a:cubicBezTo>
                  <a:cubicBezTo>
                    <a:pt x="245984" y="301639"/>
                    <a:pt x="182343" y="337926"/>
                    <a:pt x="137985" y="393448"/>
                  </a:cubicBezTo>
                  <a:lnTo>
                    <a:pt x="137985" y="-222"/>
                  </a:lnTo>
                  <a:lnTo>
                    <a:pt x="-315" y="-222"/>
                  </a:lnTo>
                  <a:lnTo>
                    <a:pt x="-315" y="950838"/>
                  </a:lnTo>
                  <a:lnTo>
                    <a:pt x="137985" y="950838"/>
                  </a:lnTo>
                  <a:lnTo>
                    <a:pt x="137985" y="875515"/>
                  </a:lnTo>
                  <a:cubicBezTo>
                    <a:pt x="182343" y="931036"/>
                    <a:pt x="245984" y="967324"/>
                    <a:pt x="336695" y="967324"/>
                  </a:cubicBezTo>
                  <a:cubicBezTo>
                    <a:pt x="514130" y="967324"/>
                    <a:pt x="653759" y="827953"/>
                    <a:pt x="653759" y="634482"/>
                  </a:cubicBezTo>
                  <a:moveTo>
                    <a:pt x="511280" y="634482"/>
                  </a:moveTo>
                  <a:cubicBezTo>
                    <a:pt x="511280" y="745429"/>
                    <a:pt x="439091" y="837238"/>
                    <a:pt x="319883" y="837238"/>
                  </a:cubicBezTo>
                  <a:cubicBezTo>
                    <a:pt x="205900" y="837238"/>
                    <a:pt x="128581" y="750072"/>
                    <a:pt x="128581" y="634482"/>
                  </a:cubicBezTo>
                  <a:cubicBezTo>
                    <a:pt x="128581" y="518891"/>
                    <a:pt x="205995" y="431725"/>
                    <a:pt x="319883" y="431725"/>
                  </a:cubicBezTo>
                  <a:cubicBezTo>
                    <a:pt x="439091" y="431725"/>
                    <a:pt x="511280" y="523534"/>
                    <a:pt x="511280" y="634482"/>
                  </a:cubicBezTo>
                </a:path>
              </a:pathLst>
            </a:custGeom>
            <a:solidFill>
              <a:schemeClr val="bg1"/>
            </a:solidFill>
            <a:ln w="9499" cap="flat">
              <a:noFill/>
              <a:prstDash val="solid"/>
              <a:miter/>
            </a:ln>
          </p:spPr>
          <p:txBody>
            <a:bodyPr rtlCol="0" anchor="ctr"/>
            <a:lstStyle/>
            <a:p>
              <a:endParaRPr lang="en-US" b="0" i="0">
                <a:solidFill>
                  <a:schemeClr val="bg1"/>
                </a:solidFill>
                <a:latin typeface="Tenorite" pitchFamily="2" charset="0"/>
              </a:endParaRPr>
            </a:p>
          </p:txBody>
        </p:sp>
        <p:sp>
          <p:nvSpPr>
            <p:cNvPr id="8" name="Freeform 7">
              <a:extLst>
                <a:ext uri="{FF2B5EF4-FFF2-40B4-BE49-F238E27FC236}">
                  <a16:creationId xmlns:a16="http://schemas.microsoft.com/office/drawing/2014/main" id="{F25EFC98-1BAE-937A-3675-F524627F6C63}"/>
                </a:ext>
              </a:extLst>
            </p:cNvPr>
            <p:cNvSpPr/>
            <p:nvPr/>
          </p:nvSpPr>
          <p:spPr>
            <a:xfrm>
              <a:off x="2791496" y="3760326"/>
              <a:ext cx="422688" cy="840776"/>
            </a:xfrm>
            <a:custGeom>
              <a:avLst/>
              <a:gdLst>
                <a:gd name="connsiteX0" fmla="*/ 381624 w 422688"/>
                <a:gd name="connsiteY0" fmla="*/ 316798 h 840776"/>
                <a:gd name="connsiteX1" fmla="*/ 381624 w 422688"/>
                <a:gd name="connsiteY1" fmla="*/ 191259 h 840776"/>
                <a:gd name="connsiteX2" fmla="*/ 138650 w 422688"/>
                <a:gd name="connsiteY2" fmla="*/ 191259 h 840776"/>
                <a:gd name="connsiteX3" fmla="*/ 138650 w 422688"/>
                <a:gd name="connsiteY3" fmla="*/ -222 h 840776"/>
                <a:gd name="connsiteX4" fmla="*/ -315 w 422688"/>
                <a:gd name="connsiteY4" fmla="*/ -222 h 840776"/>
                <a:gd name="connsiteX5" fmla="*/ -315 w 422688"/>
                <a:gd name="connsiteY5" fmla="*/ 594878 h 840776"/>
                <a:gd name="connsiteX6" fmla="*/ 227652 w 422688"/>
                <a:gd name="connsiteY6" fmla="*/ 840554 h 840776"/>
                <a:gd name="connsiteX7" fmla="*/ 422373 w 422688"/>
                <a:gd name="connsiteY7" fmla="*/ 777832 h 840776"/>
                <a:gd name="connsiteX8" fmla="*/ 367376 w 422688"/>
                <a:gd name="connsiteY8" fmla="*/ 667548 h 840776"/>
                <a:gd name="connsiteX9" fmla="*/ 239620 w 422688"/>
                <a:gd name="connsiteY9" fmla="*/ 710468 h 840776"/>
                <a:gd name="connsiteX10" fmla="*/ 138934 w 422688"/>
                <a:gd name="connsiteY10" fmla="*/ 592225 h 840776"/>
                <a:gd name="connsiteX11" fmla="*/ 138934 w 422688"/>
                <a:gd name="connsiteY11" fmla="*/ 316798 h 84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88" h="840776">
                  <a:moveTo>
                    <a:pt x="381624" y="316798"/>
                  </a:moveTo>
                  <a:lnTo>
                    <a:pt x="381624" y="191259"/>
                  </a:lnTo>
                  <a:lnTo>
                    <a:pt x="138650" y="191259"/>
                  </a:lnTo>
                  <a:lnTo>
                    <a:pt x="138650" y="-222"/>
                  </a:lnTo>
                  <a:lnTo>
                    <a:pt x="-315" y="-222"/>
                  </a:lnTo>
                  <a:lnTo>
                    <a:pt x="-315" y="594878"/>
                  </a:lnTo>
                  <a:cubicBezTo>
                    <a:pt x="-315" y="763336"/>
                    <a:pt x="83747" y="840554"/>
                    <a:pt x="227652" y="840554"/>
                  </a:cubicBezTo>
                  <a:cubicBezTo>
                    <a:pt x="297461" y="839999"/>
                    <a:pt x="365423" y="818108"/>
                    <a:pt x="422373" y="777832"/>
                  </a:cubicBezTo>
                  <a:lnTo>
                    <a:pt x="367376" y="667548"/>
                  </a:lnTo>
                  <a:cubicBezTo>
                    <a:pt x="329382" y="691329"/>
                    <a:pt x="282648" y="710468"/>
                    <a:pt x="239620" y="710468"/>
                  </a:cubicBezTo>
                  <a:cubicBezTo>
                    <a:pt x="183958" y="710468"/>
                    <a:pt x="138934" y="676738"/>
                    <a:pt x="138934" y="592225"/>
                  </a:cubicBezTo>
                  <a:lnTo>
                    <a:pt x="138934" y="316798"/>
                  </a:lnTo>
                  <a:close/>
                </a:path>
              </a:pathLst>
            </a:custGeom>
            <a:solidFill>
              <a:schemeClr val="bg1"/>
            </a:solidFill>
            <a:ln w="9499" cap="flat">
              <a:noFill/>
              <a:prstDash val="solid"/>
              <a:miter/>
            </a:ln>
          </p:spPr>
          <p:txBody>
            <a:bodyPr rtlCol="0" anchor="ctr"/>
            <a:lstStyle/>
            <a:p>
              <a:endParaRPr lang="en-US" b="0" i="0">
                <a:latin typeface="Tenorite" pitchFamily="2" charset="0"/>
              </a:endParaRPr>
            </a:p>
          </p:txBody>
        </p:sp>
        <p:sp>
          <p:nvSpPr>
            <p:cNvPr id="9" name="Freeform 8">
              <a:extLst>
                <a:ext uri="{FF2B5EF4-FFF2-40B4-BE49-F238E27FC236}">
                  <a16:creationId xmlns:a16="http://schemas.microsoft.com/office/drawing/2014/main" id="{69363EF0-3B70-6D8A-4428-5C6789E6E718}"/>
                </a:ext>
              </a:extLst>
            </p:cNvPr>
            <p:cNvSpPr/>
            <p:nvPr/>
          </p:nvSpPr>
          <p:spPr>
            <a:xfrm>
              <a:off x="3312970" y="3935937"/>
              <a:ext cx="560798" cy="664408"/>
            </a:xfrm>
            <a:custGeom>
              <a:avLst/>
              <a:gdLst>
                <a:gd name="connsiteX0" fmla="*/ 508336 w 560798"/>
                <a:gd name="connsiteY0" fmla="*/ 46537 h 664408"/>
                <a:gd name="connsiteX1" fmla="*/ 287872 w 560798"/>
                <a:gd name="connsiteY1" fmla="*/ -173 h 664408"/>
                <a:gd name="connsiteX2" fmla="*/ 25616 w 560798"/>
                <a:gd name="connsiteY2" fmla="*/ 202583 h 664408"/>
                <a:gd name="connsiteX3" fmla="*/ 240854 w 560798"/>
                <a:gd name="connsiteY3" fmla="*/ 388191 h 664408"/>
                <a:gd name="connsiteX4" fmla="*/ 307344 w 560798"/>
                <a:gd name="connsiteY4" fmla="*/ 396718 h 664408"/>
                <a:gd name="connsiteX5" fmla="*/ 417244 w 560798"/>
                <a:gd name="connsiteY5" fmla="*/ 466735 h 664408"/>
                <a:gd name="connsiteX6" fmla="*/ 272864 w 560798"/>
                <a:gd name="connsiteY6" fmla="*/ 544048 h 664408"/>
                <a:gd name="connsiteX7" fmla="*/ 63895 w 560798"/>
                <a:gd name="connsiteY7" fmla="*/ 479336 h 664408"/>
                <a:gd name="connsiteX8" fmla="*/ -315 w 560798"/>
                <a:gd name="connsiteY8" fmla="*/ 582989 h 664408"/>
                <a:gd name="connsiteX9" fmla="*/ 271725 w 560798"/>
                <a:gd name="connsiteY9" fmla="*/ 664186 h 664408"/>
                <a:gd name="connsiteX10" fmla="*/ 560483 w 560798"/>
                <a:gd name="connsiteY10" fmla="*/ 457450 h 664408"/>
                <a:gd name="connsiteX11" fmla="*/ 339925 w 560798"/>
                <a:gd name="connsiteY11" fmla="*/ 270611 h 664408"/>
                <a:gd name="connsiteX12" fmla="*/ 274385 w 560798"/>
                <a:gd name="connsiteY12" fmla="*/ 260663 h 664408"/>
                <a:gd name="connsiteX13" fmla="*/ 169900 w 560798"/>
                <a:gd name="connsiteY13" fmla="*/ 195288 h 664408"/>
                <a:gd name="connsiteX14" fmla="*/ 289772 w 560798"/>
                <a:gd name="connsiteY14" fmla="*/ 120060 h 664408"/>
                <a:gd name="connsiteX15" fmla="*/ 459608 w 560798"/>
                <a:gd name="connsiteY15" fmla="*/ 160516 h 66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0798" h="664408">
                  <a:moveTo>
                    <a:pt x="508336" y="46537"/>
                  </a:moveTo>
                  <a:cubicBezTo>
                    <a:pt x="439269" y="14734"/>
                    <a:pt x="363936" y="-1227"/>
                    <a:pt x="287872" y="-173"/>
                  </a:cubicBezTo>
                  <a:cubicBezTo>
                    <a:pt x="126396" y="-173"/>
                    <a:pt x="25616" y="77803"/>
                    <a:pt x="25616" y="202583"/>
                  </a:cubicBezTo>
                  <a:cubicBezTo>
                    <a:pt x="25616" y="304909"/>
                    <a:pt x="99800" y="368957"/>
                    <a:pt x="240854" y="388191"/>
                  </a:cubicBezTo>
                  <a:lnTo>
                    <a:pt x="307344" y="396718"/>
                  </a:lnTo>
                  <a:cubicBezTo>
                    <a:pt x="383333" y="407329"/>
                    <a:pt x="417244" y="430447"/>
                    <a:pt x="417244" y="466735"/>
                  </a:cubicBezTo>
                  <a:cubicBezTo>
                    <a:pt x="417244" y="514108"/>
                    <a:pt x="368231" y="544048"/>
                    <a:pt x="272864" y="544048"/>
                  </a:cubicBezTo>
                  <a:cubicBezTo>
                    <a:pt x="170280" y="544048"/>
                    <a:pt x="108729" y="514298"/>
                    <a:pt x="63895" y="479336"/>
                  </a:cubicBezTo>
                  <a:lnTo>
                    <a:pt x="-315" y="582989"/>
                  </a:lnTo>
                  <a:cubicBezTo>
                    <a:pt x="91631" y="651679"/>
                    <a:pt x="206850" y="664186"/>
                    <a:pt x="271725" y="664186"/>
                  </a:cubicBezTo>
                  <a:cubicBezTo>
                    <a:pt x="454478" y="664186"/>
                    <a:pt x="560483" y="578915"/>
                    <a:pt x="560483" y="457450"/>
                  </a:cubicBezTo>
                  <a:cubicBezTo>
                    <a:pt x="560483" y="349155"/>
                    <a:pt x="478320" y="291076"/>
                    <a:pt x="339925" y="270611"/>
                  </a:cubicBezTo>
                  <a:lnTo>
                    <a:pt x="274385" y="260663"/>
                  </a:lnTo>
                  <a:cubicBezTo>
                    <a:pt x="216158" y="252135"/>
                    <a:pt x="169900" y="240197"/>
                    <a:pt x="169900" y="195288"/>
                  </a:cubicBezTo>
                  <a:cubicBezTo>
                    <a:pt x="169900" y="150378"/>
                    <a:pt x="213593" y="120060"/>
                    <a:pt x="289772" y="120060"/>
                  </a:cubicBezTo>
                  <a:cubicBezTo>
                    <a:pt x="348627" y="121323"/>
                    <a:pt x="406531" y="135117"/>
                    <a:pt x="459608" y="160516"/>
                  </a:cubicBezTo>
                  <a:close/>
                </a:path>
              </a:pathLst>
            </a:custGeom>
            <a:solidFill>
              <a:schemeClr val="bg1"/>
            </a:solidFill>
            <a:ln w="9499" cap="flat">
              <a:noFill/>
              <a:prstDash val="solid"/>
              <a:miter/>
            </a:ln>
          </p:spPr>
          <p:txBody>
            <a:bodyPr rtlCol="0" anchor="ctr"/>
            <a:lstStyle/>
            <a:p>
              <a:endParaRPr lang="en-US" b="0" i="0">
                <a:latin typeface="Tenorite" pitchFamily="2" charset="0"/>
              </a:endParaRPr>
            </a:p>
          </p:txBody>
        </p:sp>
        <p:sp>
          <p:nvSpPr>
            <p:cNvPr id="10" name="Freeform 9">
              <a:extLst>
                <a:ext uri="{FF2B5EF4-FFF2-40B4-BE49-F238E27FC236}">
                  <a16:creationId xmlns:a16="http://schemas.microsoft.com/office/drawing/2014/main" id="{ABDD10C5-D819-CF11-8B3F-58F88F62EDFA}"/>
                </a:ext>
              </a:extLst>
            </p:cNvPr>
            <p:cNvSpPr/>
            <p:nvPr/>
          </p:nvSpPr>
          <p:spPr>
            <a:xfrm>
              <a:off x="825757" y="3429000"/>
              <a:ext cx="536101" cy="534746"/>
            </a:xfrm>
            <a:custGeom>
              <a:avLst/>
              <a:gdLst>
                <a:gd name="connsiteX0" fmla="*/ 267736 w 536101"/>
                <a:gd name="connsiteY0" fmla="*/ -222 h 534746"/>
                <a:gd name="connsiteX1" fmla="*/ -315 w 536101"/>
                <a:gd name="connsiteY1" fmla="*/ 267151 h 534746"/>
                <a:gd name="connsiteX2" fmla="*/ 267736 w 536101"/>
                <a:gd name="connsiteY2" fmla="*/ 534524 h 534746"/>
                <a:gd name="connsiteX3" fmla="*/ 535787 w 536101"/>
                <a:gd name="connsiteY3" fmla="*/ 267151 h 534746"/>
                <a:gd name="connsiteX4" fmla="*/ 535787 w 536101"/>
                <a:gd name="connsiteY4" fmla="*/ 267056 h 534746"/>
                <a:gd name="connsiteX5" fmla="*/ 267736 w 536101"/>
                <a:gd name="connsiteY5" fmla="*/ -222 h 534746"/>
                <a:gd name="connsiteX6" fmla="*/ 267736 w 536101"/>
                <a:gd name="connsiteY6" fmla="*/ 339348 h 534746"/>
                <a:gd name="connsiteX7" fmla="*/ 195261 w 536101"/>
                <a:gd name="connsiteY7" fmla="*/ 267056 h 534746"/>
                <a:gd name="connsiteX8" fmla="*/ 267736 w 536101"/>
                <a:gd name="connsiteY8" fmla="*/ 194765 h 534746"/>
                <a:gd name="connsiteX9" fmla="*/ 340210 w 536101"/>
                <a:gd name="connsiteY9" fmla="*/ 267056 h 534746"/>
                <a:gd name="connsiteX10" fmla="*/ 267736 w 536101"/>
                <a:gd name="connsiteY10" fmla="*/ 339348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267736" y="-222"/>
                  </a:moveTo>
                  <a:cubicBezTo>
                    <a:pt x="119695" y="-222"/>
                    <a:pt x="-315" y="119485"/>
                    <a:pt x="-315" y="267151"/>
                  </a:cubicBezTo>
                  <a:cubicBezTo>
                    <a:pt x="-315" y="414817"/>
                    <a:pt x="119695" y="534524"/>
                    <a:pt x="267736" y="534524"/>
                  </a:cubicBezTo>
                  <a:cubicBezTo>
                    <a:pt x="415776" y="534524"/>
                    <a:pt x="535787" y="414817"/>
                    <a:pt x="535787" y="267151"/>
                  </a:cubicBezTo>
                  <a:cubicBezTo>
                    <a:pt x="535787" y="267120"/>
                    <a:pt x="535787" y="267088"/>
                    <a:pt x="535787" y="267056"/>
                  </a:cubicBezTo>
                  <a:cubicBezTo>
                    <a:pt x="535734" y="119427"/>
                    <a:pt x="415739" y="-222"/>
                    <a:pt x="267736" y="-222"/>
                  </a:cubicBezTo>
                  <a:close/>
                  <a:moveTo>
                    <a:pt x="267736" y="339348"/>
                  </a:moveTo>
                  <a:cubicBezTo>
                    <a:pt x="227709" y="339348"/>
                    <a:pt x="195261" y="306982"/>
                    <a:pt x="195261" y="267056"/>
                  </a:cubicBezTo>
                  <a:cubicBezTo>
                    <a:pt x="195261" y="227131"/>
                    <a:pt x="227709" y="194765"/>
                    <a:pt x="267736" y="194765"/>
                  </a:cubicBezTo>
                  <a:cubicBezTo>
                    <a:pt x="307762" y="194765"/>
                    <a:pt x="340210" y="227131"/>
                    <a:pt x="340210" y="267056"/>
                  </a:cubicBezTo>
                  <a:cubicBezTo>
                    <a:pt x="340158" y="306960"/>
                    <a:pt x="307740" y="339295"/>
                    <a:pt x="267736" y="339348"/>
                  </a:cubicBezTo>
                  <a:close/>
                </a:path>
              </a:pathLst>
            </a:custGeom>
            <a:solidFill>
              <a:srgbClr val="E61E6F"/>
            </a:solidFill>
            <a:ln w="9499" cap="flat">
              <a:noFill/>
              <a:prstDash val="solid"/>
              <a:miter/>
            </a:ln>
          </p:spPr>
          <p:txBody>
            <a:bodyPr rtlCol="0" anchor="ctr"/>
            <a:lstStyle/>
            <a:p>
              <a:endParaRPr lang="en-US" b="0" i="0">
                <a:latin typeface="Tenorite" pitchFamily="2" charset="0"/>
              </a:endParaRPr>
            </a:p>
          </p:txBody>
        </p:sp>
      </p:grpSp>
    </p:spTree>
    <p:extLst>
      <p:ext uri="{BB962C8B-B14F-4D97-AF65-F5344CB8AC3E}">
        <p14:creationId xmlns:p14="http://schemas.microsoft.com/office/powerpoint/2010/main" val="42844185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Three Collumn Layout Top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5D4C0-210B-8E99-52E0-1CC96AAAB0E4}"/>
              </a:ext>
            </a:extLst>
          </p:cNvPr>
          <p:cNvSpPr>
            <a:spLocks noGrp="1"/>
          </p:cNvSpPr>
          <p:nvPr>
            <p:ph type="title" hasCustomPrompt="1"/>
          </p:nvPr>
        </p:nvSpPr>
        <p:spPr>
          <a:xfrm>
            <a:off x="381000" y="381001"/>
            <a:ext cx="11430000" cy="491836"/>
          </a:xfrm>
          <a:prstGeom prst="rect">
            <a:avLst/>
          </a:prstGeom>
        </p:spPr>
        <p:txBody>
          <a:bodyPr lIns="0" tIns="0" rIns="0" bIns="0"/>
          <a:lstStyle>
            <a:lvl1pPr>
              <a:lnSpc>
                <a:spcPct val="100000"/>
              </a:lnSpc>
              <a:defRPr sz="2800" b="1" i="0" spc="-20" baseline="0">
                <a:solidFill>
                  <a:schemeClr val="tx2"/>
                </a:solidFill>
                <a:latin typeface="Tenorite" pitchFamily="2" charset="0"/>
              </a:defRPr>
            </a:lvl1pPr>
          </a:lstStyle>
          <a:p>
            <a:r>
              <a:rPr lang="en-US"/>
              <a:t>Enter page title (Sentence case)</a:t>
            </a:r>
          </a:p>
        </p:txBody>
      </p:sp>
      <p:sp>
        <p:nvSpPr>
          <p:cNvPr id="7" name="Text Placeholder 3">
            <a:extLst>
              <a:ext uri="{FF2B5EF4-FFF2-40B4-BE49-F238E27FC236}">
                <a16:creationId xmlns:a16="http://schemas.microsoft.com/office/drawing/2014/main" id="{E2EE0A3F-342E-D0D5-856A-9989986926FD}"/>
              </a:ext>
            </a:extLst>
          </p:cNvPr>
          <p:cNvSpPr>
            <a:spLocks noGrp="1"/>
          </p:cNvSpPr>
          <p:nvPr>
            <p:ph type="body" sz="quarter" idx="16" hasCustomPrompt="1"/>
          </p:nvPr>
        </p:nvSpPr>
        <p:spPr>
          <a:xfrm>
            <a:off x="380998" y="1372702"/>
            <a:ext cx="3555159" cy="4343904"/>
          </a:xfrm>
          <a:prstGeom prst="rect">
            <a:avLst/>
          </a:prstGeom>
        </p:spPr>
        <p:txBody>
          <a:bodyPr lIns="0" rIns="0">
            <a:noAutofit/>
          </a:bodyPr>
          <a:lstStyle>
            <a:lvl1pPr marL="228600" indent="-228600">
              <a:lnSpc>
                <a:spcPct val="100000"/>
              </a:lnSpc>
              <a:buClrTx/>
              <a:buFont typeface="Arial" panose="020B0604020202020204" pitchFamily="34" charset="0"/>
              <a:buChar char="•"/>
              <a:tabLst/>
              <a:defRPr sz="2000" b="0" i="0">
                <a:latin typeface="Tenorite" pitchFamily="2" charset="0"/>
              </a:defRPr>
            </a:lvl1pPr>
            <a:lvl2pPr marL="404813" indent="-230188">
              <a:lnSpc>
                <a:spcPct val="100000"/>
              </a:lnSpc>
              <a:buClrTx/>
              <a:buFont typeface="Arial" panose="020B0604020202020204" pitchFamily="34" charset="0"/>
              <a:buChar char="•"/>
              <a:tabLst/>
              <a:defRPr sz="1600" b="0" i="0">
                <a:latin typeface="Tenorite" pitchFamily="2" charset="0"/>
              </a:defRPr>
            </a:lvl2pPr>
            <a:lvl3pPr marL="573088" indent="-168275">
              <a:lnSpc>
                <a:spcPct val="100000"/>
              </a:lnSpc>
              <a:buClrTx/>
              <a:buFont typeface="Arial" panose="020B0604020202020204" pitchFamily="34" charset="0"/>
              <a:buChar char="•"/>
              <a:tabLst/>
              <a:defRPr sz="1600" b="0"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main paragraph text</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C529177-730A-2684-F64B-15A4BC31311E}"/>
              </a:ext>
            </a:extLst>
          </p:cNvPr>
          <p:cNvSpPr>
            <a:spLocks noGrp="1"/>
          </p:cNvSpPr>
          <p:nvPr>
            <p:ph type="body" sz="quarter" idx="17" hasCustomPrompt="1"/>
          </p:nvPr>
        </p:nvSpPr>
        <p:spPr>
          <a:xfrm>
            <a:off x="4318420" y="1372702"/>
            <a:ext cx="3555159" cy="4343904"/>
          </a:xfrm>
          <a:prstGeom prst="rect">
            <a:avLst/>
          </a:prstGeom>
        </p:spPr>
        <p:txBody>
          <a:bodyPr lIns="0" rIns="0">
            <a:noAutofit/>
          </a:bodyPr>
          <a:lstStyle>
            <a:lvl1pPr marL="228600" indent="-228600">
              <a:lnSpc>
                <a:spcPct val="100000"/>
              </a:lnSpc>
              <a:buClrTx/>
              <a:buFont typeface="Arial" panose="020B0604020202020204" pitchFamily="34" charset="0"/>
              <a:buChar char="•"/>
              <a:tabLst/>
              <a:defRPr sz="2000" b="0" i="0">
                <a:latin typeface="Tenorite" pitchFamily="2" charset="0"/>
              </a:defRPr>
            </a:lvl1pPr>
            <a:lvl2pPr marL="404813" indent="-230188">
              <a:lnSpc>
                <a:spcPct val="100000"/>
              </a:lnSpc>
              <a:buClrTx/>
              <a:buFont typeface="Arial" panose="020B0604020202020204" pitchFamily="34" charset="0"/>
              <a:buChar char="•"/>
              <a:tabLst/>
              <a:defRPr sz="1600" b="0" i="0">
                <a:latin typeface="Tenorite" pitchFamily="2" charset="0"/>
              </a:defRPr>
            </a:lvl2pPr>
            <a:lvl3pPr marL="573088" indent="-168275">
              <a:lnSpc>
                <a:spcPct val="100000"/>
              </a:lnSpc>
              <a:buClrTx/>
              <a:buFont typeface="Arial" panose="020B0604020202020204" pitchFamily="34" charset="0"/>
              <a:buChar char="•"/>
              <a:tabLst/>
              <a:defRPr sz="1600" b="0"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main paragraph text</a:t>
            </a:r>
          </a:p>
          <a:p>
            <a:pPr lvl="1"/>
            <a:r>
              <a:rPr lang="en-US"/>
              <a:t>Second level</a:t>
            </a:r>
          </a:p>
          <a:p>
            <a:pPr lvl="2"/>
            <a:r>
              <a:rPr lang="en-US"/>
              <a:t>Third level</a:t>
            </a:r>
          </a:p>
        </p:txBody>
      </p:sp>
      <p:sp>
        <p:nvSpPr>
          <p:cNvPr id="9" name="Text Placeholder 3">
            <a:extLst>
              <a:ext uri="{FF2B5EF4-FFF2-40B4-BE49-F238E27FC236}">
                <a16:creationId xmlns:a16="http://schemas.microsoft.com/office/drawing/2014/main" id="{0EDE1986-ABE2-369F-9B37-FD3A47B7F9E1}"/>
              </a:ext>
            </a:extLst>
          </p:cNvPr>
          <p:cNvSpPr>
            <a:spLocks noGrp="1"/>
          </p:cNvSpPr>
          <p:nvPr>
            <p:ph type="body" sz="quarter" idx="18" hasCustomPrompt="1"/>
          </p:nvPr>
        </p:nvSpPr>
        <p:spPr>
          <a:xfrm>
            <a:off x="8255840" y="1372702"/>
            <a:ext cx="3555159" cy="4343904"/>
          </a:xfrm>
          <a:prstGeom prst="rect">
            <a:avLst/>
          </a:prstGeom>
        </p:spPr>
        <p:txBody>
          <a:bodyPr lIns="0" rIns="0">
            <a:noAutofit/>
          </a:bodyPr>
          <a:lstStyle>
            <a:lvl1pPr marL="228600" indent="-228600">
              <a:lnSpc>
                <a:spcPct val="100000"/>
              </a:lnSpc>
              <a:buClrTx/>
              <a:buFont typeface="Arial" panose="020B0604020202020204" pitchFamily="34" charset="0"/>
              <a:buChar char="•"/>
              <a:tabLst/>
              <a:defRPr sz="2000" b="0" i="0">
                <a:latin typeface="Tenorite" pitchFamily="2" charset="0"/>
              </a:defRPr>
            </a:lvl1pPr>
            <a:lvl2pPr marL="404813" indent="-230188">
              <a:lnSpc>
                <a:spcPct val="100000"/>
              </a:lnSpc>
              <a:buClrTx/>
              <a:buFont typeface="Arial" panose="020B0604020202020204" pitchFamily="34" charset="0"/>
              <a:buChar char="•"/>
              <a:tabLst/>
              <a:defRPr sz="1600" b="0" i="0">
                <a:latin typeface="Tenorite" pitchFamily="2" charset="0"/>
              </a:defRPr>
            </a:lvl2pPr>
            <a:lvl3pPr marL="573088" indent="-168275">
              <a:lnSpc>
                <a:spcPct val="100000"/>
              </a:lnSpc>
              <a:buClrTx/>
              <a:buFont typeface="Arial" panose="020B0604020202020204" pitchFamily="34" charset="0"/>
              <a:buChar char="•"/>
              <a:tabLst/>
              <a:defRPr sz="1600" b="0"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main paragraph text</a:t>
            </a:r>
          </a:p>
          <a:p>
            <a:pPr lvl="1"/>
            <a:r>
              <a:rPr lang="en-US"/>
              <a:t>Second level</a:t>
            </a:r>
          </a:p>
          <a:p>
            <a:pPr lvl="2"/>
            <a:r>
              <a:rPr lang="en-US"/>
              <a:t>Third level</a:t>
            </a:r>
          </a:p>
        </p:txBody>
      </p:sp>
    </p:spTree>
    <p:extLst>
      <p:ext uri="{BB962C8B-B14F-4D97-AF65-F5344CB8AC3E}">
        <p14:creationId xmlns:p14="http://schemas.microsoft.com/office/powerpoint/2010/main" val="29499281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Text Only Slide No Logo">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8C62D6F-9428-4365-9725-3F37A6DFA23F}"/>
              </a:ext>
            </a:extLst>
          </p:cNvPr>
          <p:cNvSpPr/>
          <p:nvPr/>
        </p:nvSpPr>
        <p:spPr>
          <a:xfrm>
            <a:off x="0" y="5789458"/>
            <a:ext cx="12192000" cy="1068542"/>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Tenorite" pitchFamily="2" charset="0"/>
            </a:endParaRPr>
          </a:p>
        </p:txBody>
      </p:sp>
      <p:sp>
        <p:nvSpPr>
          <p:cNvPr id="6" name="Text Placeholder 3">
            <a:extLst>
              <a:ext uri="{FF2B5EF4-FFF2-40B4-BE49-F238E27FC236}">
                <a16:creationId xmlns:a16="http://schemas.microsoft.com/office/drawing/2014/main" id="{8C71BC37-1CB1-2647-9DCF-6CA15F339949}"/>
              </a:ext>
            </a:extLst>
          </p:cNvPr>
          <p:cNvSpPr>
            <a:spLocks noGrp="1"/>
          </p:cNvSpPr>
          <p:nvPr>
            <p:ph type="body" sz="quarter" idx="13" hasCustomPrompt="1"/>
          </p:nvPr>
        </p:nvSpPr>
        <p:spPr>
          <a:xfrm>
            <a:off x="381000" y="1380682"/>
            <a:ext cx="11430000" cy="5096317"/>
          </a:xfrm>
          <a:prstGeom prst="rect">
            <a:avLst/>
          </a:prstGeom>
        </p:spPr>
        <p:txBody>
          <a:bodyPr lIns="0" rIns="0">
            <a:noAutofit/>
          </a:bodyPr>
          <a:lstStyle>
            <a:lvl1pPr marL="228600" indent="-228600">
              <a:lnSpc>
                <a:spcPct val="100000"/>
              </a:lnSpc>
              <a:buClrTx/>
              <a:buFont typeface="Arial" panose="020B0604020202020204" pitchFamily="34" charset="0"/>
              <a:buChar char="•"/>
              <a:tabLst/>
              <a:defRPr sz="2000" b="0" i="0">
                <a:latin typeface="Tenorite" pitchFamily="2" charset="0"/>
              </a:defRPr>
            </a:lvl1pPr>
            <a:lvl2pPr marL="404813" indent="-230188">
              <a:lnSpc>
                <a:spcPct val="100000"/>
              </a:lnSpc>
              <a:buClrTx/>
              <a:buFont typeface="Arial" panose="020B0604020202020204" pitchFamily="34" charset="0"/>
              <a:buChar char="•"/>
              <a:tabLst/>
              <a:defRPr sz="1600" b="0" i="0">
                <a:latin typeface="Tenorite" pitchFamily="2" charset="0"/>
              </a:defRPr>
            </a:lvl2pPr>
            <a:lvl3pPr marL="573088" indent="-168275">
              <a:lnSpc>
                <a:spcPct val="100000"/>
              </a:lnSpc>
              <a:buClrTx/>
              <a:buFont typeface="Arial" panose="020B0604020202020204" pitchFamily="34" charset="0"/>
              <a:buChar char="•"/>
              <a:tabLst/>
              <a:defRPr sz="1600" b="0"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main paragraph text</a:t>
            </a:r>
          </a:p>
          <a:p>
            <a:pPr lvl="1"/>
            <a:r>
              <a:rPr lang="en-US"/>
              <a:t>Second level</a:t>
            </a:r>
          </a:p>
          <a:p>
            <a:pPr lvl="2"/>
            <a:r>
              <a:rPr lang="en-US"/>
              <a:t>Third level</a:t>
            </a:r>
          </a:p>
        </p:txBody>
      </p:sp>
      <p:sp>
        <p:nvSpPr>
          <p:cNvPr id="2" name="Title 1">
            <a:extLst>
              <a:ext uri="{FF2B5EF4-FFF2-40B4-BE49-F238E27FC236}">
                <a16:creationId xmlns:a16="http://schemas.microsoft.com/office/drawing/2014/main" id="{43265C6C-707A-4EAF-E835-8684E80CEC6B}"/>
              </a:ext>
            </a:extLst>
          </p:cNvPr>
          <p:cNvSpPr>
            <a:spLocks noGrp="1"/>
          </p:cNvSpPr>
          <p:nvPr>
            <p:ph type="title" hasCustomPrompt="1"/>
          </p:nvPr>
        </p:nvSpPr>
        <p:spPr>
          <a:xfrm>
            <a:off x="381000" y="381001"/>
            <a:ext cx="11430000" cy="491836"/>
          </a:xfrm>
          <a:prstGeom prst="rect">
            <a:avLst/>
          </a:prstGeom>
        </p:spPr>
        <p:txBody>
          <a:bodyPr lIns="0" tIns="0" rIns="0" bIns="0"/>
          <a:lstStyle>
            <a:lvl1pPr>
              <a:lnSpc>
                <a:spcPct val="100000"/>
              </a:lnSpc>
              <a:defRPr sz="2800" b="1" i="0" spc="-20" baseline="0">
                <a:solidFill>
                  <a:schemeClr val="tx2"/>
                </a:solidFill>
                <a:latin typeface="Tenorite" pitchFamily="2" charset="0"/>
              </a:defRPr>
            </a:lvl1pPr>
          </a:lstStyle>
          <a:p>
            <a:r>
              <a:rPr lang="en-US"/>
              <a:t>Enter page title (Sentence case)</a:t>
            </a:r>
          </a:p>
        </p:txBody>
      </p:sp>
      <p:sp>
        <p:nvSpPr>
          <p:cNvPr id="3" name="Rectangle 2">
            <a:extLst>
              <a:ext uri="{FF2B5EF4-FFF2-40B4-BE49-F238E27FC236}">
                <a16:creationId xmlns:a16="http://schemas.microsoft.com/office/drawing/2014/main" id="{8FFEE847-F4DC-353B-22DF-BAE31879E8FC}"/>
              </a:ext>
            </a:extLst>
          </p:cNvPr>
          <p:cNvSpPr/>
          <p:nvPr userDrawn="1"/>
        </p:nvSpPr>
        <p:spPr>
          <a:xfrm>
            <a:off x="0" y="5789458"/>
            <a:ext cx="12192000" cy="1068542"/>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Tenorite" pitchFamily="2" charset="0"/>
            </a:endParaRPr>
          </a:p>
        </p:txBody>
      </p:sp>
    </p:spTree>
    <p:extLst>
      <p:ext uri="{BB962C8B-B14F-4D97-AF65-F5344CB8AC3E}">
        <p14:creationId xmlns:p14="http://schemas.microsoft.com/office/powerpoint/2010/main" val="7677587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cSld name="NoLogo Dark">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4605B-86C7-C924-9502-4752CB45B305}"/>
              </a:ext>
            </a:extLst>
          </p:cNvPr>
          <p:cNvSpPr>
            <a:spLocks noGrp="1"/>
          </p:cNvSpPr>
          <p:nvPr>
            <p:ph type="title" hasCustomPrompt="1"/>
          </p:nvPr>
        </p:nvSpPr>
        <p:spPr>
          <a:xfrm>
            <a:off x="381000" y="381001"/>
            <a:ext cx="11430000" cy="491836"/>
          </a:xfrm>
          <a:prstGeom prst="rect">
            <a:avLst/>
          </a:prstGeom>
        </p:spPr>
        <p:txBody>
          <a:bodyPr lIns="0" tIns="0" rIns="0" bIns="0"/>
          <a:lstStyle>
            <a:lvl1pPr>
              <a:lnSpc>
                <a:spcPct val="100000"/>
              </a:lnSpc>
              <a:defRPr sz="2800" b="1" i="0" spc="-20" baseline="0">
                <a:solidFill>
                  <a:schemeClr val="bg1"/>
                </a:solidFill>
                <a:latin typeface="Tenorite" pitchFamily="2" charset="0"/>
              </a:defRPr>
            </a:lvl1pPr>
          </a:lstStyle>
          <a:p>
            <a:r>
              <a:rPr lang="en-US"/>
              <a:t>Enter page title (Sentence case)</a:t>
            </a:r>
          </a:p>
        </p:txBody>
      </p:sp>
    </p:spTree>
    <p:extLst>
      <p:ext uri="{BB962C8B-B14F-4D97-AF65-F5344CB8AC3E}">
        <p14:creationId xmlns:p14="http://schemas.microsoft.com/office/powerpoint/2010/main" val="42322307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cSld name="Text and Side Bar Right">
    <p:bg>
      <p:bgPr>
        <a:solidFill>
          <a:schemeClr val="bg1"/>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14370599-DE57-0482-B241-BCC2F8B3EF6A}"/>
              </a:ext>
            </a:extLst>
          </p:cNvPr>
          <p:cNvSpPr/>
          <p:nvPr/>
        </p:nvSpPr>
        <p:spPr>
          <a:xfrm>
            <a:off x="7277100" y="-12700"/>
            <a:ext cx="5067299" cy="6883400"/>
          </a:xfrm>
          <a:custGeom>
            <a:avLst/>
            <a:gdLst>
              <a:gd name="connsiteX0" fmla="*/ 438498 w 5243423"/>
              <a:gd name="connsiteY0" fmla="*/ 0 h 6883400"/>
              <a:gd name="connsiteX1" fmla="*/ 5243423 w 5243423"/>
              <a:gd name="connsiteY1" fmla="*/ 0 h 6883400"/>
              <a:gd name="connsiteX2" fmla="*/ 5243423 w 5243423"/>
              <a:gd name="connsiteY2" fmla="*/ 6883400 h 6883400"/>
              <a:gd name="connsiteX3" fmla="*/ 0 w 5243423"/>
              <a:gd name="connsiteY3" fmla="*/ 6883400 h 6883400"/>
              <a:gd name="connsiteX4" fmla="*/ 38418 w 5243423"/>
              <a:gd name="connsiteY4" fmla="*/ 6766624 h 6883400"/>
              <a:gd name="connsiteX5" fmla="*/ 369354 w 5243423"/>
              <a:gd name="connsiteY5" fmla="*/ 3985957 h 6883400"/>
              <a:gd name="connsiteX6" fmla="*/ 387280 w 5243423"/>
              <a:gd name="connsiteY6" fmla="*/ 621008 h 6883400"/>
              <a:gd name="connsiteX7" fmla="*/ 429263 w 5243423"/>
              <a:gd name="connsiteY7" fmla="*/ 73669 h 688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3423" h="6883400">
                <a:moveTo>
                  <a:pt x="438498" y="0"/>
                </a:moveTo>
                <a:lnTo>
                  <a:pt x="5243423" y="0"/>
                </a:lnTo>
                <a:lnTo>
                  <a:pt x="5243423" y="6883400"/>
                </a:lnTo>
                <a:lnTo>
                  <a:pt x="0" y="6883400"/>
                </a:lnTo>
                <a:lnTo>
                  <a:pt x="38418" y="6766624"/>
                </a:lnTo>
                <a:cubicBezTo>
                  <a:pt x="273252" y="5999809"/>
                  <a:pt x="355651" y="4967818"/>
                  <a:pt x="369354" y="3985957"/>
                </a:cubicBezTo>
                <a:cubicBezTo>
                  <a:pt x="385016" y="2863835"/>
                  <a:pt x="326756" y="1733374"/>
                  <a:pt x="387280" y="621008"/>
                </a:cubicBezTo>
                <a:cubicBezTo>
                  <a:pt x="397210" y="438511"/>
                  <a:pt x="411145" y="255070"/>
                  <a:pt x="429263" y="73669"/>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1" i="0">
              <a:latin typeface="Tenorite" pitchFamily="2" charset="0"/>
            </a:endParaRPr>
          </a:p>
        </p:txBody>
      </p:sp>
      <p:sp>
        <p:nvSpPr>
          <p:cNvPr id="2" name="Title 1">
            <a:extLst>
              <a:ext uri="{FF2B5EF4-FFF2-40B4-BE49-F238E27FC236}">
                <a16:creationId xmlns:a16="http://schemas.microsoft.com/office/drawing/2014/main" id="{6313118C-97C3-7118-0B89-C1364C60BF24}"/>
              </a:ext>
            </a:extLst>
          </p:cNvPr>
          <p:cNvSpPr>
            <a:spLocks noGrp="1"/>
          </p:cNvSpPr>
          <p:nvPr>
            <p:ph type="title" hasCustomPrompt="1"/>
          </p:nvPr>
        </p:nvSpPr>
        <p:spPr>
          <a:xfrm>
            <a:off x="381000" y="381001"/>
            <a:ext cx="6813087" cy="491836"/>
          </a:xfrm>
          <a:prstGeom prst="rect">
            <a:avLst/>
          </a:prstGeom>
        </p:spPr>
        <p:txBody>
          <a:bodyPr lIns="0" tIns="0" rIns="0" bIns="0"/>
          <a:lstStyle>
            <a:lvl1pPr>
              <a:lnSpc>
                <a:spcPct val="100000"/>
              </a:lnSpc>
              <a:defRPr sz="2800" b="1" i="0" spc="-20" baseline="0">
                <a:solidFill>
                  <a:schemeClr val="tx2"/>
                </a:solidFill>
                <a:latin typeface="Tenorite" pitchFamily="2" charset="0"/>
              </a:defRPr>
            </a:lvl1pPr>
          </a:lstStyle>
          <a:p>
            <a:r>
              <a:rPr lang="en-US"/>
              <a:t>Enter page title (Sentence case)</a:t>
            </a:r>
          </a:p>
        </p:txBody>
      </p:sp>
      <p:sp>
        <p:nvSpPr>
          <p:cNvPr id="4" name="Text Placeholder 3">
            <a:extLst>
              <a:ext uri="{FF2B5EF4-FFF2-40B4-BE49-F238E27FC236}">
                <a16:creationId xmlns:a16="http://schemas.microsoft.com/office/drawing/2014/main" id="{C903E105-25C0-9D06-5BC2-43DFB63BDFA8}"/>
              </a:ext>
            </a:extLst>
          </p:cNvPr>
          <p:cNvSpPr>
            <a:spLocks noGrp="1"/>
          </p:cNvSpPr>
          <p:nvPr>
            <p:ph type="body" sz="quarter" idx="15" hasCustomPrompt="1"/>
          </p:nvPr>
        </p:nvSpPr>
        <p:spPr>
          <a:xfrm>
            <a:off x="381001" y="1380682"/>
            <a:ext cx="6400799" cy="5219954"/>
          </a:xfrm>
          <a:prstGeom prst="rect">
            <a:avLst/>
          </a:prstGeom>
        </p:spPr>
        <p:txBody>
          <a:bodyPr lIns="0" rIns="0">
            <a:noAutofit/>
          </a:bodyPr>
          <a:lstStyle>
            <a:lvl1pPr marL="228600" indent="-228600">
              <a:lnSpc>
                <a:spcPct val="100000"/>
              </a:lnSpc>
              <a:buClrTx/>
              <a:buFont typeface="Arial" panose="020B0604020202020204" pitchFamily="34" charset="0"/>
              <a:buChar char="•"/>
              <a:tabLst/>
              <a:defRPr sz="2000" b="0" i="0">
                <a:latin typeface="Tenorite" pitchFamily="2" charset="0"/>
              </a:defRPr>
            </a:lvl1pPr>
            <a:lvl2pPr marL="404813" indent="-230188">
              <a:lnSpc>
                <a:spcPct val="100000"/>
              </a:lnSpc>
              <a:buClrTx/>
              <a:buFont typeface="Arial" panose="020B0604020202020204" pitchFamily="34" charset="0"/>
              <a:buChar char="•"/>
              <a:tabLst/>
              <a:defRPr sz="1600" b="0" i="0">
                <a:latin typeface="Tenorite" pitchFamily="2" charset="0"/>
              </a:defRPr>
            </a:lvl2pPr>
            <a:lvl3pPr marL="573088" indent="-168275">
              <a:lnSpc>
                <a:spcPct val="100000"/>
              </a:lnSpc>
              <a:buClrTx/>
              <a:buFont typeface="Arial" panose="020B0604020202020204" pitchFamily="34" charset="0"/>
              <a:buChar char="•"/>
              <a:tabLst/>
              <a:defRPr sz="1600" b="0"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main paragraph text</a:t>
            </a:r>
          </a:p>
          <a:p>
            <a:pPr lvl="1"/>
            <a:r>
              <a:rPr lang="en-US"/>
              <a:t>Second level</a:t>
            </a:r>
          </a:p>
          <a:p>
            <a:pPr lvl="2"/>
            <a:r>
              <a:rPr lang="en-US"/>
              <a:t>Third level</a:t>
            </a:r>
          </a:p>
        </p:txBody>
      </p:sp>
      <p:sp>
        <p:nvSpPr>
          <p:cNvPr id="7" name="Text Placeholder 2">
            <a:extLst>
              <a:ext uri="{FF2B5EF4-FFF2-40B4-BE49-F238E27FC236}">
                <a16:creationId xmlns:a16="http://schemas.microsoft.com/office/drawing/2014/main" id="{B2F2E43D-C861-36E9-5A02-154B7C401A67}"/>
              </a:ext>
            </a:extLst>
          </p:cNvPr>
          <p:cNvSpPr>
            <a:spLocks noGrp="1"/>
          </p:cNvSpPr>
          <p:nvPr>
            <p:ph type="body" sz="quarter" idx="14" hasCustomPrompt="1"/>
          </p:nvPr>
        </p:nvSpPr>
        <p:spPr>
          <a:xfrm>
            <a:off x="7842250" y="0"/>
            <a:ext cx="4349750" cy="6858000"/>
          </a:xfrm>
          <a:prstGeom prst="roundRect">
            <a:avLst>
              <a:gd name="adj" fmla="val 0"/>
            </a:avLst>
          </a:prstGeom>
          <a:noFill/>
          <a:ln>
            <a:noFill/>
          </a:ln>
        </p:spPr>
        <p:txBody>
          <a:bodyPr lIns="457200" tIns="457200" rIns="457200" bIns="731520" anchor="ctr"/>
          <a:lstStyle>
            <a:lvl1pPr marL="0" indent="0">
              <a:lnSpc>
                <a:spcPct val="100000"/>
              </a:lnSpc>
              <a:buClrTx/>
              <a:buFont typeface="Arial" panose="020B0604020202020204" pitchFamily="34" charset="0"/>
              <a:buNone/>
              <a:tabLst/>
              <a:defRPr sz="2000" b="0" i="0">
                <a:solidFill>
                  <a:schemeClr val="bg1"/>
                </a:solidFill>
                <a:latin typeface="Tenorite" pitchFamily="2" charset="0"/>
              </a:defRPr>
            </a:lvl1pPr>
            <a:lvl2pPr marL="234950" indent="-227013">
              <a:lnSpc>
                <a:spcPct val="100000"/>
              </a:lnSpc>
              <a:buClrTx/>
              <a:buFont typeface="Arial" panose="020B0604020202020204" pitchFamily="34" charset="0"/>
              <a:buChar char="•"/>
              <a:tabLst/>
              <a:defRPr sz="1600" b="0" i="0">
                <a:solidFill>
                  <a:schemeClr val="bg1"/>
                </a:solidFill>
                <a:latin typeface="Tenorite" pitchFamily="2" charset="0"/>
              </a:defRPr>
            </a:lvl2pPr>
            <a:lvl3pPr marL="731520" indent="-182880">
              <a:buClrTx/>
              <a:buFont typeface="Arial" panose="020B0604020202020204" pitchFamily="34" charset="0"/>
              <a:buChar char="•"/>
              <a:defRPr sz="1600" b="0">
                <a:solidFill>
                  <a:schemeClr val="bg1"/>
                </a:solidFill>
              </a:defRPr>
            </a:lvl3pPr>
            <a:lvl4pPr>
              <a:buClr>
                <a:schemeClr val="accent2"/>
              </a:buClr>
              <a:defRPr sz="1800">
                <a:solidFill>
                  <a:schemeClr val="bg1"/>
                </a:solidFill>
              </a:defRPr>
            </a:lvl4pPr>
            <a:lvl5pPr>
              <a:buClr>
                <a:schemeClr val="accent2"/>
              </a:buClr>
              <a:defRPr sz="1600">
                <a:solidFill>
                  <a:schemeClr val="bg1"/>
                </a:solidFill>
              </a:defRPr>
            </a:lvl5pPr>
          </a:lstStyle>
          <a:p>
            <a:pPr lvl="0"/>
            <a:r>
              <a:rPr lang="en-US"/>
              <a:t>Click to edit side bar</a:t>
            </a:r>
          </a:p>
          <a:p>
            <a:pPr lvl="1"/>
            <a:r>
              <a:rPr lang="en-US"/>
              <a:t>Third level</a:t>
            </a:r>
          </a:p>
        </p:txBody>
      </p:sp>
    </p:spTree>
    <p:extLst>
      <p:ext uri="{BB962C8B-B14F-4D97-AF65-F5344CB8AC3E}">
        <p14:creationId xmlns:p14="http://schemas.microsoft.com/office/powerpoint/2010/main" val="21332760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Text with Color Accent 1">
    <p:spTree>
      <p:nvGrpSpPr>
        <p:cNvPr id="1" name=""/>
        <p:cNvGrpSpPr/>
        <p:nvPr/>
      </p:nvGrpSpPr>
      <p:grpSpPr>
        <a:xfrm>
          <a:off x="0" y="0"/>
          <a:ext cx="0" cy="0"/>
          <a:chOff x="0" y="0"/>
          <a:chExt cx="0" cy="0"/>
        </a:xfrm>
      </p:grpSpPr>
      <p:sp>
        <p:nvSpPr>
          <p:cNvPr id="8" name="Graphic 4">
            <a:extLst>
              <a:ext uri="{FF2B5EF4-FFF2-40B4-BE49-F238E27FC236}">
                <a16:creationId xmlns:a16="http://schemas.microsoft.com/office/drawing/2014/main" id="{FBA35A27-D957-1055-D203-D6433AC2EA8B}"/>
              </a:ext>
            </a:extLst>
          </p:cNvPr>
          <p:cNvSpPr/>
          <p:nvPr/>
        </p:nvSpPr>
        <p:spPr>
          <a:xfrm>
            <a:off x="8445501" y="4051300"/>
            <a:ext cx="3746250" cy="2806700"/>
          </a:xfrm>
          <a:custGeom>
            <a:avLst/>
            <a:gdLst>
              <a:gd name="connsiteX0" fmla="*/ 2974705 w 2974705"/>
              <a:gd name="connsiteY0" fmla="*/ 0 h 2697463"/>
              <a:gd name="connsiteX1" fmla="*/ 2974705 w 2974705"/>
              <a:gd name="connsiteY1" fmla="*/ 2697464 h 2697463"/>
              <a:gd name="connsiteX2" fmla="*/ 0 w 2974705"/>
              <a:gd name="connsiteY2" fmla="*/ 2697464 h 2697463"/>
              <a:gd name="connsiteX3" fmla="*/ 826414 w 2974705"/>
              <a:gd name="connsiteY3" fmla="*/ 2238083 h 2697463"/>
              <a:gd name="connsiteX4" fmla="*/ 1662702 w 2974705"/>
              <a:gd name="connsiteY4" fmla="*/ 1839930 h 2697463"/>
              <a:gd name="connsiteX5" fmla="*/ 2029647 w 2974705"/>
              <a:gd name="connsiteY5" fmla="*/ 931943 h 2697463"/>
              <a:gd name="connsiteX6" fmla="*/ 2311643 w 2974705"/>
              <a:gd name="connsiteY6" fmla="*/ 422482 h 2697463"/>
              <a:gd name="connsiteX7" fmla="*/ 2974705 w 2974705"/>
              <a:gd name="connsiteY7" fmla="*/ 0 h 2697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74705" h="2697463">
                <a:moveTo>
                  <a:pt x="2974705" y="0"/>
                </a:moveTo>
                <a:lnTo>
                  <a:pt x="2974705" y="2697464"/>
                </a:lnTo>
                <a:lnTo>
                  <a:pt x="0" y="2697464"/>
                </a:lnTo>
                <a:cubicBezTo>
                  <a:pt x="210424" y="2466657"/>
                  <a:pt x="539317" y="2320420"/>
                  <a:pt x="826414" y="2238083"/>
                </a:cubicBezTo>
                <a:cubicBezTo>
                  <a:pt x="1139543" y="2148279"/>
                  <a:pt x="1438091" y="2093708"/>
                  <a:pt x="1662702" y="1839930"/>
                </a:cubicBezTo>
                <a:cubicBezTo>
                  <a:pt x="1890861" y="1582166"/>
                  <a:pt x="1930226" y="1248329"/>
                  <a:pt x="2029647" y="931943"/>
                </a:cubicBezTo>
                <a:cubicBezTo>
                  <a:pt x="2089790" y="740619"/>
                  <a:pt x="2178024" y="573842"/>
                  <a:pt x="2311643" y="422482"/>
                </a:cubicBezTo>
                <a:cubicBezTo>
                  <a:pt x="2494371" y="215522"/>
                  <a:pt x="2732448" y="108681"/>
                  <a:pt x="2974705" y="0"/>
                </a:cubicBezTo>
                <a:close/>
              </a:path>
            </a:pathLst>
          </a:custGeom>
          <a:solidFill>
            <a:srgbClr val="EA5F84"/>
          </a:solidFill>
          <a:ln w="2189" cap="flat">
            <a:noFill/>
            <a:prstDash val="solid"/>
            <a:miter/>
          </a:ln>
        </p:spPr>
        <p:txBody>
          <a:bodyPr rtlCol="0" anchor="ctr"/>
          <a:lstStyle/>
          <a:p>
            <a:endParaRPr lang="en-US"/>
          </a:p>
        </p:txBody>
      </p:sp>
      <p:sp>
        <p:nvSpPr>
          <p:cNvPr id="2" name="Freeform 1">
            <a:extLst>
              <a:ext uri="{FF2B5EF4-FFF2-40B4-BE49-F238E27FC236}">
                <a16:creationId xmlns:a16="http://schemas.microsoft.com/office/drawing/2014/main" id="{F51BCA2B-A0CA-95BB-E0D8-AC6471F6341E}"/>
              </a:ext>
            </a:extLst>
          </p:cNvPr>
          <p:cNvSpPr/>
          <p:nvPr/>
        </p:nvSpPr>
        <p:spPr>
          <a:xfrm flipH="1">
            <a:off x="9132335" y="4895602"/>
            <a:ext cx="3059662" cy="1962365"/>
          </a:xfrm>
          <a:custGeom>
            <a:avLst/>
            <a:gdLst>
              <a:gd name="connsiteX0" fmla="*/ 5725573 w 5725572"/>
              <a:gd name="connsiteY0" fmla="*/ 5667247 h 5667246"/>
              <a:gd name="connsiteX1" fmla="*/ 0 w 5725572"/>
              <a:gd name="connsiteY1" fmla="*/ 5667247 h 5667246"/>
              <a:gd name="connsiteX2" fmla="*/ 0 w 5725572"/>
              <a:gd name="connsiteY2" fmla="*/ 0 h 5667246"/>
              <a:gd name="connsiteX3" fmla="*/ 81248 w 5725572"/>
              <a:gd name="connsiteY3" fmla="*/ 148412 h 5667246"/>
              <a:gd name="connsiteX4" fmla="*/ 1054894 w 5725572"/>
              <a:gd name="connsiteY4" fmla="*/ 1477642 h 5667246"/>
              <a:gd name="connsiteX5" fmla="*/ 2622233 w 5725572"/>
              <a:gd name="connsiteY5" fmla="*/ 2716627 h 5667246"/>
              <a:gd name="connsiteX6" fmla="*/ 5524500 w 5725572"/>
              <a:gd name="connsiteY6" fmla="*/ 5056846 h 5667246"/>
              <a:gd name="connsiteX7" fmla="*/ 5725573 w 5725572"/>
              <a:gd name="connsiteY7" fmla="*/ 5667247 h 5667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25572" h="5667246">
                <a:moveTo>
                  <a:pt x="5725573" y="5667247"/>
                </a:moveTo>
                <a:lnTo>
                  <a:pt x="0" y="5667247"/>
                </a:lnTo>
                <a:lnTo>
                  <a:pt x="0" y="0"/>
                </a:lnTo>
                <a:cubicBezTo>
                  <a:pt x="26861" y="50454"/>
                  <a:pt x="53912" y="99956"/>
                  <a:pt x="81248" y="148412"/>
                </a:cubicBezTo>
                <a:cubicBezTo>
                  <a:pt x="403098" y="721019"/>
                  <a:pt x="747808" y="1152451"/>
                  <a:pt x="1054894" y="1477642"/>
                </a:cubicBezTo>
                <a:cubicBezTo>
                  <a:pt x="1567339" y="2020168"/>
                  <a:pt x="2102644" y="2401621"/>
                  <a:pt x="2622233" y="2716627"/>
                </a:cubicBezTo>
                <a:cubicBezTo>
                  <a:pt x="3841337" y="3455543"/>
                  <a:pt x="4974241" y="3828618"/>
                  <a:pt x="5524500" y="5056846"/>
                </a:cubicBezTo>
                <a:cubicBezTo>
                  <a:pt x="5615940" y="5260852"/>
                  <a:pt x="5680996" y="5465620"/>
                  <a:pt x="5725573" y="5667247"/>
                </a:cubicBezTo>
                <a:close/>
              </a:path>
            </a:pathLst>
          </a:custGeom>
          <a:solidFill>
            <a:schemeClr val="accent2"/>
          </a:solidFill>
          <a:ln w="0" cap="flat">
            <a:noFill/>
            <a:prstDash val="solid"/>
            <a:miter/>
          </a:ln>
        </p:spPr>
        <p:txBody>
          <a:bodyPr rtlCol="0" anchor="ctr"/>
          <a:lstStyle/>
          <a:p>
            <a:endParaRPr lang="en-US" b="1" i="0">
              <a:latin typeface="Tenorite" pitchFamily="2" charset="0"/>
            </a:endParaRPr>
          </a:p>
        </p:txBody>
      </p:sp>
      <p:sp>
        <p:nvSpPr>
          <p:cNvPr id="4" name="TextBox 3">
            <a:extLst>
              <a:ext uri="{FF2B5EF4-FFF2-40B4-BE49-F238E27FC236}">
                <a16:creationId xmlns:a16="http://schemas.microsoft.com/office/drawing/2014/main" id="{BB455D00-D090-77A3-7A2E-85FF0EDE4A34}"/>
              </a:ext>
            </a:extLst>
          </p:cNvPr>
          <p:cNvSpPr txBox="1"/>
          <p:nvPr/>
        </p:nvSpPr>
        <p:spPr>
          <a:xfrm>
            <a:off x="9597795" y="6326102"/>
            <a:ext cx="2213206" cy="191268"/>
          </a:xfrm>
          <a:prstGeom prst="rect">
            <a:avLst/>
          </a:prstGeom>
          <a:noFill/>
        </p:spPr>
        <p:txBody>
          <a:bodyPr wrap="square" lIns="0" tIns="0" rIns="0" bIns="0" rtlCol="0" anchor="b" anchorCtr="0">
            <a:noAutofit/>
          </a:bodyPr>
          <a:lstStyle/>
          <a:p>
            <a:pPr algn="r"/>
            <a:fld id="{8D4FAEBE-B6EB-4E5D-A6B9-749E6598E908}" type="slidenum">
              <a:rPr lang="en-GB" sz="900" b="0" i="0" smtClean="0">
                <a:solidFill>
                  <a:schemeClr val="bg1"/>
                </a:solidFill>
                <a:latin typeface="Tenorite" pitchFamily="2" charset="0"/>
              </a:rPr>
              <a:t>‹#›</a:t>
            </a:fld>
            <a:endParaRPr lang="en-GB" sz="900" b="0" i="0">
              <a:solidFill>
                <a:schemeClr val="bg1"/>
              </a:solidFill>
              <a:latin typeface="Tenorite" pitchFamily="2" charset="0"/>
            </a:endParaRPr>
          </a:p>
        </p:txBody>
      </p:sp>
      <p:sp>
        <p:nvSpPr>
          <p:cNvPr id="6" name="Text Placeholder 3">
            <a:extLst>
              <a:ext uri="{FF2B5EF4-FFF2-40B4-BE49-F238E27FC236}">
                <a16:creationId xmlns:a16="http://schemas.microsoft.com/office/drawing/2014/main" id="{83F9F5C6-5518-D63A-5A35-07C910ED9C1E}"/>
              </a:ext>
            </a:extLst>
          </p:cNvPr>
          <p:cNvSpPr>
            <a:spLocks noGrp="1"/>
          </p:cNvSpPr>
          <p:nvPr>
            <p:ph type="body" sz="quarter" idx="15" hasCustomPrompt="1"/>
          </p:nvPr>
        </p:nvSpPr>
        <p:spPr>
          <a:xfrm>
            <a:off x="380998" y="1380682"/>
            <a:ext cx="10890252" cy="4366068"/>
          </a:xfrm>
          <a:prstGeom prst="rect">
            <a:avLst/>
          </a:prstGeom>
        </p:spPr>
        <p:txBody>
          <a:bodyPr lIns="0" rIns="0">
            <a:noAutofit/>
          </a:bodyPr>
          <a:lstStyle>
            <a:lvl1pPr marL="228600" indent="-228600">
              <a:lnSpc>
                <a:spcPct val="100000"/>
              </a:lnSpc>
              <a:buClrTx/>
              <a:buFont typeface="Arial" panose="020B0604020202020204" pitchFamily="34" charset="0"/>
              <a:buChar char="•"/>
              <a:tabLst/>
              <a:defRPr sz="2000" b="0" i="0">
                <a:latin typeface="Tenorite" pitchFamily="2" charset="0"/>
              </a:defRPr>
            </a:lvl1pPr>
            <a:lvl2pPr marL="404813" indent="-230188">
              <a:lnSpc>
                <a:spcPct val="100000"/>
              </a:lnSpc>
              <a:buClrTx/>
              <a:buFont typeface="Arial" panose="020B0604020202020204" pitchFamily="34" charset="0"/>
              <a:buChar char="•"/>
              <a:tabLst/>
              <a:defRPr sz="1600" b="0" i="0">
                <a:latin typeface="Tenorite" pitchFamily="2" charset="0"/>
              </a:defRPr>
            </a:lvl2pPr>
            <a:lvl3pPr marL="573088" indent="-168275">
              <a:lnSpc>
                <a:spcPct val="100000"/>
              </a:lnSpc>
              <a:buClrTx/>
              <a:buFont typeface="Arial" panose="020B0604020202020204" pitchFamily="34" charset="0"/>
              <a:buChar char="•"/>
              <a:tabLst/>
              <a:defRPr sz="1600" b="0"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main paragraph text</a:t>
            </a:r>
          </a:p>
          <a:p>
            <a:pPr lvl="1"/>
            <a:r>
              <a:rPr lang="en-US"/>
              <a:t>Second level</a:t>
            </a:r>
          </a:p>
          <a:p>
            <a:pPr lvl="2"/>
            <a:r>
              <a:rPr lang="en-US"/>
              <a:t>Third level</a:t>
            </a:r>
          </a:p>
        </p:txBody>
      </p:sp>
      <p:sp>
        <p:nvSpPr>
          <p:cNvPr id="7" name="Title 1">
            <a:extLst>
              <a:ext uri="{FF2B5EF4-FFF2-40B4-BE49-F238E27FC236}">
                <a16:creationId xmlns:a16="http://schemas.microsoft.com/office/drawing/2014/main" id="{0EA9D182-AD12-4180-9E78-F2320A7CDB83}"/>
              </a:ext>
            </a:extLst>
          </p:cNvPr>
          <p:cNvSpPr>
            <a:spLocks noGrp="1"/>
          </p:cNvSpPr>
          <p:nvPr>
            <p:ph type="title" hasCustomPrompt="1"/>
          </p:nvPr>
        </p:nvSpPr>
        <p:spPr>
          <a:xfrm>
            <a:off x="381000" y="381001"/>
            <a:ext cx="11430001" cy="491836"/>
          </a:xfrm>
          <a:prstGeom prst="rect">
            <a:avLst/>
          </a:prstGeom>
        </p:spPr>
        <p:txBody>
          <a:bodyPr lIns="0" tIns="0" rIns="0" bIns="0"/>
          <a:lstStyle>
            <a:lvl1pPr>
              <a:lnSpc>
                <a:spcPct val="100000"/>
              </a:lnSpc>
              <a:defRPr sz="2800" b="1" i="0" spc="-20" baseline="0">
                <a:solidFill>
                  <a:schemeClr val="tx2"/>
                </a:solidFill>
                <a:latin typeface="Tenorite" pitchFamily="2" charset="0"/>
              </a:defRPr>
            </a:lvl1pPr>
          </a:lstStyle>
          <a:p>
            <a:r>
              <a:rPr lang="en-US"/>
              <a:t>Enter page title (Sentence case)</a:t>
            </a:r>
          </a:p>
        </p:txBody>
      </p:sp>
    </p:spTree>
    <p:extLst>
      <p:ext uri="{BB962C8B-B14F-4D97-AF65-F5344CB8AC3E}">
        <p14:creationId xmlns:p14="http://schemas.microsoft.com/office/powerpoint/2010/main" val="417276509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Text with Color Accent 2">
    <p:spTree>
      <p:nvGrpSpPr>
        <p:cNvPr id="1" name=""/>
        <p:cNvGrpSpPr/>
        <p:nvPr/>
      </p:nvGrpSpPr>
      <p:grpSpPr>
        <a:xfrm>
          <a:off x="0" y="0"/>
          <a:ext cx="0" cy="0"/>
          <a:chOff x="0" y="0"/>
          <a:chExt cx="0" cy="0"/>
        </a:xfrm>
      </p:grpSpPr>
      <p:sp>
        <p:nvSpPr>
          <p:cNvPr id="11" name="Graphic 4">
            <a:extLst>
              <a:ext uri="{FF2B5EF4-FFF2-40B4-BE49-F238E27FC236}">
                <a16:creationId xmlns:a16="http://schemas.microsoft.com/office/drawing/2014/main" id="{BCEB9443-B114-C3AD-7386-47E4880DAFF0}"/>
              </a:ext>
            </a:extLst>
          </p:cNvPr>
          <p:cNvSpPr/>
          <p:nvPr/>
        </p:nvSpPr>
        <p:spPr>
          <a:xfrm rot="5400000" flipH="1">
            <a:off x="9697377" y="4366037"/>
            <a:ext cx="3733029" cy="1250897"/>
          </a:xfrm>
          <a:custGeom>
            <a:avLst/>
            <a:gdLst>
              <a:gd name="connsiteX0" fmla="*/ 3733029 w 3733029"/>
              <a:gd name="connsiteY0" fmla="*/ 0 h 1250897"/>
              <a:gd name="connsiteX1" fmla="*/ 2285064 w 3733029"/>
              <a:gd name="connsiteY1" fmla="*/ 732035 h 1250897"/>
              <a:gd name="connsiteX2" fmla="*/ 279719 w 3733029"/>
              <a:gd name="connsiteY2" fmla="*/ 1217846 h 1250897"/>
              <a:gd name="connsiteX3" fmla="*/ 23011 w 3733029"/>
              <a:gd name="connsiteY3" fmla="*/ 1126969 h 1250897"/>
              <a:gd name="connsiteX4" fmla="*/ 0 w 3733029"/>
              <a:gd name="connsiteY4" fmla="*/ 1109122 h 1250897"/>
              <a:gd name="connsiteX5" fmla="*/ 0 w 3733029"/>
              <a:gd name="connsiteY5" fmla="*/ 0 h 1250897"/>
              <a:gd name="connsiteX6" fmla="*/ 3733007 w 3733029"/>
              <a:gd name="connsiteY6" fmla="*/ 0 h 125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33029" h="1250897">
                <a:moveTo>
                  <a:pt x="3733029" y="0"/>
                </a:moveTo>
                <a:cubicBezTo>
                  <a:pt x="3217511" y="157054"/>
                  <a:pt x="2725945" y="418277"/>
                  <a:pt x="2285064" y="732035"/>
                </a:cubicBezTo>
                <a:cubicBezTo>
                  <a:pt x="1706162" y="1144006"/>
                  <a:pt x="970565" y="1332418"/>
                  <a:pt x="279719" y="1217846"/>
                </a:cubicBezTo>
                <a:cubicBezTo>
                  <a:pt x="189647" y="1202912"/>
                  <a:pt x="98020" y="1180992"/>
                  <a:pt x="23011" y="1126969"/>
                </a:cubicBezTo>
                <a:cubicBezTo>
                  <a:pt x="15238" y="1121385"/>
                  <a:pt x="7575" y="1115428"/>
                  <a:pt x="0" y="1109122"/>
                </a:cubicBezTo>
                <a:lnTo>
                  <a:pt x="0" y="0"/>
                </a:lnTo>
                <a:lnTo>
                  <a:pt x="3733007" y="0"/>
                </a:lnTo>
                <a:close/>
              </a:path>
            </a:pathLst>
          </a:custGeom>
          <a:solidFill>
            <a:srgbClr val="0DB4AB"/>
          </a:solidFill>
          <a:ln w="2189" cap="flat">
            <a:noFill/>
            <a:prstDash val="solid"/>
            <a:miter/>
          </a:ln>
        </p:spPr>
        <p:txBody>
          <a:bodyPr rtlCol="0" anchor="ctr"/>
          <a:lstStyle/>
          <a:p>
            <a:endParaRPr lang="en-US"/>
          </a:p>
        </p:txBody>
      </p:sp>
      <p:grpSp>
        <p:nvGrpSpPr>
          <p:cNvPr id="4" name="Group 3">
            <a:extLst>
              <a:ext uri="{FF2B5EF4-FFF2-40B4-BE49-F238E27FC236}">
                <a16:creationId xmlns:a16="http://schemas.microsoft.com/office/drawing/2014/main" id="{8D43C70C-0930-F147-FBAF-F7A01FEDFC0E}"/>
              </a:ext>
            </a:extLst>
          </p:cNvPr>
          <p:cNvGrpSpPr/>
          <p:nvPr/>
        </p:nvGrpSpPr>
        <p:grpSpPr>
          <a:xfrm flipH="1">
            <a:off x="9849570" y="4830303"/>
            <a:ext cx="2339770" cy="2027697"/>
            <a:chOff x="2614898" y="2367219"/>
            <a:chExt cx="4444841" cy="3851999"/>
          </a:xfrm>
        </p:grpSpPr>
        <p:sp>
          <p:nvSpPr>
            <p:cNvPr id="6" name="Freeform 5">
              <a:extLst>
                <a:ext uri="{FF2B5EF4-FFF2-40B4-BE49-F238E27FC236}">
                  <a16:creationId xmlns:a16="http://schemas.microsoft.com/office/drawing/2014/main" id="{0CC96C10-D62F-3222-A3AA-49F8E63E57BB}"/>
                </a:ext>
              </a:extLst>
            </p:cNvPr>
            <p:cNvSpPr/>
            <p:nvPr/>
          </p:nvSpPr>
          <p:spPr>
            <a:xfrm>
              <a:off x="2614898" y="2367219"/>
              <a:ext cx="4444841" cy="3851999"/>
            </a:xfrm>
            <a:custGeom>
              <a:avLst/>
              <a:gdLst>
                <a:gd name="connsiteX0" fmla="*/ 4444841 w 4444841"/>
                <a:gd name="connsiteY0" fmla="*/ 3852000 h 3851999"/>
                <a:gd name="connsiteX1" fmla="*/ 0 w 4444841"/>
                <a:gd name="connsiteY1" fmla="*/ 3852000 h 3851999"/>
                <a:gd name="connsiteX2" fmla="*/ 0 w 4444841"/>
                <a:gd name="connsiteY2" fmla="*/ 0 h 3851999"/>
                <a:gd name="connsiteX3" fmla="*/ 374999 w 4444841"/>
                <a:gd name="connsiteY3" fmla="*/ 596348 h 3851999"/>
                <a:gd name="connsiteX4" fmla="*/ 4444841 w 4444841"/>
                <a:gd name="connsiteY4" fmla="*/ 3852000 h 3851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44841" h="3851999">
                  <a:moveTo>
                    <a:pt x="4444841" y="3852000"/>
                  </a:moveTo>
                  <a:lnTo>
                    <a:pt x="0" y="3852000"/>
                  </a:lnTo>
                  <a:lnTo>
                    <a:pt x="0" y="0"/>
                  </a:lnTo>
                  <a:cubicBezTo>
                    <a:pt x="113919" y="198275"/>
                    <a:pt x="238506" y="397502"/>
                    <a:pt x="374999" y="596348"/>
                  </a:cubicBezTo>
                  <a:cubicBezTo>
                    <a:pt x="1532096" y="2283304"/>
                    <a:pt x="3072670" y="3272111"/>
                    <a:pt x="4444841" y="3852000"/>
                  </a:cubicBezTo>
                  <a:close/>
                </a:path>
              </a:pathLst>
            </a:custGeom>
            <a:solidFill>
              <a:srgbClr val="99BCE4"/>
            </a:solidFill>
            <a:ln w="0" cap="flat">
              <a:noFill/>
              <a:prstDash val="solid"/>
              <a:miter/>
            </a:ln>
          </p:spPr>
          <p:txBody>
            <a:bodyPr rtlCol="0" anchor="ctr"/>
            <a:lstStyle/>
            <a:p>
              <a:endParaRPr lang="en-US" b="1" i="0">
                <a:latin typeface="Tenorite" pitchFamily="2" charset="0"/>
              </a:endParaRPr>
            </a:p>
          </p:txBody>
        </p:sp>
        <p:sp>
          <p:nvSpPr>
            <p:cNvPr id="7" name="Freeform 6">
              <a:extLst>
                <a:ext uri="{FF2B5EF4-FFF2-40B4-BE49-F238E27FC236}">
                  <a16:creationId xmlns:a16="http://schemas.microsoft.com/office/drawing/2014/main" id="{00BCA1C0-569F-F354-77CC-EC0F09E52856}"/>
                </a:ext>
              </a:extLst>
            </p:cNvPr>
            <p:cNvSpPr/>
            <p:nvPr/>
          </p:nvSpPr>
          <p:spPr>
            <a:xfrm>
              <a:off x="2614898" y="2367219"/>
              <a:ext cx="4444841" cy="3851999"/>
            </a:xfrm>
            <a:custGeom>
              <a:avLst/>
              <a:gdLst>
                <a:gd name="connsiteX0" fmla="*/ 4444841 w 4444841"/>
                <a:gd name="connsiteY0" fmla="*/ 3852000 h 3851999"/>
                <a:gd name="connsiteX1" fmla="*/ 0 w 4444841"/>
                <a:gd name="connsiteY1" fmla="*/ 3852000 h 3851999"/>
                <a:gd name="connsiteX2" fmla="*/ 0 w 4444841"/>
                <a:gd name="connsiteY2" fmla="*/ 0 h 3851999"/>
                <a:gd name="connsiteX3" fmla="*/ 374999 w 4444841"/>
                <a:gd name="connsiteY3" fmla="*/ 596348 h 3851999"/>
                <a:gd name="connsiteX4" fmla="*/ 4444841 w 4444841"/>
                <a:gd name="connsiteY4" fmla="*/ 3852000 h 3851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44841" h="3851999">
                  <a:moveTo>
                    <a:pt x="4444841" y="3852000"/>
                  </a:moveTo>
                  <a:lnTo>
                    <a:pt x="0" y="3852000"/>
                  </a:lnTo>
                  <a:lnTo>
                    <a:pt x="0" y="0"/>
                  </a:lnTo>
                  <a:cubicBezTo>
                    <a:pt x="113919" y="198275"/>
                    <a:pt x="238506" y="397502"/>
                    <a:pt x="374999" y="596348"/>
                  </a:cubicBezTo>
                  <a:cubicBezTo>
                    <a:pt x="1532096" y="2283304"/>
                    <a:pt x="3072670" y="3272111"/>
                    <a:pt x="4444841" y="3852000"/>
                  </a:cubicBezTo>
                  <a:close/>
                </a:path>
              </a:pathLst>
            </a:custGeom>
            <a:solidFill>
              <a:schemeClr val="accent3"/>
            </a:solidFill>
            <a:ln w="0" cap="flat">
              <a:noFill/>
              <a:prstDash val="solid"/>
              <a:miter/>
            </a:ln>
          </p:spPr>
          <p:txBody>
            <a:bodyPr rtlCol="0" anchor="ctr"/>
            <a:lstStyle/>
            <a:p>
              <a:endParaRPr lang="en-US" b="1" i="0">
                <a:latin typeface="Tenorite" pitchFamily="2" charset="0"/>
              </a:endParaRPr>
            </a:p>
          </p:txBody>
        </p:sp>
      </p:grpSp>
      <p:sp>
        <p:nvSpPr>
          <p:cNvPr id="8" name="TextBox 7">
            <a:extLst>
              <a:ext uri="{FF2B5EF4-FFF2-40B4-BE49-F238E27FC236}">
                <a16:creationId xmlns:a16="http://schemas.microsoft.com/office/drawing/2014/main" id="{D6EAAEEE-D03C-60B0-49CE-66B327B9CA3F}"/>
              </a:ext>
            </a:extLst>
          </p:cNvPr>
          <p:cNvSpPr txBox="1"/>
          <p:nvPr/>
        </p:nvSpPr>
        <p:spPr>
          <a:xfrm>
            <a:off x="9597795" y="6326102"/>
            <a:ext cx="2213206" cy="191268"/>
          </a:xfrm>
          <a:prstGeom prst="rect">
            <a:avLst/>
          </a:prstGeom>
          <a:noFill/>
        </p:spPr>
        <p:txBody>
          <a:bodyPr wrap="square" lIns="0" tIns="0" rIns="0" bIns="0" rtlCol="0" anchor="b" anchorCtr="0">
            <a:noAutofit/>
          </a:bodyPr>
          <a:lstStyle/>
          <a:p>
            <a:pPr algn="r"/>
            <a:fld id="{8D4FAEBE-B6EB-4E5D-A6B9-749E6598E908}" type="slidenum">
              <a:rPr lang="en-GB" sz="900" b="0" i="0" smtClean="0">
                <a:solidFill>
                  <a:schemeClr val="bg1"/>
                </a:solidFill>
                <a:latin typeface="Tenorite" pitchFamily="2" charset="0"/>
              </a:rPr>
              <a:t>‹#›</a:t>
            </a:fld>
            <a:endParaRPr lang="en-GB" sz="900" b="0" i="0">
              <a:solidFill>
                <a:schemeClr val="bg1"/>
              </a:solidFill>
              <a:latin typeface="Tenorite" pitchFamily="2" charset="0"/>
            </a:endParaRPr>
          </a:p>
        </p:txBody>
      </p:sp>
      <p:sp>
        <p:nvSpPr>
          <p:cNvPr id="9" name="Text Placeholder 3">
            <a:extLst>
              <a:ext uri="{FF2B5EF4-FFF2-40B4-BE49-F238E27FC236}">
                <a16:creationId xmlns:a16="http://schemas.microsoft.com/office/drawing/2014/main" id="{D3AA4BF6-8069-F854-4C3E-AB7BBBC6DFCA}"/>
              </a:ext>
            </a:extLst>
          </p:cNvPr>
          <p:cNvSpPr>
            <a:spLocks noGrp="1"/>
          </p:cNvSpPr>
          <p:nvPr>
            <p:ph type="body" sz="quarter" idx="15" hasCustomPrompt="1"/>
          </p:nvPr>
        </p:nvSpPr>
        <p:spPr>
          <a:xfrm>
            <a:off x="380998" y="1380682"/>
            <a:ext cx="10890252" cy="4366068"/>
          </a:xfrm>
          <a:prstGeom prst="rect">
            <a:avLst/>
          </a:prstGeom>
        </p:spPr>
        <p:txBody>
          <a:bodyPr lIns="0" rIns="0">
            <a:noAutofit/>
          </a:bodyPr>
          <a:lstStyle>
            <a:lvl1pPr marL="228600" indent="-228600">
              <a:lnSpc>
                <a:spcPct val="100000"/>
              </a:lnSpc>
              <a:buClrTx/>
              <a:buFont typeface="Arial" panose="020B0604020202020204" pitchFamily="34" charset="0"/>
              <a:buChar char="•"/>
              <a:tabLst/>
              <a:defRPr sz="2000" b="0" i="0">
                <a:latin typeface="Tenorite" pitchFamily="2" charset="0"/>
              </a:defRPr>
            </a:lvl1pPr>
            <a:lvl2pPr marL="404813" indent="-230188">
              <a:lnSpc>
                <a:spcPct val="100000"/>
              </a:lnSpc>
              <a:buClrTx/>
              <a:buFont typeface="Arial" panose="020B0604020202020204" pitchFamily="34" charset="0"/>
              <a:buChar char="•"/>
              <a:tabLst/>
              <a:defRPr sz="1600" b="0" i="0">
                <a:latin typeface="Tenorite" pitchFamily="2" charset="0"/>
              </a:defRPr>
            </a:lvl2pPr>
            <a:lvl3pPr marL="573088" indent="-168275">
              <a:lnSpc>
                <a:spcPct val="100000"/>
              </a:lnSpc>
              <a:buClrTx/>
              <a:buFont typeface="Arial" panose="020B0604020202020204" pitchFamily="34" charset="0"/>
              <a:buChar char="•"/>
              <a:tabLst/>
              <a:defRPr sz="1600" b="0"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main paragraph text</a:t>
            </a:r>
          </a:p>
          <a:p>
            <a:pPr lvl="1"/>
            <a:r>
              <a:rPr lang="en-US"/>
              <a:t>Second level</a:t>
            </a:r>
          </a:p>
          <a:p>
            <a:pPr lvl="2"/>
            <a:r>
              <a:rPr lang="en-US"/>
              <a:t>Third level</a:t>
            </a:r>
          </a:p>
        </p:txBody>
      </p:sp>
      <p:sp>
        <p:nvSpPr>
          <p:cNvPr id="10" name="Title 1">
            <a:extLst>
              <a:ext uri="{FF2B5EF4-FFF2-40B4-BE49-F238E27FC236}">
                <a16:creationId xmlns:a16="http://schemas.microsoft.com/office/drawing/2014/main" id="{0F8281CF-AA1C-8E61-2F23-3922F20AF3D3}"/>
              </a:ext>
            </a:extLst>
          </p:cNvPr>
          <p:cNvSpPr>
            <a:spLocks noGrp="1"/>
          </p:cNvSpPr>
          <p:nvPr>
            <p:ph type="title" hasCustomPrompt="1"/>
          </p:nvPr>
        </p:nvSpPr>
        <p:spPr>
          <a:xfrm>
            <a:off x="381000" y="381001"/>
            <a:ext cx="11430001" cy="491836"/>
          </a:xfrm>
          <a:prstGeom prst="rect">
            <a:avLst/>
          </a:prstGeom>
        </p:spPr>
        <p:txBody>
          <a:bodyPr lIns="0" tIns="0" rIns="0" bIns="0"/>
          <a:lstStyle>
            <a:lvl1pPr>
              <a:lnSpc>
                <a:spcPct val="100000"/>
              </a:lnSpc>
              <a:defRPr sz="2800" b="1" i="0" spc="-20" baseline="0">
                <a:solidFill>
                  <a:schemeClr val="tx2"/>
                </a:solidFill>
                <a:latin typeface="Tenorite" pitchFamily="2" charset="0"/>
              </a:defRPr>
            </a:lvl1pPr>
          </a:lstStyle>
          <a:p>
            <a:r>
              <a:rPr lang="en-US"/>
              <a:t>Enter page title (Sentence case)</a:t>
            </a:r>
          </a:p>
        </p:txBody>
      </p:sp>
    </p:spTree>
    <p:extLst>
      <p:ext uri="{BB962C8B-B14F-4D97-AF65-F5344CB8AC3E}">
        <p14:creationId xmlns:p14="http://schemas.microsoft.com/office/powerpoint/2010/main" val="11655857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Text with Color Accent 3">
    <p:spTree>
      <p:nvGrpSpPr>
        <p:cNvPr id="1" name=""/>
        <p:cNvGrpSpPr/>
        <p:nvPr/>
      </p:nvGrpSpPr>
      <p:grpSpPr>
        <a:xfrm>
          <a:off x="0" y="0"/>
          <a:ext cx="0" cy="0"/>
          <a:chOff x="0" y="0"/>
          <a:chExt cx="0" cy="0"/>
        </a:xfrm>
      </p:grpSpPr>
      <p:sp>
        <p:nvSpPr>
          <p:cNvPr id="8" name="Graphic 2">
            <a:extLst>
              <a:ext uri="{FF2B5EF4-FFF2-40B4-BE49-F238E27FC236}">
                <a16:creationId xmlns:a16="http://schemas.microsoft.com/office/drawing/2014/main" id="{1D6B571D-907B-AEC0-5B29-2DEF7E64603B}"/>
              </a:ext>
            </a:extLst>
          </p:cNvPr>
          <p:cNvSpPr/>
          <p:nvPr/>
        </p:nvSpPr>
        <p:spPr>
          <a:xfrm flipH="1" flipV="1">
            <a:off x="9810119" y="4578055"/>
            <a:ext cx="2381881" cy="2279942"/>
          </a:xfrm>
          <a:custGeom>
            <a:avLst/>
            <a:gdLst>
              <a:gd name="connsiteX0" fmla="*/ 2151400 w 2151400"/>
              <a:gd name="connsiteY0" fmla="*/ 0 h 3870561"/>
              <a:gd name="connsiteX1" fmla="*/ 2026298 w 2151400"/>
              <a:gd name="connsiteY1" fmla="*/ 555294 h 3870561"/>
              <a:gd name="connsiteX2" fmla="*/ 1795797 w 2151400"/>
              <a:gd name="connsiteY2" fmla="*/ 1350987 h 3870561"/>
              <a:gd name="connsiteX3" fmla="*/ 1089647 w 2151400"/>
              <a:gd name="connsiteY3" fmla="*/ 1816893 h 3870561"/>
              <a:gd name="connsiteX4" fmla="*/ 889206 w 2151400"/>
              <a:gd name="connsiteY4" fmla="*/ 2482840 h 3870561"/>
              <a:gd name="connsiteX5" fmla="*/ 881062 w 2151400"/>
              <a:gd name="connsiteY5" fmla="*/ 3207538 h 3870561"/>
              <a:gd name="connsiteX6" fmla="*/ 577413 w 2151400"/>
              <a:gd name="connsiteY6" fmla="*/ 3803344 h 3870561"/>
              <a:gd name="connsiteX7" fmla="*/ 0 w 2151400"/>
              <a:gd name="connsiteY7" fmla="*/ 3846133 h 3870561"/>
              <a:gd name="connsiteX8" fmla="*/ 0 w 2151400"/>
              <a:gd name="connsiteY8" fmla="*/ 0 h 3870561"/>
              <a:gd name="connsiteX9" fmla="*/ 2151400 w 2151400"/>
              <a:gd name="connsiteY9" fmla="*/ 0 h 387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51400" h="3870561">
                <a:moveTo>
                  <a:pt x="2151400" y="0"/>
                </a:moveTo>
                <a:cubicBezTo>
                  <a:pt x="2075778" y="163470"/>
                  <a:pt x="2045674" y="365941"/>
                  <a:pt x="2026298" y="555294"/>
                </a:cubicBezTo>
                <a:cubicBezTo>
                  <a:pt x="1997222" y="839643"/>
                  <a:pt x="1967468" y="1150619"/>
                  <a:pt x="1795797" y="1350987"/>
                </a:cubicBezTo>
                <a:cubicBezTo>
                  <a:pt x="1602187" y="1576999"/>
                  <a:pt x="1284001" y="1591758"/>
                  <a:pt x="1089647" y="1816893"/>
                </a:cubicBezTo>
                <a:cubicBezTo>
                  <a:pt x="944204" y="1985400"/>
                  <a:pt x="896322" y="2241171"/>
                  <a:pt x="889206" y="2482840"/>
                </a:cubicBezTo>
                <a:cubicBezTo>
                  <a:pt x="882091" y="2724508"/>
                  <a:pt x="908561" y="2967972"/>
                  <a:pt x="881062" y="3207538"/>
                </a:cubicBezTo>
                <a:cubicBezTo>
                  <a:pt x="853563" y="3447126"/>
                  <a:pt x="758389" y="3694226"/>
                  <a:pt x="577413" y="3803344"/>
                </a:cubicBezTo>
                <a:cubicBezTo>
                  <a:pt x="404209" y="3907733"/>
                  <a:pt x="198798" y="3863937"/>
                  <a:pt x="0" y="3846133"/>
                </a:cubicBezTo>
                <a:lnTo>
                  <a:pt x="0" y="0"/>
                </a:lnTo>
                <a:lnTo>
                  <a:pt x="2151400" y="0"/>
                </a:lnTo>
                <a:close/>
              </a:path>
            </a:pathLst>
          </a:custGeom>
          <a:solidFill>
            <a:srgbClr val="826DAA"/>
          </a:solidFill>
          <a:ln w="2189" cap="flat">
            <a:noFill/>
            <a:prstDash val="solid"/>
            <a:miter/>
          </a:ln>
        </p:spPr>
        <p:txBody>
          <a:bodyPr rtlCol="0" anchor="ctr"/>
          <a:lstStyle/>
          <a:p>
            <a:endParaRPr lang="en-US"/>
          </a:p>
        </p:txBody>
      </p:sp>
      <p:sp>
        <p:nvSpPr>
          <p:cNvPr id="4" name="Freeform 3">
            <a:extLst>
              <a:ext uri="{FF2B5EF4-FFF2-40B4-BE49-F238E27FC236}">
                <a16:creationId xmlns:a16="http://schemas.microsoft.com/office/drawing/2014/main" id="{9F650DF5-F9C5-A574-307A-5DF4C342450A}"/>
              </a:ext>
            </a:extLst>
          </p:cNvPr>
          <p:cNvSpPr/>
          <p:nvPr/>
        </p:nvSpPr>
        <p:spPr>
          <a:xfrm rot="16200000">
            <a:off x="10318177" y="4984141"/>
            <a:ext cx="1471682" cy="2275966"/>
          </a:xfrm>
          <a:custGeom>
            <a:avLst/>
            <a:gdLst>
              <a:gd name="connsiteX0" fmla="*/ 4308443 w 4308538"/>
              <a:gd name="connsiteY0" fmla="*/ 5505636 h 5505635"/>
              <a:gd name="connsiteX1" fmla="*/ 0 w 4308538"/>
              <a:gd name="connsiteY1" fmla="*/ 5505636 h 5505635"/>
              <a:gd name="connsiteX2" fmla="*/ 0 w 4308538"/>
              <a:gd name="connsiteY2" fmla="*/ 0 h 5505635"/>
              <a:gd name="connsiteX3" fmla="*/ 2920079 w 4308538"/>
              <a:gd name="connsiteY3" fmla="*/ 2640449 h 5505635"/>
              <a:gd name="connsiteX4" fmla="*/ 3698939 w 4308538"/>
              <a:gd name="connsiteY4" fmla="*/ 3935898 h 5505635"/>
              <a:gd name="connsiteX5" fmla="*/ 4308539 w 4308538"/>
              <a:gd name="connsiteY5" fmla="*/ 5505636 h 5505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8538" h="5505635">
                <a:moveTo>
                  <a:pt x="4308443" y="5505636"/>
                </a:moveTo>
                <a:lnTo>
                  <a:pt x="0" y="5505636"/>
                </a:lnTo>
                <a:lnTo>
                  <a:pt x="0" y="0"/>
                </a:lnTo>
                <a:cubicBezTo>
                  <a:pt x="933926" y="544391"/>
                  <a:pt x="2013871" y="1378953"/>
                  <a:pt x="2920079" y="2640449"/>
                </a:cubicBezTo>
                <a:cubicBezTo>
                  <a:pt x="3234499" y="3078131"/>
                  <a:pt x="3490246" y="3514766"/>
                  <a:pt x="3698939" y="3935898"/>
                </a:cubicBezTo>
                <a:cubicBezTo>
                  <a:pt x="3977354" y="4498170"/>
                  <a:pt x="4171664" y="5032955"/>
                  <a:pt x="4308539" y="5505636"/>
                </a:cubicBezTo>
                <a:close/>
              </a:path>
            </a:pathLst>
          </a:custGeom>
          <a:solidFill>
            <a:schemeClr val="accent4"/>
          </a:solidFill>
          <a:ln w="0" cap="flat">
            <a:noFill/>
            <a:prstDash val="solid"/>
            <a:miter/>
          </a:ln>
        </p:spPr>
        <p:txBody>
          <a:bodyPr rtlCol="0" anchor="ctr"/>
          <a:lstStyle/>
          <a:p>
            <a:endParaRPr lang="en-US" b="1" i="0">
              <a:latin typeface="Tenorite" pitchFamily="2" charset="0"/>
            </a:endParaRPr>
          </a:p>
        </p:txBody>
      </p:sp>
      <p:sp>
        <p:nvSpPr>
          <p:cNvPr id="5" name="TextBox 4">
            <a:extLst>
              <a:ext uri="{FF2B5EF4-FFF2-40B4-BE49-F238E27FC236}">
                <a16:creationId xmlns:a16="http://schemas.microsoft.com/office/drawing/2014/main" id="{A3628267-43B5-7E88-4CAF-90388D70C997}"/>
              </a:ext>
            </a:extLst>
          </p:cNvPr>
          <p:cNvSpPr txBox="1"/>
          <p:nvPr/>
        </p:nvSpPr>
        <p:spPr>
          <a:xfrm>
            <a:off x="9597795" y="6326102"/>
            <a:ext cx="2213206" cy="191268"/>
          </a:xfrm>
          <a:prstGeom prst="rect">
            <a:avLst/>
          </a:prstGeom>
          <a:noFill/>
        </p:spPr>
        <p:txBody>
          <a:bodyPr wrap="square" lIns="0" tIns="0" rIns="0" bIns="0" rtlCol="0" anchor="b" anchorCtr="0">
            <a:noAutofit/>
          </a:bodyPr>
          <a:lstStyle/>
          <a:p>
            <a:pPr algn="r"/>
            <a:fld id="{8D4FAEBE-B6EB-4E5D-A6B9-749E6598E908}" type="slidenum">
              <a:rPr lang="en-GB" sz="900" b="0" i="0" smtClean="0">
                <a:solidFill>
                  <a:schemeClr val="bg1"/>
                </a:solidFill>
                <a:latin typeface="Tenorite" pitchFamily="2" charset="0"/>
              </a:rPr>
              <a:t>‹#›</a:t>
            </a:fld>
            <a:endParaRPr lang="en-GB" sz="900" b="0" i="0">
              <a:solidFill>
                <a:schemeClr val="bg1"/>
              </a:solidFill>
              <a:latin typeface="Tenorite" pitchFamily="2" charset="0"/>
            </a:endParaRPr>
          </a:p>
        </p:txBody>
      </p:sp>
      <p:sp>
        <p:nvSpPr>
          <p:cNvPr id="6" name="Text Placeholder 3">
            <a:extLst>
              <a:ext uri="{FF2B5EF4-FFF2-40B4-BE49-F238E27FC236}">
                <a16:creationId xmlns:a16="http://schemas.microsoft.com/office/drawing/2014/main" id="{8C1FCA64-0163-C220-E5B4-1E2BF36FBFFB}"/>
              </a:ext>
            </a:extLst>
          </p:cNvPr>
          <p:cNvSpPr>
            <a:spLocks noGrp="1"/>
          </p:cNvSpPr>
          <p:nvPr>
            <p:ph type="body" sz="quarter" idx="15" hasCustomPrompt="1"/>
          </p:nvPr>
        </p:nvSpPr>
        <p:spPr>
          <a:xfrm>
            <a:off x="380998" y="1380682"/>
            <a:ext cx="10890252" cy="4366068"/>
          </a:xfrm>
          <a:prstGeom prst="rect">
            <a:avLst/>
          </a:prstGeom>
        </p:spPr>
        <p:txBody>
          <a:bodyPr lIns="0" rIns="0">
            <a:noAutofit/>
          </a:bodyPr>
          <a:lstStyle>
            <a:lvl1pPr marL="228600" indent="-228600">
              <a:lnSpc>
                <a:spcPct val="100000"/>
              </a:lnSpc>
              <a:buClrTx/>
              <a:buFont typeface="Arial" panose="020B0604020202020204" pitchFamily="34" charset="0"/>
              <a:buChar char="•"/>
              <a:tabLst/>
              <a:defRPr sz="2000" b="0" i="0">
                <a:latin typeface="Tenorite" pitchFamily="2" charset="0"/>
              </a:defRPr>
            </a:lvl1pPr>
            <a:lvl2pPr marL="404813" indent="-230188">
              <a:lnSpc>
                <a:spcPct val="100000"/>
              </a:lnSpc>
              <a:buClrTx/>
              <a:buFont typeface="Arial" panose="020B0604020202020204" pitchFamily="34" charset="0"/>
              <a:buChar char="•"/>
              <a:tabLst/>
              <a:defRPr sz="1600" b="0" i="0">
                <a:latin typeface="Tenorite" pitchFamily="2" charset="0"/>
              </a:defRPr>
            </a:lvl2pPr>
            <a:lvl3pPr marL="573088" indent="-168275">
              <a:lnSpc>
                <a:spcPct val="100000"/>
              </a:lnSpc>
              <a:buClrTx/>
              <a:buFont typeface="Arial" panose="020B0604020202020204" pitchFamily="34" charset="0"/>
              <a:buChar char="•"/>
              <a:tabLst/>
              <a:defRPr sz="1600" b="0"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main paragraph text</a:t>
            </a:r>
          </a:p>
          <a:p>
            <a:pPr lvl="1"/>
            <a:r>
              <a:rPr lang="en-US"/>
              <a:t>Second level</a:t>
            </a:r>
          </a:p>
          <a:p>
            <a:pPr lvl="2"/>
            <a:r>
              <a:rPr lang="en-US"/>
              <a:t>Third level</a:t>
            </a:r>
          </a:p>
        </p:txBody>
      </p:sp>
      <p:sp>
        <p:nvSpPr>
          <p:cNvPr id="7" name="Title 1">
            <a:extLst>
              <a:ext uri="{FF2B5EF4-FFF2-40B4-BE49-F238E27FC236}">
                <a16:creationId xmlns:a16="http://schemas.microsoft.com/office/drawing/2014/main" id="{A2BC1767-487C-AB92-F77D-163574F230BA}"/>
              </a:ext>
            </a:extLst>
          </p:cNvPr>
          <p:cNvSpPr>
            <a:spLocks noGrp="1"/>
          </p:cNvSpPr>
          <p:nvPr>
            <p:ph type="title" hasCustomPrompt="1"/>
          </p:nvPr>
        </p:nvSpPr>
        <p:spPr>
          <a:xfrm>
            <a:off x="381000" y="381001"/>
            <a:ext cx="11430001" cy="491836"/>
          </a:xfrm>
          <a:prstGeom prst="rect">
            <a:avLst/>
          </a:prstGeom>
        </p:spPr>
        <p:txBody>
          <a:bodyPr lIns="0" tIns="0" rIns="0" bIns="0"/>
          <a:lstStyle>
            <a:lvl1pPr>
              <a:lnSpc>
                <a:spcPct val="100000"/>
              </a:lnSpc>
              <a:defRPr sz="2800" b="1" i="0" spc="-20" baseline="0">
                <a:solidFill>
                  <a:schemeClr val="tx2"/>
                </a:solidFill>
                <a:latin typeface="Tenorite" pitchFamily="2" charset="0"/>
              </a:defRPr>
            </a:lvl1pPr>
          </a:lstStyle>
          <a:p>
            <a:r>
              <a:rPr lang="en-US"/>
              <a:t>Enter page title (Sentence case)</a:t>
            </a:r>
          </a:p>
        </p:txBody>
      </p:sp>
    </p:spTree>
    <p:extLst>
      <p:ext uri="{BB962C8B-B14F-4D97-AF65-F5344CB8AC3E}">
        <p14:creationId xmlns:p14="http://schemas.microsoft.com/office/powerpoint/2010/main" val="194710433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Text with Color Accent 4">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01C81436-068C-B39A-B9C0-4FD65B398FD0}"/>
              </a:ext>
            </a:extLst>
          </p:cNvPr>
          <p:cNvSpPr/>
          <p:nvPr/>
        </p:nvSpPr>
        <p:spPr>
          <a:xfrm rot="3320011">
            <a:off x="10837480" y="4571719"/>
            <a:ext cx="1534367" cy="2476978"/>
          </a:xfrm>
          <a:custGeom>
            <a:avLst/>
            <a:gdLst>
              <a:gd name="connsiteX0" fmla="*/ 8933 w 1534367"/>
              <a:gd name="connsiteY0" fmla="*/ 0 h 2476978"/>
              <a:gd name="connsiteX1" fmla="*/ 1534367 w 1534367"/>
              <a:gd name="connsiteY1" fmla="*/ 1054941 h 2476978"/>
              <a:gd name="connsiteX2" fmla="*/ 1534367 w 1534367"/>
              <a:gd name="connsiteY2" fmla="*/ 1487311 h 2476978"/>
              <a:gd name="connsiteX3" fmla="*/ 1534367 w 1534367"/>
              <a:gd name="connsiteY3" fmla="*/ 1971264 h 2476978"/>
              <a:gd name="connsiteX4" fmla="*/ 1184631 w 1534367"/>
              <a:gd name="connsiteY4" fmla="*/ 2476978 h 2476978"/>
              <a:gd name="connsiteX5" fmla="*/ 1178653 w 1534367"/>
              <a:gd name="connsiteY5" fmla="*/ 2453568 h 2476978"/>
              <a:gd name="connsiteX6" fmla="*/ 1139898 w 1534367"/>
              <a:gd name="connsiteY6" fmla="*/ 2344018 h 2476978"/>
              <a:gd name="connsiteX7" fmla="*/ 900071 w 1534367"/>
              <a:gd name="connsiteY7" fmla="*/ 1902825 h 2476978"/>
              <a:gd name="connsiteX8" fmla="*/ 762544 w 1534367"/>
              <a:gd name="connsiteY8" fmla="*/ 1703343 h 2476978"/>
              <a:gd name="connsiteX9" fmla="*/ 129880 w 1534367"/>
              <a:gd name="connsiteY9" fmla="*/ 735272 h 2476978"/>
              <a:gd name="connsiteX10" fmla="*/ 0 w 1534367"/>
              <a:gd name="connsiteY10" fmla="*/ 171844 h 2476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34367" h="2476978">
                <a:moveTo>
                  <a:pt x="8933" y="0"/>
                </a:moveTo>
                <a:lnTo>
                  <a:pt x="1534367" y="1054941"/>
                </a:lnTo>
                <a:lnTo>
                  <a:pt x="1534367" y="1487311"/>
                </a:lnTo>
                <a:lnTo>
                  <a:pt x="1534367" y="1971264"/>
                </a:lnTo>
                <a:lnTo>
                  <a:pt x="1184631" y="2476978"/>
                </a:lnTo>
                <a:lnTo>
                  <a:pt x="1178653" y="2453568"/>
                </a:lnTo>
                <a:cubicBezTo>
                  <a:pt x="1167451" y="2417024"/>
                  <a:pt x="1154459" y="2380510"/>
                  <a:pt x="1139898" y="2344018"/>
                </a:cubicBezTo>
                <a:cubicBezTo>
                  <a:pt x="1081155" y="2196623"/>
                  <a:pt x="996681" y="2049657"/>
                  <a:pt x="900071" y="1902825"/>
                </a:cubicBezTo>
                <a:cubicBezTo>
                  <a:pt x="856307" y="1836323"/>
                  <a:pt x="810031" y="1769819"/>
                  <a:pt x="762544" y="1703343"/>
                </a:cubicBezTo>
                <a:cubicBezTo>
                  <a:pt x="532718" y="1381573"/>
                  <a:pt x="274145" y="1059856"/>
                  <a:pt x="129880" y="735272"/>
                </a:cubicBezTo>
                <a:cubicBezTo>
                  <a:pt x="46184" y="546971"/>
                  <a:pt x="3411" y="358294"/>
                  <a:pt x="0" y="171844"/>
                </a:cubicBezTo>
                <a:close/>
              </a:path>
            </a:pathLst>
          </a:custGeom>
          <a:solidFill>
            <a:srgbClr val="EA6B69"/>
          </a:solidFill>
          <a:ln w="2189" cap="flat">
            <a:noFill/>
            <a:prstDash val="solid"/>
            <a:miter/>
          </a:ln>
        </p:spPr>
        <p:txBody>
          <a:bodyPr rtlCol="0" anchor="ctr"/>
          <a:lstStyle/>
          <a:p>
            <a:endParaRPr lang="en-US"/>
          </a:p>
        </p:txBody>
      </p:sp>
      <p:sp>
        <p:nvSpPr>
          <p:cNvPr id="4" name="Freeform 3">
            <a:extLst>
              <a:ext uri="{FF2B5EF4-FFF2-40B4-BE49-F238E27FC236}">
                <a16:creationId xmlns:a16="http://schemas.microsoft.com/office/drawing/2014/main" id="{69414712-E590-1544-1F37-22AB599D1C7D}"/>
              </a:ext>
            </a:extLst>
          </p:cNvPr>
          <p:cNvSpPr/>
          <p:nvPr/>
        </p:nvSpPr>
        <p:spPr>
          <a:xfrm flipH="1">
            <a:off x="9759950" y="4476751"/>
            <a:ext cx="2432050" cy="2381250"/>
          </a:xfrm>
          <a:custGeom>
            <a:avLst/>
            <a:gdLst>
              <a:gd name="connsiteX0" fmla="*/ 4886631 w 4886630"/>
              <a:gd name="connsiteY0" fmla="*/ 5231829 h 5231829"/>
              <a:gd name="connsiteX1" fmla="*/ 0 w 4886630"/>
              <a:gd name="connsiteY1" fmla="*/ 5231829 h 5231829"/>
              <a:gd name="connsiteX2" fmla="*/ 0 w 4886630"/>
              <a:gd name="connsiteY2" fmla="*/ 0 h 5231829"/>
              <a:gd name="connsiteX3" fmla="*/ 396152 w 4886630"/>
              <a:gd name="connsiteY3" fmla="*/ 636640 h 5231829"/>
              <a:gd name="connsiteX4" fmla="*/ 720137 w 4886630"/>
              <a:gd name="connsiteY4" fmla="*/ 1352433 h 5231829"/>
              <a:gd name="connsiteX5" fmla="*/ 1433134 w 4886630"/>
              <a:gd name="connsiteY5" fmla="*/ 4412531 h 5231829"/>
              <a:gd name="connsiteX6" fmla="*/ 4886631 w 4886630"/>
              <a:gd name="connsiteY6" fmla="*/ 5231734 h 5231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86630" h="5231829">
                <a:moveTo>
                  <a:pt x="4886631" y="5231829"/>
                </a:moveTo>
                <a:lnTo>
                  <a:pt x="0" y="5231829"/>
                </a:lnTo>
                <a:lnTo>
                  <a:pt x="0" y="0"/>
                </a:lnTo>
                <a:cubicBezTo>
                  <a:pt x="137382" y="192362"/>
                  <a:pt x="271527" y="404227"/>
                  <a:pt x="396152" y="636640"/>
                </a:cubicBezTo>
                <a:cubicBezTo>
                  <a:pt x="514397" y="856591"/>
                  <a:pt x="624074" y="1094904"/>
                  <a:pt x="720137" y="1352433"/>
                </a:cubicBezTo>
                <a:cubicBezTo>
                  <a:pt x="1309176" y="2931476"/>
                  <a:pt x="814867" y="3703493"/>
                  <a:pt x="1433134" y="4412531"/>
                </a:cubicBezTo>
                <a:cubicBezTo>
                  <a:pt x="2204587" y="5297282"/>
                  <a:pt x="3370192" y="4549429"/>
                  <a:pt x="4886631" y="5231734"/>
                </a:cubicBezTo>
                <a:close/>
              </a:path>
            </a:pathLst>
          </a:custGeom>
          <a:solidFill>
            <a:schemeClr val="accent5"/>
          </a:solidFill>
          <a:ln w="0" cap="flat">
            <a:noFill/>
            <a:prstDash val="solid"/>
            <a:miter/>
          </a:ln>
        </p:spPr>
        <p:txBody>
          <a:bodyPr rtlCol="0" anchor="ctr"/>
          <a:lstStyle/>
          <a:p>
            <a:endParaRPr lang="en-US" b="1" i="0">
              <a:latin typeface="Tenorite" pitchFamily="2" charset="0"/>
            </a:endParaRPr>
          </a:p>
        </p:txBody>
      </p:sp>
      <p:sp>
        <p:nvSpPr>
          <p:cNvPr id="5" name="TextBox 4">
            <a:extLst>
              <a:ext uri="{FF2B5EF4-FFF2-40B4-BE49-F238E27FC236}">
                <a16:creationId xmlns:a16="http://schemas.microsoft.com/office/drawing/2014/main" id="{1718D10F-7A60-D6E4-C888-A65F9D336589}"/>
              </a:ext>
            </a:extLst>
          </p:cNvPr>
          <p:cNvSpPr txBox="1"/>
          <p:nvPr/>
        </p:nvSpPr>
        <p:spPr>
          <a:xfrm>
            <a:off x="9597795" y="6326102"/>
            <a:ext cx="2213206" cy="191268"/>
          </a:xfrm>
          <a:prstGeom prst="rect">
            <a:avLst/>
          </a:prstGeom>
          <a:noFill/>
        </p:spPr>
        <p:txBody>
          <a:bodyPr wrap="square" lIns="0" tIns="0" rIns="0" bIns="0" rtlCol="0" anchor="b" anchorCtr="0">
            <a:noAutofit/>
          </a:bodyPr>
          <a:lstStyle/>
          <a:p>
            <a:pPr algn="r"/>
            <a:fld id="{8D4FAEBE-B6EB-4E5D-A6B9-749E6598E908}" type="slidenum">
              <a:rPr lang="en-GB" sz="900" b="0" i="0" smtClean="0">
                <a:solidFill>
                  <a:schemeClr val="bg1"/>
                </a:solidFill>
                <a:latin typeface="Tenorite" pitchFamily="2" charset="0"/>
              </a:rPr>
              <a:t>‹#›</a:t>
            </a:fld>
            <a:endParaRPr lang="en-GB" sz="900" b="0" i="0">
              <a:solidFill>
                <a:schemeClr val="bg1"/>
              </a:solidFill>
              <a:latin typeface="Tenorite" pitchFamily="2" charset="0"/>
            </a:endParaRPr>
          </a:p>
        </p:txBody>
      </p:sp>
      <p:sp>
        <p:nvSpPr>
          <p:cNvPr id="6" name="Text Placeholder 3">
            <a:extLst>
              <a:ext uri="{FF2B5EF4-FFF2-40B4-BE49-F238E27FC236}">
                <a16:creationId xmlns:a16="http://schemas.microsoft.com/office/drawing/2014/main" id="{8EBEBC40-E5FA-8A2B-70D2-BAA2F7E630B9}"/>
              </a:ext>
            </a:extLst>
          </p:cNvPr>
          <p:cNvSpPr>
            <a:spLocks noGrp="1"/>
          </p:cNvSpPr>
          <p:nvPr>
            <p:ph type="body" sz="quarter" idx="15" hasCustomPrompt="1"/>
          </p:nvPr>
        </p:nvSpPr>
        <p:spPr>
          <a:xfrm>
            <a:off x="380998" y="1380682"/>
            <a:ext cx="10890252" cy="4366068"/>
          </a:xfrm>
          <a:prstGeom prst="rect">
            <a:avLst/>
          </a:prstGeom>
        </p:spPr>
        <p:txBody>
          <a:bodyPr lIns="0" rIns="0">
            <a:noAutofit/>
          </a:bodyPr>
          <a:lstStyle>
            <a:lvl1pPr marL="228600" indent="-228600">
              <a:lnSpc>
                <a:spcPct val="100000"/>
              </a:lnSpc>
              <a:buClrTx/>
              <a:buFont typeface="Arial" panose="020B0604020202020204" pitchFamily="34" charset="0"/>
              <a:buChar char="•"/>
              <a:tabLst/>
              <a:defRPr sz="2000" b="0" i="0">
                <a:latin typeface="Tenorite" pitchFamily="2" charset="0"/>
              </a:defRPr>
            </a:lvl1pPr>
            <a:lvl2pPr marL="404813" indent="-230188">
              <a:lnSpc>
                <a:spcPct val="100000"/>
              </a:lnSpc>
              <a:buClrTx/>
              <a:buFont typeface="Arial" panose="020B0604020202020204" pitchFamily="34" charset="0"/>
              <a:buChar char="•"/>
              <a:tabLst/>
              <a:defRPr sz="1600" b="0" i="0">
                <a:latin typeface="Tenorite" pitchFamily="2" charset="0"/>
              </a:defRPr>
            </a:lvl2pPr>
            <a:lvl3pPr marL="573088" indent="-168275">
              <a:lnSpc>
                <a:spcPct val="100000"/>
              </a:lnSpc>
              <a:buClrTx/>
              <a:buFont typeface="Arial" panose="020B0604020202020204" pitchFamily="34" charset="0"/>
              <a:buChar char="•"/>
              <a:tabLst/>
              <a:defRPr sz="1600" b="0"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main paragraph text</a:t>
            </a:r>
          </a:p>
          <a:p>
            <a:pPr lvl="1"/>
            <a:r>
              <a:rPr lang="en-US"/>
              <a:t>Second level</a:t>
            </a:r>
          </a:p>
          <a:p>
            <a:pPr lvl="2"/>
            <a:r>
              <a:rPr lang="en-US"/>
              <a:t>Third level</a:t>
            </a:r>
          </a:p>
        </p:txBody>
      </p:sp>
      <p:sp>
        <p:nvSpPr>
          <p:cNvPr id="7" name="Title 1">
            <a:extLst>
              <a:ext uri="{FF2B5EF4-FFF2-40B4-BE49-F238E27FC236}">
                <a16:creationId xmlns:a16="http://schemas.microsoft.com/office/drawing/2014/main" id="{2E2ECBB1-49F6-4521-5D21-B2C34AA98703}"/>
              </a:ext>
            </a:extLst>
          </p:cNvPr>
          <p:cNvSpPr>
            <a:spLocks noGrp="1"/>
          </p:cNvSpPr>
          <p:nvPr>
            <p:ph type="title" hasCustomPrompt="1"/>
          </p:nvPr>
        </p:nvSpPr>
        <p:spPr>
          <a:xfrm>
            <a:off x="381000" y="381001"/>
            <a:ext cx="11430001" cy="491836"/>
          </a:xfrm>
          <a:prstGeom prst="rect">
            <a:avLst/>
          </a:prstGeom>
        </p:spPr>
        <p:txBody>
          <a:bodyPr lIns="0" tIns="0" rIns="0" bIns="0"/>
          <a:lstStyle>
            <a:lvl1pPr>
              <a:lnSpc>
                <a:spcPct val="100000"/>
              </a:lnSpc>
              <a:defRPr sz="2800" b="1" i="0" spc="-20" baseline="0">
                <a:solidFill>
                  <a:schemeClr val="tx2"/>
                </a:solidFill>
                <a:latin typeface="Tenorite" pitchFamily="2" charset="0"/>
              </a:defRPr>
            </a:lvl1pPr>
          </a:lstStyle>
          <a:p>
            <a:r>
              <a:rPr lang="en-US"/>
              <a:t>Enter page title (Sentence case)</a:t>
            </a:r>
          </a:p>
        </p:txBody>
      </p:sp>
    </p:spTree>
    <p:extLst>
      <p:ext uri="{BB962C8B-B14F-4D97-AF65-F5344CB8AC3E}">
        <p14:creationId xmlns:p14="http://schemas.microsoft.com/office/powerpoint/2010/main" val="360765832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Text with Color Accent 5">
    <p:spTree>
      <p:nvGrpSpPr>
        <p:cNvPr id="1" name=""/>
        <p:cNvGrpSpPr/>
        <p:nvPr/>
      </p:nvGrpSpPr>
      <p:grpSpPr>
        <a:xfrm>
          <a:off x="0" y="0"/>
          <a:ext cx="0" cy="0"/>
          <a:chOff x="0" y="0"/>
          <a:chExt cx="0" cy="0"/>
        </a:xfrm>
      </p:grpSpPr>
      <p:sp>
        <p:nvSpPr>
          <p:cNvPr id="8" name="Graphic 6">
            <a:extLst>
              <a:ext uri="{FF2B5EF4-FFF2-40B4-BE49-F238E27FC236}">
                <a16:creationId xmlns:a16="http://schemas.microsoft.com/office/drawing/2014/main" id="{A8E9DFFF-2A56-6733-B8C5-E3CE7BB0DF45}"/>
              </a:ext>
            </a:extLst>
          </p:cNvPr>
          <p:cNvSpPr/>
          <p:nvPr/>
        </p:nvSpPr>
        <p:spPr>
          <a:xfrm>
            <a:off x="9217295" y="4160537"/>
            <a:ext cx="2974705" cy="2697463"/>
          </a:xfrm>
          <a:custGeom>
            <a:avLst/>
            <a:gdLst>
              <a:gd name="connsiteX0" fmla="*/ 2974705 w 2974705"/>
              <a:gd name="connsiteY0" fmla="*/ 0 h 2697463"/>
              <a:gd name="connsiteX1" fmla="*/ 2974705 w 2974705"/>
              <a:gd name="connsiteY1" fmla="*/ 2697464 h 2697463"/>
              <a:gd name="connsiteX2" fmla="*/ 0 w 2974705"/>
              <a:gd name="connsiteY2" fmla="*/ 2697464 h 2697463"/>
              <a:gd name="connsiteX3" fmla="*/ 826414 w 2974705"/>
              <a:gd name="connsiteY3" fmla="*/ 2238083 h 2697463"/>
              <a:gd name="connsiteX4" fmla="*/ 1662702 w 2974705"/>
              <a:gd name="connsiteY4" fmla="*/ 1839930 h 2697463"/>
              <a:gd name="connsiteX5" fmla="*/ 2029647 w 2974705"/>
              <a:gd name="connsiteY5" fmla="*/ 931943 h 2697463"/>
              <a:gd name="connsiteX6" fmla="*/ 2311643 w 2974705"/>
              <a:gd name="connsiteY6" fmla="*/ 422482 h 2697463"/>
              <a:gd name="connsiteX7" fmla="*/ 2974705 w 2974705"/>
              <a:gd name="connsiteY7" fmla="*/ 0 h 2697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74705" h="2697463">
                <a:moveTo>
                  <a:pt x="2974705" y="0"/>
                </a:moveTo>
                <a:lnTo>
                  <a:pt x="2974705" y="2697464"/>
                </a:lnTo>
                <a:lnTo>
                  <a:pt x="0" y="2697464"/>
                </a:lnTo>
                <a:cubicBezTo>
                  <a:pt x="210424" y="2466657"/>
                  <a:pt x="539317" y="2320420"/>
                  <a:pt x="826414" y="2238083"/>
                </a:cubicBezTo>
                <a:cubicBezTo>
                  <a:pt x="1139543" y="2148279"/>
                  <a:pt x="1438091" y="2093708"/>
                  <a:pt x="1662702" y="1839930"/>
                </a:cubicBezTo>
                <a:cubicBezTo>
                  <a:pt x="1890861" y="1582166"/>
                  <a:pt x="1930226" y="1248329"/>
                  <a:pt x="2029647" y="931943"/>
                </a:cubicBezTo>
                <a:cubicBezTo>
                  <a:pt x="2089790" y="740619"/>
                  <a:pt x="2178024" y="573842"/>
                  <a:pt x="2311643" y="422482"/>
                </a:cubicBezTo>
                <a:cubicBezTo>
                  <a:pt x="2494371" y="215522"/>
                  <a:pt x="2732448" y="108681"/>
                  <a:pt x="2974705" y="0"/>
                </a:cubicBezTo>
                <a:close/>
              </a:path>
            </a:pathLst>
          </a:custGeom>
          <a:solidFill>
            <a:srgbClr val="6CBEE5"/>
          </a:solidFill>
          <a:ln w="2189" cap="flat">
            <a:noFill/>
            <a:prstDash val="solid"/>
            <a:miter/>
          </a:ln>
        </p:spPr>
        <p:txBody>
          <a:bodyPr rtlCol="0" anchor="ctr"/>
          <a:lstStyle/>
          <a:p>
            <a:endParaRPr lang="en-US"/>
          </a:p>
        </p:txBody>
      </p:sp>
      <p:sp>
        <p:nvSpPr>
          <p:cNvPr id="3" name="Title 1">
            <a:extLst>
              <a:ext uri="{FF2B5EF4-FFF2-40B4-BE49-F238E27FC236}">
                <a16:creationId xmlns:a16="http://schemas.microsoft.com/office/drawing/2014/main" id="{9331E16B-D5F0-DD6B-7F22-D177B58D069C}"/>
              </a:ext>
            </a:extLst>
          </p:cNvPr>
          <p:cNvSpPr>
            <a:spLocks noGrp="1"/>
          </p:cNvSpPr>
          <p:nvPr>
            <p:ph type="title" hasCustomPrompt="1"/>
          </p:nvPr>
        </p:nvSpPr>
        <p:spPr>
          <a:xfrm>
            <a:off x="381000" y="381001"/>
            <a:ext cx="9901687" cy="491836"/>
          </a:xfrm>
          <a:prstGeom prst="rect">
            <a:avLst/>
          </a:prstGeom>
        </p:spPr>
        <p:txBody>
          <a:bodyPr lIns="0" tIns="0" rIns="0" bIns="0"/>
          <a:lstStyle>
            <a:lvl1pPr>
              <a:lnSpc>
                <a:spcPct val="100000"/>
              </a:lnSpc>
              <a:defRPr sz="2800" b="1" i="0" spc="-20" baseline="0">
                <a:solidFill>
                  <a:schemeClr val="tx2"/>
                </a:solidFill>
                <a:latin typeface="Tenorite" pitchFamily="2" charset="0"/>
              </a:defRPr>
            </a:lvl1pPr>
          </a:lstStyle>
          <a:p>
            <a:r>
              <a:rPr lang="en-US"/>
              <a:t>Enter page title (Sentence case)</a:t>
            </a:r>
          </a:p>
        </p:txBody>
      </p:sp>
      <p:sp>
        <p:nvSpPr>
          <p:cNvPr id="4" name="Freeform 3">
            <a:extLst>
              <a:ext uri="{FF2B5EF4-FFF2-40B4-BE49-F238E27FC236}">
                <a16:creationId xmlns:a16="http://schemas.microsoft.com/office/drawing/2014/main" id="{3A731A2E-2CF4-0852-7691-6BD5E8BCAC6F}"/>
              </a:ext>
            </a:extLst>
          </p:cNvPr>
          <p:cNvSpPr/>
          <p:nvPr/>
        </p:nvSpPr>
        <p:spPr>
          <a:xfrm flipH="1">
            <a:off x="10266446" y="4902576"/>
            <a:ext cx="1925554" cy="1955346"/>
          </a:xfrm>
          <a:custGeom>
            <a:avLst/>
            <a:gdLst>
              <a:gd name="connsiteX0" fmla="*/ 4997958 w 4997957"/>
              <a:gd name="connsiteY0" fmla="*/ 5075286 h 5075285"/>
              <a:gd name="connsiteX1" fmla="*/ 0 w 4997957"/>
              <a:gd name="connsiteY1" fmla="*/ 5075286 h 5075285"/>
              <a:gd name="connsiteX2" fmla="*/ 0 w 4997957"/>
              <a:gd name="connsiteY2" fmla="*/ 0 h 5075285"/>
              <a:gd name="connsiteX3" fmla="*/ 2351913 w 4997957"/>
              <a:gd name="connsiteY3" fmla="*/ 1927413 h 5075285"/>
              <a:gd name="connsiteX4" fmla="*/ 4997958 w 4997957"/>
              <a:gd name="connsiteY4" fmla="*/ 5075286 h 50752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7957" h="5075285">
                <a:moveTo>
                  <a:pt x="4997958" y="5075286"/>
                </a:moveTo>
                <a:lnTo>
                  <a:pt x="0" y="5075286"/>
                </a:lnTo>
                <a:lnTo>
                  <a:pt x="0" y="0"/>
                </a:lnTo>
                <a:cubicBezTo>
                  <a:pt x="746570" y="519409"/>
                  <a:pt x="1547241" y="1154487"/>
                  <a:pt x="2351913" y="1927413"/>
                </a:cubicBezTo>
                <a:cubicBezTo>
                  <a:pt x="3474720" y="3005835"/>
                  <a:pt x="4338923" y="4096919"/>
                  <a:pt x="4997958" y="5075286"/>
                </a:cubicBezTo>
                <a:close/>
              </a:path>
            </a:pathLst>
          </a:custGeom>
          <a:solidFill>
            <a:schemeClr val="accent6"/>
          </a:solidFill>
          <a:ln w="0" cap="flat">
            <a:noFill/>
            <a:prstDash val="solid"/>
            <a:miter/>
          </a:ln>
        </p:spPr>
        <p:txBody>
          <a:bodyPr rtlCol="0" anchor="ctr"/>
          <a:lstStyle/>
          <a:p>
            <a:endParaRPr lang="en-US" b="1" i="0">
              <a:latin typeface="Tenorite" pitchFamily="2" charset="0"/>
            </a:endParaRPr>
          </a:p>
        </p:txBody>
      </p:sp>
      <p:sp>
        <p:nvSpPr>
          <p:cNvPr id="5" name="TextBox 4">
            <a:extLst>
              <a:ext uri="{FF2B5EF4-FFF2-40B4-BE49-F238E27FC236}">
                <a16:creationId xmlns:a16="http://schemas.microsoft.com/office/drawing/2014/main" id="{807532C6-5FCA-F839-2808-7308CA6D5D60}"/>
              </a:ext>
            </a:extLst>
          </p:cNvPr>
          <p:cNvSpPr txBox="1"/>
          <p:nvPr/>
        </p:nvSpPr>
        <p:spPr>
          <a:xfrm>
            <a:off x="9597795" y="6326102"/>
            <a:ext cx="2213206" cy="191268"/>
          </a:xfrm>
          <a:prstGeom prst="rect">
            <a:avLst/>
          </a:prstGeom>
          <a:noFill/>
        </p:spPr>
        <p:txBody>
          <a:bodyPr wrap="square" lIns="0" tIns="0" rIns="0" bIns="0" rtlCol="0" anchor="b" anchorCtr="0">
            <a:noAutofit/>
          </a:bodyPr>
          <a:lstStyle/>
          <a:p>
            <a:pPr algn="r"/>
            <a:fld id="{8D4FAEBE-B6EB-4E5D-A6B9-749E6598E908}" type="slidenum">
              <a:rPr lang="en-GB" sz="900" b="0" i="0" smtClean="0">
                <a:solidFill>
                  <a:schemeClr val="bg1"/>
                </a:solidFill>
                <a:latin typeface="Tenorite" pitchFamily="2" charset="0"/>
              </a:rPr>
              <a:t>‹#›</a:t>
            </a:fld>
            <a:endParaRPr lang="en-GB" sz="900" b="0" i="0">
              <a:solidFill>
                <a:schemeClr val="bg1"/>
              </a:solidFill>
              <a:latin typeface="Tenorite" pitchFamily="2" charset="0"/>
            </a:endParaRPr>
          </a:p>
        </p:txBody>
      </p:sp>
      <p:sp>
        <p:nvSpPr>
          <p:cNvPr id="6" name="Text Placeholder 3">
            <a:extLst>
              <a:ext uri="{FF2B5EF4-FFF2-40B4-BE49-F238E27FC236}">
                <a16:creationId xmlns:a16="http://schemas.microsoft.com/office/drawing/2014/main" id="{9AA87766-F2CB-6D62-78D8-6AF356A726A2}"/>
              </a:ext>
            </a:extLst>
          </p:cNvPr>
          <p:cNvSpPr>
            <a:spLocks noGrp="1"/>
          </p:cNvSpPr>
          <p:nvPr>
            <p:ph type="body" sz="quarter" idx="15" hasCustomPrompt="1"/>
          </p:nvPr>
        </p:nvSpPr>
        <p:spPr>
          <a:xfrm>
            <a:off x="380998" y="1380682"/>
            <a:ext cx="10890252" cy="4366068"/>
          </a:xfrm>
          <a:prstGeom prst="rect">
            <a:avLst/>
          </a:prstGeom>
        </p:spPr>
        <p:txBody>
          <a:bodyPr lIns="0" rIns="0">
            <a:noAutofit/>
          </a:bodyPr>
          <a:lstStyle>
            <a:lvl1pPr marL="228600" indent="-228600">
              <a:lnSpc>
                <a:spcPct val="100000"/>
              </a:lnSpc>
              <a:buClrTx/>
              <a:buFont typeface="Arial" panose="020B0604020202020204" pitchFamily="34" charset="0"/>
              <a:buChar char="•"/>
              <a:tabLst/>
              <a:defRPr sz="2000" b="0" i="0">
                <a:latin typeface="Tenorite" pitchFamily="2" charset="0"/>
              </a:defRPr>
            </a:lvl1pPr>
            <a:lvl2pPr marL="404813" indent="-230188">
              <a:lnSpc>
                <a:spcPct val="100000"/>
              </a:lnSpc>
              <a:buClrTx/>
              <a:buFont typeface="Arial" panose="020B0604020202020204" pitchFamily="34" charset="0"/>
              <a:buChar char="•"/>
              <a:tabLst/>
              <a:defRPr sz="1600" b="0" i="0">
                <a:latin typeface="Tenorite" pitchFamily="2" charset="0"/>
              </a:defRPr>
            </a:lvl2pPr>
            <a:lvl3pPr marL="573088" indent="-168275">
              <a:lnSpc>
                <a:spcPct val="100000"/>
              </a:lnSpc>
              <a:buClrTx/>
              <a:buFont typeface="Arial" panose="020B0604020202020204" pitchFamily="34" charset="0"/>
              <a:buChar char="•"/>
              <a:tabLst/>
              <a:defRPr sz="1600" b="0"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main paragraph text</a:t>
            </a:r>
          </a:p>
          <a:p>
            <a:pPr lvl="1"/>
            <a:r>
              <a:rPr lang="en-US"/>
              <a:t>Second level</a:t>
            </a:r>
          </a:p>
          <a:p>
            <a:pPr lvl="2"/>
            <a:r>
              <a:rPr lang="en-US"/>
              <a:t>Third level</a:t>
            </a:r>
          </a:p>
        </p:txBody>
      </p:sp>
    </p:spTree>
    <p:extLst>
      <p:ext uri="{BB962C8B-B14F-4D97-AF65-F5344CB8AC3E}">
        <p14:creationId xmlns:p14="http://schemas.microsoft.com/office/powerpoint/2010/main" val="96260652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Text with Color Accent 6">
    <p:spTree>
      <p:nvGrpSpPr>
        <p:cNvPr id="1" name=""/>
        <p:cNvGrpSpPr/>
        <p:nvPr/>
      </p:nvGrpSpPr>
      <p:grpSpPr>
        <a:xfrm>
          <a:off x="0" y="0"/>
          <a:ext cx="0" cy="0"/>
          <a:chOff x="0" y="0"/>
          <a:chExt cx="0" cy="0"/>
        </a:xfrm>
      </p:grpSpPr>
      <p:sp>
        <p:nvSpPr>
          <p:cNvPr id="14" name="Freeform 13">
            <a:extLst>
              <a:ext uri="{FF2B5EF4-FFF2-40B4-BE49-F238E27FC236}">
                <a16:creationId xmlns:a16="http://schemas.microsoft.com/office/drawing/2014/main" id="{EC3B6158-784F-3C70-0576-249932C0A87B}"/>
              </a:ext>
            </a:extLst>
          </p:cNvPr>
          <p:cNvSpPr/>
          <p:nvPr/>
        </p:nvSpPr>
        <p:spPr>
          <a:xfrm rot="10800000">
            <a:off x="9855158" y="5348748"/>
            <a:ext cx="2336842" cy="1509132"/>
          </a:xfrm>
          <a:custGeom>
            <a:avLst/>
            <a:gdLst>
              <a:gd name="connsiteX0" fmla="*/ 151187 w 2336842"/>
              <a:gd name="connsiteY0" fmla="*/ 1509132 h 1509132"/>
              <a:gd name="connsiteX1" fmla="*/ 0 w 2336842"/>
              <a:gd name="connsiteY1" fmla="*/ 1509132 h 1509132"/>
              <a:gd name="connsiteX2" fmla="*/ 0 w 2336842"/>
              <a:gd name="connsiteY2" fmla="*/ 0 h 1509132"/>
              <a:gd name="connsiteX3" fmla="*/ 2336842 w 2336842"/>
              <a:gd name="connsiteY3" fmla="*/ 0 h 1509132"/>
              <a:gd name="connsiteX4" fmla="*/ 2304434 w 2336842"/>
              <a:gd name="connsiteY4" fmla="*/ 126394 h 1509132"/>
              <a:gd name="connsiteX5" fmla="*/ 1903761 w 2336842"/>
              <a:gd name="connsiteY5" fmla="*/ 616669 h 1509132"/>
              <a:gd name="connsiteX6" fmla="*/ 532687 w 2336842"/>
              <a:gd name="connsiteY6" fmla="*/ 1010783 h 1509132"/>
              <a:gd name="connsiteX7" fmla="*/ 152614 w 2336842"/>
              <a:gd name="connsiteY7" fmla="*/ 1497060 h 1509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36842" h="1509132">
                <a:moveTo>
                  <a:pt x="151187" y="1509132"/>
                </a:moveTo>
                <a:lnTo>
                  <a:pt x="0" y="1509132"/>
                </a:lnTo>
                <a:lnTo>
                  <a:pt x="0" y="0"/>
                </a:lnTo>
                <a:lnTo>
                  <a:pt x="2336842" y="0"/>
                </a:lnTo>
                <a:lnTo>
                  <a:pt x="2304434" y="126394"/>
                </a:lnTo>
                <a:cubicBezTo>
                  <a:pt x="2248745" y="309799"/>
                  <a:pt x="2153751" y="489549"/>
                  <a:pt x="1903761" y="616669"/>
                </a:cubicBezTo>
                <a:cubicBezTo>
                  <a:pt x="1527845" y="807854"/>
                  <a:pt x="910049" y="820339"/>
                  <a:pt x="532687" y="1010783"/>
                </a:cubicBezTo>
                <a:cubicBezTo>
                  <a:pt x="285591" y="1135507"/>
                  <a:pt x="183526" y="1316747"/>
                  <a:pt x="152614" y="1497060"/>
                </a:cubicBezTo>
                <a:close/>
              </a:path>
            </a:pathLst>
          </a:custGeom>
          <a:solidFill>
            <a:schemeClr val="bg2">
              <a:lumMod val="90000"/>
            </a:schemeClr>
          </a:solidFill>
          <a:ln w="2189" cap="flat">
            <a:noFill/>
            <a:prstDash val="solid"/>
            <a:miter/>
          </a:ln>
        </p:spPr>
        <p:txBody>
          <a:bodyPr rtlCol="0" anchor="ctr"/>
          <a:lstStyle/>
          <a:p>
            <a:endParaRPr lang="en-US"/>
          </a:p>
        </p:txBody>
      </p:sp>
      <p:sp>
        <p:nvSpPr>
          <p:cNvPr id="2" name="Text Placeholder 3">
            <a:extLst>
              <a:ext uri="{FF2B5EF4-FFF2-40B4-BE49-F238E27FC236}">
                <a16:creationId xmlns:a16="http://schemas.microsoft.com/office/drawing/2014/main" id="{0EFBE2F3-CA64-AA26-8215-B9C2DB971476}"/>
              </a:ext>
            </a:extLst>
          </p:cNvPr>
          <p:cNvSpPr>
            <a:spLocks noGrp="1"/>
          </p:cNvSpPr>
          <p:nvPr>
            <p:ph type="body" sz="quarter" idx="15" hasCustomPrompt="1"/>
          </p:nvPr>
        </p:nvSpPr>
        <p:spPr>
          <a:xfrm>
            <a:off x="380998" y="1380682"/>
            <a:ext cx="10890252" cy="4366068"/>
          </a:xfrm>
          <a:prstGeom prst="rect">
            <a:avLst/>
          </a:prstGeom>
        </p:spPr>
        <p:txBody>
          <a:bodyPr lIns="0" rIns="0">
            <a:noAutofit/>
          </a:bodyPr>
          <a:lstStyle>
            <a:lvl1pPr marL="228600" indent="-228600">
              <a:lnSpc>
                <a:spcPct val="100000"/>
              </a:lnSpc>
              <a:buClrTx/>
              <a:buFont typeface="Arial" panose="020B0604020202020204" pitchFamily="34" charset="0"/>
              <a:buChar char="•"/>
              <a:tabLst/>
              <a:defRPr sz="2000" b="0" i="0">
                <a:latin typeface="Tenorite" pitchFamily="2" charset="0"/>
              </a:defRPr>
            </a:lvl1pPr>
            <a:lvl2pPr marL="404813" indent="-230188">
              <a:lnSpc>
                <a:spcPct val="100000"/>
              </a:lnSpc>
              <a:buClrTx/>
              <a:buFont typeface="Arial" panose="020B0604020202020204" pitchFamily="34" charset="0"/>
              <a:buChar char="•"/>
              <a:tabLst/>
              <a:defRPr sz="1600" b="0" i="0">
                <a:latin typeface="Tenorite" pitchFamily="2" charset="0"/>
              </a:defRPr>
            </a:lvl2pPr>
            <a:lvl3pPr marL="573088" indent="-168275">
              <a:lnSpc>
                <a:spcPct val="100000"/>
              </a:lnSpc>
              <a:buClrTx/>
              <a:buFont typeface="Arial" panose="020B0604020202020204" pitchFamily="34" charset="0"/>
              <a:buChar char="•"/>
              <a:tabLst/>
              <a:defRPr sz="1600" b="0"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main paragraph text</a:t>
            </a:r>
          </a:p>
          <a:p>
            <a:pPr lvl="1"/>
            <a:r>
              <a:rPr lang="en-US"/>
              <a:t>Second level</a:t>
            </a:r>
          </a:p>
          <a:p>
            <a:pPr lvl="2"/>
            <a:r>
              <a:rPr lang="en-US"/>
              <a:t>Third level</a:t>
            </a:r>
          </a:p>
        </p:txBody>
      </p:sp>
      <p:sp>
        <p:nvSpPr>
          <p:cNvPr id="3" name="Title 1">
            <a:extLst>
              <a:ext uri="{FF2B5EF4-FFF2-40B4-BE49-F238E27FC236}">
                <a16:creationId xmlns:a16="http://schemas.microsoft.com/office/drawing/2014/main" id="{9331E16B-D5F0-DD6B-7F22-D177B58D069C}"/>
              </a:ext>
            </a:extLst>
          </p:cNvPr>
          <p:cNvSpPr>
            <a:spLocks noGrp="1"/>
          </p:cNvSpPr>
          <p:nvPr>
            <p:ph type="title" hasCustomPrompt="1"/>
          </p:nvPr>
        </p:nvSpPr>
        <p:spPr>
          <a:xfrm>
            <a:off x="381000" y="381001"/>
            <a:ext cx="11430001" cy="491836"/>
          </a:xfrm>
          <a:prstGeom prst="rect">
            <a:avLst/>
          </a:prstGeom>
        </p:spPr>
        <p:txBody>
          <a:bodyPr lIns="0" tIns="0" rIns="0" bIns="0"/>
          <a:lstStyle>
            <a:lvl1pPr>
              <a:lnSpc>
                <a:spcPct val="100000"/>
              </a:lnSpc>
              <a:defRPr sz="2800" b="1" i="0" spc="-20" baseline="0">
                <a:solidFill>
                  <a:schemeClr val="tx2"/>
                </a:solidFill>
                <a:latin typeface="Tenorite" pitchFamily="2" charset="0"/>
              </a:defRPr>
            </a:lvl1pPr>
          </a:lstStyle>
          <a:p>
            <a:r>
              <a:rPr lang="en-US"/>
              <a:t>Enter page title (Sentence case)</a:t>
            </a:r>
          </a:p>
        </p:txBody>
      </p:sp>
      <p:sp>
        <p:nvSpPr>
          <p:cNvPr id="5" name="Freeform 4">
            <a:extLst>
              <a:ext uri="{FF2B5EF4-FFF2-40B4-BE49-F238E27FC236}">
                <a16:creationId xmlns:a16="http://schemas.microsoft.com/office/drawing/2014/main" id="{FBEF701D-78B1-E5DD-FB56-F56C8B1259F5}"/>
              </a:ext>
            </a:extLst>
          </p:cNvPr>
          <p:cNvSpPr/>
          <p:nvPr/>
        </p:nvSpPr>
        <p:spPr>
          <a:xfrm flipH="1">
            <a:off x="9884864" y="4804058"/>
            <a:ext cx="2307135" cy="2053823"/>
          </a:xfrm>
          <a:custGeom>
            <a:avLst/>
            <a:gdLst>
              <a:gd name="connsiteX0" fmla="*/ 5464806 w 5464805"/>
              <a:gd name="connsiteY0" fmla="*/ 4864799 h 4864798"/>
              <a:gd name="connsiteX1" fmla="*/ 0 w 5464805"/>
              <a:gd name="connsiteY1" fmla="*/ 4864799 h 4864798"/>
              <a:gd name="connsiteX2" fmla="*/ 0 w 5464805"/>
              <a:gd name="connsiteY2" fmla="*/ 0 h 4864798"/>
              <a:gd name="connsiteX3" fmla="*/ 2356698 w 5464805"/>
              <a:gd name="connsiteY3" fmla="*/ 3127153 h 4864798"/>
              <a:gd name="connsiteX4" fmla="*/ 3827172 w 5464805"/>
              <a:gd name="connsiteY4" fmla="*/ 4151186 h 4864798"/>
              <a:gd name="connsiteX5" fmla="*/ 5464806 w 5464805"/>
              <a:gd name="connsiteY5" fmla="*/ 4864799 h 4864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64805" h="4864798">
                <a:moveTo>
                  <a:pt x="5464806" y="4864799"/>
                </a:moveTo>
                <a:lnTo>
                  <a:pt x="0" y="4864799"/>
                </a:lnTo>
                <a:lnTo>
                  <a:pt x="0" y="0"/>
                </a:lnTo>
                <a:cubicBezTo>
                  <a:pt x="421563" y="915067"/>
                  <a:pt x="1141387" y="2087118"/>
                  <a:pt x="2356698" y="3127153"/>
                </a:cubicBezTo>
                <a:cubicBezTo>
                  <a:pt x="2844192" y="3544253"/>
                  <a:pt x="3341295" y="3880295"/>
                  <a:pt x="3827172" y="4151186"/>
                </a:cubicBezTo>
                <a:cubicBezTo>
                  <a:pt x="4400577" y="4470940"/>
                  <a:pt x="4958094" y="4700112"/>
                  <a:pt x="5464806" y="4864799"/>
                </a:cubicBezTo>
                <a:close/>
              </a:path>
            </a:pathLst>
          </a:custGeom>
          <a:solidFill>
            <a:srgbClr val="23272A"/>
          </a:solidFill>
          <a:ln w="0" cap="flat">
            <a:noFill/>
            <a:prstDash val="solid"/>
            <a:miter/>
          </a:ln>
        </p:spPr>
        <p:txBody>
          <a:bodyPr rtlCol="0" anchor="ctr"/>
          <a:lstStyle/>
          <a:p>
            <a:endParaRPr lang="en-US" b="1" i="0">
              <a:latin typeface="Tenorite" pitchFamily="2" charset="0"/>
            </a:endParaRPr>
          </a:p>
        </p:txBody>
      </p:sp>
      <p:sp>
        <p:nvSpPr>
          <p:cNvPr id="6" name="TextBox 5">
            <a:extLst>
              <a:ext uri="{FF2B5EF4-FFF2-40B4-BE49-F238E27FC236}">
                <a16:creationId xmlns:a16="http://schemas.microsoft.com/office/drawing/2014/main" id="{12A6CCC2-AE75-AF51-2ECC-17CF3F699CDA}"/>
              </a:ext>
            </a:extLst>
          </p:cNvPr>
          <p:cNvSpPr txBox="1"/>
          <p:nvPr/>
        </p:nvSpPr>
        <p:spPr>
          <a:xfrm>
            <a:off x="9597795" y="6326102"/>
            <a:ext cx="2213206" cy="191268"/>
          </a:xfrm>
          <a:prstGeom prst="rect">
            <a:avLst/>
          </a:prstGeom>
          <a:noFill/>
        </p:spPr>
        <p:txBody>
          <a:bodyPr wrap="square" lIns="0" tIns="0" rIns="0" bIns="0" rtlCol="0" anchor="b" anchorCtr="0">
            <a:noAutofit/>
          </a:bodyPr>
          <a:lstStyle/>
          <a:p>
            <a:pPr algn="r"/>
            <a:fld id="{8D4FAEBE-B6EB-4E5D-A6B9-749E6598E908}" type="slidenum">
              <a:rPr lang="en-GB" sz="900" b="0" i="0" smtClean="0">
                <a:solidFill>
                  <a:schemeClr val="bg1"/>
                </a:solidFill>
                <a:latin typeface="Tenorite" pitchFamily="2" charset="0"/>
              </a:rPr>
              <a:t>‹#›</a:t>
            </a:fld>
            <a:endParaRPr lang="en-GB" sz="900" b="0" i="0">
              <a:solidFill>
                <a:schemeClr val="bg1"/>
              </a:solidFill>
              <a:latin typeface="Tenorite" pitchFamily="2" charset="0"/>
            </a:endParaRPr>
          </a:p>
        </p:txBody>
      </p:sp>
    </p:spTree>
    <p:extLst>
      <p:ext uri="{BB962C8B-B14F-4D97-AF65-F5344CB8AC3E}">
        <p14:creationId xmlns:p14="http://schemas.microsoft.com/office/powerpoint/2010/main" val="14157804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cSld name="Quote Slide Light">
    <p:bg>
      <p:bgPr>
        <a:solidFill>
          <a:schemeClr val="tx2"/>
        </a:solidFill>
        <a:effectLst/>
      </p:bgPr>
    </p:bg>
    <p:spTree>
      <p:nvGrpSpPr>
        <p:cNvPr id="1" name=""/>
        <p:cNvGrpSpPr/>
        <p:nvPr/>
      </p:nvGrpSpPr>
      <p:grpSpPr>
        <a:xfrm>
          <a:off x="0" y="0"/>
          <a:ext cx="0" cy="0"/>
          <a:chOff x="0" y="0"/>
          <a:chExt cx="0" cy="0"/>
        </a:xfrm>
      </p:grpSpPr>
      <p:sp>
        <p:nvSpPr>
          <p:cNvPr id="12" name="Graphic 2">
            <a:extLst>
              <a:ext uri="{FF2B5EF4-FFF2-40B4-BE49-F238E27FC236}">
                <a16:creationId xmlns:a16="http://schemas.microsoft.com/office/drawing/2014/main" id="{5C4B3305-D34D-4F4A-67B6-43A69E2D550B}"/>
              </a:ext>
            </a:extLst>
          </p:cNvPr>
          <p:cNvSpPr/>
          <p:nvPr/>
        </p:nvSpPr>
        <p:spPr>
          <a:xfrm flipH="1">
            <a:off x="-2" y="706689"/>
            <a:ext cx="12192002" cy="730333"/>
          </a:xfrm>
          <a:custGeom>
            <a:avLst/>
            <a:gdLst>
              <a:gd name="connsiteX0" fmla="*/ 7772400 w 7772400"/>
              <a:gd name="connsiteY0" fmla="*/ 1043992 h 1043991"/>
              <a:gd name="connsiteX1" fmla="*/ 7772400 w 7772400"/>
              <a:gd name="connsiteY1" fmla="*/ 549552 h 1043991"/>
              <a:gd name="connsiteX2" fmla="*/ 3801339 w 7772400"/>
              <a:gd name="connsiteY2" fmla="*/ 298994 h 1043991"/>
              <a:gd name="connsiteX3" fmla="*/ 0 w 7772400"/>
              <a:gd name="connsiteY3" fmla="*/ 14251 h 1043991"/>
              <a:gd name="connsiteX4" fmla="*/ 0 w 7772400"/>
              <a:gd name="connsiteY4" fmla="*/ 1043992 h 1043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72400" h="1043991">
                <a:moveTo>
                  <a:pt x="7772400" y="1043992"/>
                </a:moveTo>
                <a:lnTo>
                  <a:pt x="7772400" y="549552"/>
                </a:lnTo>
                <a:cubicBezTo>
                  <a:pt x="6898782" y="594794"/>
                  <a:pt x="5404227" y="602152"/>
                  <a:pt x="3801339" y="298994"/>
                </a:cubicBezTo>
                <a:cubicBezTo>
                  <a:pt x="2130820" y="-16954"/>
                  <a:pt x="743567" y="-19625"/>
                  <a:pt x="0" y="14251"/>
                </a:cubicBezTo>
                <a:lnTo>
                  <a:pt x="0" y="1043992"/>
                </a:lnTo>
              </a:path>
            </a:pathLst>
          </a:custGeom>
          <a:solidFill>
            <a:srgbClr val="EA5F84"/>
          </a:solidFill>
          <a:ln w="2189"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127D1B86-A887-F21E-5ADB-08C44BE0A626}"/>
              </a:ext>
            </a:extLst>
          </p:cNvPr>
          <p:cNvSpPr/>
          <p:nvPr/>
        </p:nvSpPr>
        <p:spPr>
          <a:xfrm>
            <a:off x="-2" y="546729"/>
            <a:ext cx="12192002" cy="6311271"/>
          </a:xfrm>
          <a:custGeom>
            <a:avLst/>
            <a:gdLst>
              <a:gd name="connsiteX0" fmla="*/ 3616993 w 12192002"/>
              <a:gd name="connsiteY0" fmla="*/ 169 h 6311271"/>
              <a:gd name="connsiteX1" fmla="*/ 3962719 w 12192002"/>
              <a:gd name="connsiteY1" fmla="*/ 3564 h 6311271"/>
              <a:gd name="connsiteX2" fmla="*/ 6331840 w 12192002"/>
              <a:gd name="connsiteY2" fmla="*/ 256133 h 6311271"/>
              <a:gd name="connsiteX3" fmla="*/ 12192002 w 12192002"/>
              <a:gd name="connsiteY3" fmla="*/ 678690 h 6311271"/>
              <a:gd name="connsiteX4" fmla="*/ 12192002 w 12192002"/>
              <a:gd name="connsiteY4" fmla="*/ 1331993 h 6311271"/>
              <a:gd name="connsiteX5" fmla="*/ 12192002 w 12192002"/>
              <a:gd name="connsiteY5" fmla="*/ 6311271 h 6311271"/>
              <a:gd name="connsiteX6" fmla="*/ 2 w 12192002"/>
              <a:gd name="connsiteY6" fmla="*/ 6311271 h 6311271"/>
              <a:gd name="connsiteX7" fmla="*/ 2 w 12192002"/>
              <a:gd name="connsiteY7" fmla="*/ 1331993 h 6311271"/>
              <a:gd name="connsiteX8" fmla="*/ 0 w 12192002"/>
              <a:gd name="connsiteY8" fmla="*/ 1331993 h 6311271"/>
              <a:gd name="connsiteX9" fmla="*/ 0 w 12192002"/>
              <a:gd name="connsiteY9" fmla="*/ 307058 h 6311271"/>
              <a:gd name="connsiteX10" fmla="*/ 1212850 w 12192002"/>
              <a:gd name="connsiteY10" fmla="*/ 176316 h 6311271"/>
              <a:gd name="connsiteX11" fmla="*/ 3616993 w 12192002"/>
              <a:gd name="connsiteY11" fmla="*/ 169 h 6311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2" h="6311271">
                <a:moveTo>
                  <a:pt x="3616993" y="169"/>
                </a:moveTo>
                <a:cubicBezTo>
                  <a:pt x="3732158" y="-447"/>
                  <a:pt x="3847403" y="605"/>
                  <a:pt x="3962719" y="3564"/>
                </a:cubicBezTo>
                <a:cubicBezTo>
                  <a:pt x="4765105" y="24056"/>
                  <a:pt x="5552949" y="136560"/>
                  <a:pt x="6331840" y="256133"/>
                </a:cubicBezTo>
                <a:cubicBezTo>
                  <a:pt x="8255384" y="551740"/>
                  <a:pt x="10241028" y="896936"/>
                  <a:pt x="12192002" y="678690"/>
                </a:cubicBezTo>
                <a:lnTo>
                  <a:pt x="12192002" y="1331993"/>
                </a:lnTo>
                <a:lnTo>
                  <a:pt x="12192002" y="6311271"/>
                </a:lnTo>
                <a:lnTo>
                  <a:pt x="2" y="6311271"/>
                </a:lnTo>
                <a:lnTo>
                  <a:pt x="2" y="1331993"/>
                </a:lnTo>
                <a:lnTo>
                  <a:pt x="0" y="1331993"/>
                </a:lnTo>
                <a:lnTo>
                  <a:pt x="0" y="307058"/>
                </a:lnTo>
                <a:cubicBezTo>
                  <a:pt x="404241" y="263409"/>
                  <a:pt x="808546" y="219862"/>
                  <a:pt x="1212850" y="176316"/>
                </a:cubicBezTo>
                <a:cubicBezTo>
                  <a:pt x="2008561" y="90515"/>
                  <a:pt x="2810836" y="4480"/>
                  <a:pt x="3616993" y="169"/>
                </a:cubicBezTo>
                <a:close/>
              </a:path>
            </a:pathLst>
          </a:cu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35" name="Graphic 3">
            <a:extLst>
              <a:ext uri="{FF2B5EF4-FFF2-40B4-BE49-F238E27FC236}">
                <a16:creationId xmlns:a16="http://schemas.microsoft.com/office/drawing/2014/main" id="{52EE533F-7833-FA44-AA16-F348B3519DFF}"/>
              </a:ext>
            </a:extLst>
          </p:cNvPr>
          <p:cNvGrpSpPr/>
          <p:nvPr userDrawn="1"/>
        </p:nvGrpSpPr>
        <p:grpSpPr>
          <a:xfrm>
            <a:off x="381550" y="255817"/>
            <a:ext cx="625911" cy="217910"/>
            <a:chOff x="448663" y="3429000"/>
            <a:chExt cx="3429000" cy="1193800"/>
          </a:xfrm>
          <a:solidFill>
            <a:schemeClr val="bg1"/>
          </a:solidFill>
        </p:grpSpPr>
        <p:sp>
          <p:nvSpPr>
            <p:cNvPr id="36" name="Freeform 35">
              <a:extLst>
                <a:ext uri="{FF2B5EF4-FFF2-40B4-BE49-F238E27FC236}">
                  <a16:creationId xmlns:a16="http://schemas.microsoft.com/office/drawing/2014/main" id="{CD92E267-E403-2740-8191-F3CB78CC9D66}"/>
                </a:ext>
              </a:extLst>
            </p:cNvPr>
            <p:cNvSpPr/>
            <p:nvPr/>
          </p:nvSpPr>
          <p:spPr>
            <a:xfrm>
              <a:off x="1213206"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267641 w 536101"/>
                <a:gd name="connsiteY4" fmla="*/ 339348 h 534746"/>
                <a:gd name="connsiteX5" fmla="*/ 195262 w 536101"/>
                <a:gd name="connsiteY5" fmla="*/ 267056 h 534746"/>
                <a:gd name="connsiteX6" fmla="*/ -315 w 536101"/>
                <a:gd name="connsiteY6" fmla="*/ 267056 h 534746"/>
                <a:gd name="connsiteX7" fmla="*/ 267641 w 536101"/>
                <a:gd name="connsiteY7" fmla="*/ 534524 h 534746"/>
                <a:gd name="connsiteX8" fmla="*/ 535787 w 536101"/>
                <a:gd name="connsiteY8" fmla="*/ 267246 h 534746"/>
                <a:gd name="connsiteX9" fmla="*/ 267831 w 536101"/>
                <a:gd name="connsiteY9" fmla="*/ -222 h 534746"/>
                <a:gd name="connsiteX10" fmla="*/ 267641 w 536101"/>
                <a:gd name="connsiteY10" fmla="*/ -222 h 534746"/>
                <a:gd name="connsiteX11" fmla="*/ -315 w 536101"/>
                <a:gd name="connsiteY11"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67704" y="339348"/>
                    <a:pt x="267673" y="339348"/>
                    <a:pt x="267641" y="339348"/>
                  </a:cubicBezTo>
                  <a:cubicBezTo>
                    <a:pt x="227652" y="339295"/>
                    <a:pt x="195262" y="306945"/>
                    <a:pt x="195262"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68" y="-222"/>
                    <a:pt x="267704" y="-222"/>
                    <a:pt x="267641" y="-222"/>
                  </a:cubicBezTo>
                  <a:cubicBezTo>
                    <a:pt x="119653" y="-222"/>
                    <a:pt x="-315" y="119442"/>
                    <a:pt x="-315" y="267056"/>
                  </a:cubicBezTo>
                </a:path>
              </a:pathLst>
            </a:custGeom>
            <a:grpFill/>
            <a:ln w="9499" cap="flat">
              <a:noFill/>
              <a:prstDash val="solid"/>
              <a:miter/>
            </a:ln>
          </p:spPr>
          <p:txBody>
            <a:bodyPr rtlCol="0" anchor="ctr"/>
            <a:lstStyle/>
            <a:p>
              <a:endParaRPr lang="en-US" b="0" i="0">
                <a:latin typeface="Tenorite" pitchFamily="2" charset="0"/>
              </a:endParaRPr>
            </a:p>
          </p:txBody>
        </p:sp>
        <p:sp>
          <p:nvSpPr>
            <p:cNvPr id="37" name="Freeform 36">
              <a:extLst>
                <a:ext uri="{FF2B5EF4-FFF2-40B4-BE49-F238E27FC236}">
                  <a16:creationId xmlns:a16="http://schemas.microsoft.com/office/drawing/2014/main" id="{90B5673C-B074-2142-8734-BEB32FC0307C}"/>
                </a:ext>
              </a:extLst>
            </p:cNvPr>
            <p:cNvSpPr/>
            <p:nvPr/>
          </p:nvSpPr>
          <p:spPr>
            <a:xfrm>
              <a:off x="448663"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195261 w 536101"/>
                <a:gd name="connsiteY4" fmla="*/ 267056 h 534746"/>
                <a:gd name="connsiteX5" fmla="*/ -315 w 536101"/>
                <a:gd name="connsiteY5" fmla="*/ 267056 h 534746"/>
                <a:gd name="connsiteX6" fmla="*/ 267641 w 536101"/>
                <a:gd name="connsiteY6" fmla="*/ 534524 h 534746"/>
                <a:gd name="connsiteX7" fmla="*/ 535787 w 536101"/>
                <a:gd name="connsiteY7" fmla="*/ 267246 h 534746"/>
                <a:gd name="connsiteX8" fmla="*/ 267831 w 536101"/>
                <a:gd name="connsiteY8" fmla="*/ -222 h 534746"/>
                <a:gd name="connsiteX9" fmla="*/ 267736 w 536101"/>
                <a:gd name="connsiteY9" fmla="*/ -222 h 534746"/>
                <a:gd name="connsiteX10" fmla="*/ -315 w 536101"/>
                <a:gd name="connsiteY10"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27731" y="339295"/>
                    <a:pt x="195314" y="306960"/>
                    <a:pt x="195261"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99" y="-222"/>
                    <a:pt x="267768" y="-222"/>
                    <a:pt x="267736" y="-222"/>
                  </a:cubicBezTo>
                  <a:cubicBezTo>
                    <a:pt x="119732" y="-222"/>
                    <a:pt x="-263" y="119427"/>
                    <a:pt x="-315" y="267056"/>
                  </a:cubicBezTo>
                </a:path>
              </a:pathLst>
            </a:custGeom>
            <a:grpFill/>
            <a:ln w="9499" cap="flat">
              <a:noFill/>
              <a:prstDash val="solid"/>
              <a:miter/>
            </a:ln>
          </p:spPr>
          <p:txBody>
            <a:bodyPr rtlCol="0" anchor="ctr"/>
            <a:lstStyle/>
            <a:p>
              <a:endParaRPr lang="en-US" b="0" i="0">
                <a:latin typeface="Tenorite" pitchFamily="2" charset="0"/>
              </a:endParaRPr>
            </a:p>
          </p:txBody>
        </p:sp>
        <p:sp>
          <p:nvSpPr>
            <p:cNvPr id="38" name="Freeform 37">
              <a:extLst>
                <a:ext uri="{FF2B5EF4-FFF2-40B4-BE49-F238E27FC236}">
                  <a16:creationId xmlns:a16="http://schemas.microsoft.com/office/drawing/2014/main" id="{89C26616-48F4-864C-B11D-CD16AB99FA4C}"/>
                </a:ext>
              </a:extLst>
            </p:cNvPr>
            <p:cNvSpPr/>
            <p:nvPr/>
          </p:nvSpPr>
          <p:spPr>
            <a:xfrm>
              <a:off x="2022583" y="3633461"/>
              <a:ext cx="654074" cy="967546"/>
            </a:xfrm>
            <a:custGeom>
              <a:avLst/>
              <a:gdLst>
                <a:gd name="connsiteX0" fmla="*/ 653759 w 654074"/>
                <a:gd name="connsiteY0" fmla="*/ 634482 h 967546"/>
                <a:gd name="connsiteX1" fmla="*/ 336695 w 654074"/>
                <a:gd name="connsiteY1" fmla="*/ 301639 h 967546"/>
                <a:gd name="connsiteX2" fmla="*/ 137985 w 654074"/>
                <a:gd name="connsiteY2" fmla="*/ 393448 h 967546"/>
                <a:gd name="connsiteX3" fmla="*/ 137985 w 654074"/>
                <a:gd name="connsiteY3" fmla="*/ -222 h 967546"/>
                <a:gd name="connsiteX4" fmla="*/ -315 w 654074"/>
                <a:gd name="connsiteY4" fmla="*/ -222 h 967546"/>
                <a:gd name="connsiteX5" fmla="*/ -315 w 654074"/>
                <a:gd name="connsiteY5" fmla="*/ 950838 h 967546"/>
                <a:gd name="connsiteX6" fmla="*/ 137985 w 654074"/>
                <a:gd name="connsiteY6" fmla="*/ 950838 h 967546"/>
                <a:gd name="connsiteX7" fmla="*/ 137985 w 654074"/>
                <a:gd name="connsiteY7" fmla="*/ 875515 h 967546"/>
                <a:gd name="connsiteX8" fmla="*/ 336695 w 654074"/>
                <a:gd name="connsiteY8" fmla="*/ 967324 h 967546"/>
                <a:gd name="connsiteX9" fmla="*/ 653759 w 654074"/>
                <a:gd name="connsiteY9" fmla="*/ 634482 h 967546"/>
                <a:gd name="connsiteX10" fmla="*/ 511280 w 654074"/>
                <a:gd name="connsiteY10" fmla="*/ 634482 h 967546"/>
                <a:gd name="connsiteX11" fmla="*/ 319883 w 654074"/>
                <a:gd name="connsiteY11" fmla="*/ 837238 h 967546"/>
                <a:gd name="connsiteX12" fmla="*/ 128581 w 654074"/>
                <a:gd name="connsiteY12" fmla="*/ 634482 h 967546"/>
                <a:gd name="connsiteX13" fmla="*/ 319883 w 654074"/>
                <a:gd name="connsiteY13" fmla="*/ 431725 h 967546"/>
                <a:gd name="connsiteX14" fmla="*/ 511280 w 654074"/>
                <a:gd name="connsiteY14" fmla="*/ 634482 h 96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74" h="967546">
                  <a:moveTo>
                    <a:pt x="653759" y="634482"/>
                  </a:moveTo>
                  <a:cubicBezTo>
                    <a:pt x="653759" y="441010"/>
                    <a:pt x="514130" y="301639"/>
                    <a:pt x="336695" y="301639"/>
                  </a:cubicBezTo>
                  <a:cubicBezTo>
                    <a:pt x="245984" y="301639"/>
                    <a:pt x="182343" y="337926"/>
                    <a:pt x="137985" y="393448"/>
                  </a:cubicBezTo>
                  <a:lnTo>
                    <a:pt x="137985" y="-222"/>
                  </a:lnTo>
                  <a:lnTo>
                    <a:pt x="-315" y="-222"/>
                  </a:lnTo>
                  <a:lnTo>
                    <a:pt x="-315" y="950838"/>
                  </a:lnTo>
                  <a:lnTo>
                    <a:pt x="137985" y="950838"/>
                  </a:lnTo>
                  <a:lnTo>
                    <a:pt x="137985" y="875515"/>
                  </a:lnTo>
                  <a:cubicBezTo>
                    <a:pt x="182343" y="931036"/>
                    <a:pt x="245984" y="967324"/>
                    <a:pt x="336695" y="967324"/>
                  </a:cubicBezTo>
                  <a:cubicBezTo>
                    <a:pt x="514130" y="967324"/>
                    <a:pt x="653759" y="827953"/>
                    <a:pt x="653759" y="634482"/>
                  </a:cubicBezTo>
                  <a:moveTo>
                    <a:pt x="511280" y="634482"/>
                  </a:moveTo>
                  <a:cubicBezTo>
                    <a:pt x="511280" y="745429"/>
                    <a:pt x="439091" y="837238"/>
                    <a:pt x="319883" y="837238"/>
                  </a:cubicBezTo>
                  <a:cubicBezTo>
                    <a:pt x="205900" y="837238"/>
                    <a:pt x="128581" y="750072"/>
                    <a:pt x="128581" y="634482"/>
                  </a:cubicBezTo>
                  <a:cubicBezTo>
                    <a:pt x="128581" y="518891"/>
                    <a:pt x="205995" y="431725"/>
                    <a:pt x="319883" y="431725"/>
                  </a:cubicBezTo>
                  <a:cubicBezTo>
                    <a:pt x="439091" y="431725"/>
                    <a:pt x="511280" y="523534"/>
                    <a:pt x="511280" y="634482"/>
                  </a:cubicBezTo>
                </a:path>
              </a:pathLst>
            </a:custGeom>
            <a:grpFill/>
            <a:ln w="9499" cap="flat">
              <a:noFill/>
              <a:prstDash val="solid"/>
              <a:miter/>
            </a:ln>
          </p:spPr>
          <p:txBody>
            <a:bodyPr rtlCol="0" anchor="ctr"/>
            <a:lstStyle/>
            <a:p>
              <a:endParaRPr lang="en-US" b="0" i="0">
                <a:latin typeface="Tenorite" pitchFamily="2" charset="0"/>
              </a:endParaRPr>
            </a:p>
          </p:txBody>
        </p:sp>
        <p:sp>
          <p:nvSpPr>
            <p:cNvPr id="39" name="Freeform 38">
              <a:extLst>
                <a:ext uri="{FF2B5EF4-FFF2-40B4-BE49-F238E27FC236}">
                  <a16:creationId xmlns:a16="http://schemas.microsoft.com/office/drawing/2014/main" id="{622ACEFA-1DD9-3C4A-A80A-B3F1FD293A12}"/>
                </a:ext>
              </a:extLst>
            </p:cNvPr>
            <p:cNvSpPr/>
            <p:nvPr/>
          </p:nvSpPr>
          <p:spPr>
            <a:xfrm>
              <a:off x="2791496" y="3760326"/>
              <a:ext cx="422688" cy="840776"/>
            </a:xfrm>
            <a:custGeom>
              <a:avLst/>
              <a:gdLst>
                <a:gd name="connsiteX0" fmla="*/ 381624 w 422688"/>
                <a:gd name="connsiteY0" fmla="*/ 316798 h 840776"/>
                <a:gd name="connsiteX1" fmla="*/ 381624 w 422688"/>
                <a:gd name="connsiteY1" fmla="*/ 191259 h 840776"/>
                <a:gd name="connsiteX2" fmla="*/ 138650 w 422688"/>
                <a:gd name="connsiteY2" fmla="*/ 191259 h 840776"/>
                <a:gd name="connsiteX3" fmla="*/ 138650 w 422688"/>
                <a:gd name="connsiteY3" fmla="*/ -222 h 840776"/>
                <a:gd name="connsiteX4" fmla="*/ -315 w 422688"/>
                <a:gd name="connsiteY4" fmla="*/ -222 h 840776"/>
                <a:gd name="connsiteX5" fmla="*/ -315 w 422688"/>
                <a:gd name="connsiteY5" fmla="*/ 594878 h 840776"/>
                <a:gd name="connsiteX6" fmla="*/ 227652 w 422688"/>
                <a:gd name="connsiteY6" fmla="*/ 840554 h 840776"/>
                <a:gd name="connsiteX7" fmla="*/ 422373 w 422688"/>
                <a:gd name="connsiteY7" fmla="*/ 777832 h 840776"/>
                <a:gd name="connsiteX8" fmla="*/ 367376 w 422688"/>
                <a:gd name="connsiteY8" fmla="*/ 667548 h 840776"/>
                <a:gd name="connsiteX9" fmla="*/ 239620 w 422688"/>
                <a:gd name="connsiteY9" fmla="*/ 710468 h 840776"/>
                <a:gd name="connsiteX10" fmla="*/ 138934 w 422688"/>
                <a:gd name="connsiteY10" fmla="*/ 592225 h 840776"/>
                <a:gd name="connsiteX11" fmla="*/ 138934 w 422688"/>
                <a:gd name="connsiteY11" fmla="*/ 316798 h 84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88" h="840776">
                  <a:moveTo>
                    <a:pt x="381624" y="316798"/>
                  </a:moveTo>
                  <a:lnTo>
                    <a:pt x="381624" y="191259"/>
                  </a:lnTo>
                  <a:lnTo>
                    <a:pt x="138650" y="191259"/>
                  </a:lnTo>
                  <a:lnTo>
                    <a:pt x="138650" y="-222"/>
                  </a:lnTo>
                  <a:lnTo>
                    <a:pt x="-315" y="-222"/>
                  </a:lnTo>
                  <a:lnTo>
                    <a:pt x="-315" y="594878"/>
                  </a:lnTo>
                  <a:cubicBezTo>
                    <a:pt x="-315" y="763336"/>
                    <a:pt x="83747" y="840554"/>
                    <a:pt x="227652" y="840554"/>
                  </a:cubicBezTo>
                  <a:cubicBezTo>
                    <a:pt x="297461" y="839999"/>
                    <a:pt x="365423" y="818108"/>
                    <a:pt x="422373" y="777832"/>
                  </a:cubicBezTo>
                  <a:lnTo>
                    <a:pt x="367376" y="667548"/>
                  </a:lnTo>
                  <a:cubicBezTo>
                    <a:pt x="329382" y="691329"/>
                    <a:pt x="282648" y="710468"/>
                    <a:pt x="239620" y="710468"/>
                  </a:cubicBezTo>
                  <a:cubicBezTo>
                    <a:pt x="183958" y="710468"/>
                    <a:pt x="138934" y="676738"/>
                    <a:pt x="138934" y="592225"/>
                  </a:cubicBezTo>
                  <a:lnTo>
                    <a:pt x="138934" y="316798"/>
                  </a:lnTo>
                  <a:close/>
                </a:path>
              </a:pathLst>
            </a:custGeom>
            <a:grpFill/>
            <a:ln w="9499" cap="flat">
              <a:noFill/>
              <a:prstDash val="solid"/>
              <a:miter/>
            </a:ln>
          </p:spPr>
          <p:txBody>
            <a:bodyPr rtlCol="0" anchor="ctr"/>
            <a:lstStyle/>
            <a:p>
              <a:endParaRPr lang="en-US" b="0" i="0">
                <a:latin typeface="Tenorite" pitchFamily="2" charset="0"/>
              </a:endParaRPr>
            </a:p>
          </p:txBody>
        </p:sp>
        <p:sp>
          <p:nvSpPr>
            <p:cNvPr id="40" name="Freeform 39">
              <a:extLst>
                <a:ext uri="{FF2B5EF4-FFF2-40B4-BE49-F238E27FC236}">
                  <a16:creationId xmlns:a16="http://schemas.microsoft.com/office/drawing/2014/main" id="{FE945F02-CA8C-DA47-906F-C2FEE08E03D6}"/>
                </a:ext>
              </a:extLst>
            </p:cNvPr>
            <p:cNvSpPr/>
            <p:nvPr/>
          </p:nvSpPr>
          <p:spPr>
            <a:xfrm>
              <a:off x="3312970" y="3935937"/>
              <a:ext cx="560798" cy="664408"/>
            </a:xfrm>
            <a:custGeom>
              <a:avLst/>
              <a:gdLst>
                <a:gd name="connsiteX0" fmla="*/ 508336 w 560798"/>
                <a:gd name="connsiteY0" fmla="*/ 46537 h 664408"/>
                <a:gd name="connsiteX1" fmla="*/ 287872 w 560798"/>
                <a:gd name="connsiteY1" fmla="*/ -173 h 664408"/>
                <a:gd name="connsiteX2" fmla="*/ 25616 w 560798"/>
                <a:gd name="connsiteY2" fmla="*/ 202583 h 664408"/>
                <a:gd name="connsiteX3" fmla="*/ 240854 w 560798"/>
                <a:gd name="connsiteY3" fmla="*/ 388191 h 664408"/>
                <a:gd name="connsiteX4" fmla="*/ 307344 w 560798"/>
                <a:gd name="connsiteY4" fmla="*/ 396718 h 664408"/>
                <a:gd name="connsiteX5" fmla="*/ 417244 w 560798"/>
                <a:gd name="connsiteY5" fmla="*/ 466735 h 664408"/>
                <a:gd name="connsiteX6" fmla="*/ 272864 w 560798"/>
                <a:gd name="connsiteY6" fmla="*/ 544048 h 664408"/>
                <a:gd name="connsiteX7" fmla="*/ 63895 w 560798"/>
                <a:gd name="connsiteY7" fmla="*/ 479336 h 664408"/>
                <a:gd name="connsiteX8" fmla="*/ -315 w 560798"/>
                <a:gd name="connsiteY8" fmla="*/ 582989 h 664408"/>
                <a:gd name="connsiteX9" fmla="*/ 271725 w 560798"/>
                <a:gd name="connsiteY9" fmla="*/ 664186 h 664408"/>
                <a:gd name="connsiteX10" fmla="*/ 560483 w 560798"/>
                <a:gd name="connsiteY10" fmla="*/ 457450 h 664408"/>
                <a:gd name="connsiteX11" fmla="*/ 339925 w 560798"/>
                <a:gd name="connsiteY11" fmla="*/ 270611 h 664408"/>
                <a:gd name="connsiteX12" fmla="*/ 274385 w 560798"/>
                <a:gd name="connsiteY12" fmla="*/ 260663 h 664408"/>
                <a:gd name="connsiteX13" fmla="*/ 169900 w 560798"/>
                <a:gd name="connsiteY13" fmla="*/ 195288 h 664408"/>
                <a:gd name="connsiteX14" fmla="*/ 289772 w 560798"/>
                <a:gd name="connsiteY14" fmla="*/ 120060 h 664408"/>
                <a:gd name="connsiteX15" fmla="*/ 459608 w 560798"/>
                <a:gd name="connsiteY15" fmla="*/ 160516 h 66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0798" h="664408">
                  <a:moveTo>
                    <a:pt x="508336" y="46537"/>
                  </a:moveTo>
                  <a:cubicBezTo>
                    <a:pt x="439269" y="14734"/>
                    <a:pt x="363936" y="-1227"/>
                    <a:pt x="287872" y="-173"/>
                  </a:cubicBezTo>
                  <a:cubicBezTo>
                    <a:pt x="126396" y="-173"/>
                    <a:pt x="25616" y="77803"/>
                    <a:pt x="25616" y="202583"/>
                  </a:cubicBezTo>
                  <a:cubicBezTo>
                    <a:pt x="25616" y="304909"/>
                    <a:pt x="99800" y="368957"/>
                    <a:pt x="240854" y="388191"/>
                  </a:cubicBezTo>
                  <a:lnTo>
                    <a:pt x="307344" y="396718"/>
                  </a:lnTo>
                  <a:cubicBezTo>
                    <a:pt x="383333" y="407329"/>
                    <a:pt x="417244" y="430447"/>
                    <a:pt x="417244" y="466735"/>
                  </a:cubicBezTo>
                  <a:cubicBezTo>
                    <a:pt x="417244" y="514108"/>
                    <a:pt x="368231" y="544048"/>
                    <a:pt x="272864" y="544048"/>
                  </a:cubicBezTo>
                  <a:cubicBezTo>
                    <a:pt x="170280" y="544048"/>
                    <a:pt x="108729" y="514298"/>
                    <a:pt x="63895" y="479336"/>
                  </a:cubicBezTo>
                  <a:lnTo>
                    <a:pt x="-315" y="582989"/>
                  </a:lnTo>
                  <a:cubicBezTo>
                    <a:pt x="91631" y="651679"/>
                    <a:pt x="206850" y="664186"/>
                    <a:pt x="271725" y="664186"/>
                  </a:cubicBezTo>
                  <a:cubicBezTo>
                    <a:pt x="454478" y="664186"/>
                    <a:pt x="560483" y="578915"/>
                    <a:pt x="560483" y="457450"/>
                  </a:cubicBezTo>
                  <a:cubicBezTo>
                    <a:pt x="560483" y="349155"/>
                    <a:pt x="478320" y="291076"/>
                    <a:pt x="339925" y="270611"/>
                  </a:cubicBezTo>
                  <a:lnTo>
                    <a:pt x="274385" y="260663"/>
                  </a:lnTo>
                  <a:cubicBezTo>
                    <a:pt x="216158" y="252135"/>
                    <a:pt x="169900" y="240197"/>
                    <a:pt x="169900" y="195288"/>
                  </a:cubicBezTo>
                  <a:cubicBezTo>
                    <a:pt x="169900" y="150378"/>
                    <a:pt x="213593" y="120060"/>
                    <a:pt x="289772" y="120060"/>
                  </a:cubicBezTo>
                  <a:cubicBezTo>
                    <a:pt x="348627" y="121323"/>
                    <a:pt x="406531" y="135117"/>
                    <a:pt x="459608" y="160516"/>
                  </a:cubicBezTo>
                  <a:close/>
                </a:path>
              </a:pathLst>
            </a:custGeom>
            <a:grpFill/>
            <a:ln w="9499" cap="flat">
              <a:noFill/>
              <a:prstDash val="solid"/>
              <a:miter/>
            </a:ln>
          </p:spPr>
          <p:txBody>
            <a:bodyPr rtlCol="0" anchor="ctr"/>
            <a:lstStyle/>
            <a:p>
              <a:endParaRPr lang="en-US" b="0" i="0">
                <a:latin typeface="Tenorite" pitchFamily="2" charset="0"/>
              </a:endParaRPr>
            </a:p>
          </p:txBody>
        </p:sp>
        <p:sp>
          <p:nvSpPr>
            <p:cNvPr id="41" name="Freeform 40">
              <a:extLst>
                <a:ext uri="{FF2B5EF4-FFF2-40B4-BE49-F238E27FC236}">
                  <a16:creationId xmlns:a16="http://schemas.microsoft.com/office/drawing/2014/main" id="{366675C1-8E8C-E546-BA94-B9D3AC7BEC86}"/>
                </a:ext>
              </a:extLst>
            </p:cNvPr>
            <p:cNvSpPr/>
            <p:nvPr/>
          </p:nvSpPr>
          <p:spPr>
            <a:xfrm>
              <a:off x="825757" y="3429000"/>
              <a:ext cx="536101" cy="534746"/>
            </a:xfrm>
            <a:custGeom>
              <a:avLst/>
              <a:gdLst>
                <a:gd name="connsiteX0" fmla="*/ 267736 w 536101"/>
                <a:gd name="connsiteY0" fmla="*/ -222 h 534746"/>
                <a:gd name="connsiteX1" fmla="*/ -315 w 536101"/>
                <a:gd name="connsiteY1" fmla="*/ 267151 h 534746"/>
                <a:gd name="connsiteX2" fmla="*/ 267736 w 536101"/>
                <a:gd name="connsiteY2" fmla="*/ 534524 h 534746"/>
                <a:gd name="connsiteX3" fmla="*/ 535787 w 536101"/>
                <a:gd name="connsiteY3" fmla="*/ 267151 h 534746"/>
                <a:gd name="connsiteX4" fmla="*/ 535787 w 536101"/>
                <a:gd name="connsiteY4" fmla="*/ 267056 h 534746"/>
                <a:gd name="connsiteX5" fmla="*/ 267736 w 536101"/>
                <a:gd name="connsiteY5" fmla="*/ -222 h 534746"/>
                <a:gd name="connsiteX6" fmla="*/ 267736 w 536101"/>
                <a:gd name="connsiteY6" fmla="*/ 339348 h 534746"/>
                <a:gd name="connsiteX7" fmla="*/ 195261 w 536101"/>
                <a:gd name="connsiteY7" fmla="*/ 267056 h 534746"/>
                <a:gd name="connsiteX8" fmla="*/ 267736 w 536101"/>
                <a:gd name="connsiteY8" fmla="*/ 194765 h 534746"/>
                <a:gd name="connsiteX9" fmla="*/ 340210 w 536101"/>
                <a:gd name="connsiteY9" fmla="*/ 267056 h 534746"/>
                <a:gd name="connsiteX10" fmla="*/ 267736 w 536101"/>
                <a:gd name="connsiteY10" fmla="*/ 339348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267736" y="-222"/>
                  </a:moveTo>
                  <a:cubicBezTo>
                    <a:pt x="119695" y="-222"/>
                    <a:pt x="-315" y="119485"/>
                    <a:pt x="-315" y="267151"/>
                  </a:cubicBezTo>
                  <a:cubicBezTo>
                    <a:pt x="-315" y="414817"/>
                    <a:pt x="119695" y="534524"/>
                    <a:pt x="267736" y="534524"/>
                  </a:cubicBezTo>
                  <a:cubicBezTo>
                    <a:pt x="415776" y="534524"/>
                    <a:pt x="535787" y="414817"/>
                    <a:pt x="535787" y="267151"/>
                  </a:cubicBezTo>
                  <a:cubicBezTo>
                    <a:pt x="535787" y="267120"/>
                    <a:pt x="535787" y="267088"/>
                    <a:pt x="535787" y="267056"/>
                  </a:cubicBezTo>
                  <a:cubicBezTo>
                    <a:pt x="535734" y="119427"/>
                    <a:pt x="415739" y="-222"/>
                    <a:pt x="267736" y="-222"/>
                  </a:cubicBezTo>
                  <a:close/>
                  <a:moveTo>
                    <a:pt x="267736" y="339348"/>
                  </a:moveTo>
                  <a:cubicBezTo>
                    <a:pt x="227709" y="339348"/>
                    <a:pt x="195261" y="306982"/>
                    <a:pt x="195261" y="267056"/>
                  </a:cubicBezTo>
                  <a:cubicBezTo>
                    <a:pt x="195261" y="227131"/>
                    <a:pt x="227709" y="194765"/>
                    <a:pt x="267736" y="194765"/>
                  </a:cubicBezTo>
                  <a:cubicBezTo>
                    <a:pt x="307762" y="194765"/>
                    <a:pt x="340210" y="227131"/>
                    <a:pt x="340210" y="267056"/>
                  </a:cubicBezTo>
                  <a:cubicBezTo>
                    <a:pt x="340158" y="306960"/>
                    <a:pt x="307740" y="339295"/>
                    <a:pt x="267736" y="339348"/>
                  </a:cubicBezTo>
                  <a:close/>
                </a:path>
              </a:pathLst>
            </a:custGeom>
            <a:grpFill/>
            <a:ln w="9499" cap="flat">
              <a:noFill/>
              <a:prstDash val="solid"/>
              <a:miter/>
            </a:ln>
          </p:spPr>
          <p:txBody>
            <a:bodyPr rtlCol="0" anchor="ctr"/>
            <a:lstStyle/>
            <a:p>
              <a:endParaRPr lang="en-US" b="0" i="0">
                <a:latin typeface="Tenorite" pitchFamily="2" charset="0"/>
              </a:endParaRPr>
            </a:p>
          </p:txBody>
        </p:sp>
      </p:grpSp>
      <p:sp>
        <p:nvSpPr>
          <p:cNvPr id="4" name="Text Placeholder 3">
            <a:extLst>
              <a:ext uri="{FF2B5EF4-FFF2-40B4-BE49-F238E27FC236}">
                <a16:creationId xmlns:a16="http://schemas.microsoft.com/office/drawing/2014/main" id="{817A85A1-44D5-2D06-ADE3-5550A85C9665}"/>
              </a:ext>
            </a:extLst>
          </p:cNvPr>
          <p:cNvSpPr>
            <a:spLocks noGrp="1"/>
          </p:cNvSpPr>
          <p:nvPr>
            <p:ph type="body" sz="quarter" idx="12" hasCustomPrompt="1"/>
          </p:nvPr>
        </p:nvSpPr>
        <p:spPr>
          <a:xfrm>
            <a:off x="592095" y="6047993"/>
            <a:ext cx="9099210" cy="495298"/>
          </a:xfrm>
          <a:prstGeom prst="rect">
            <a:avLst/>
          </a:prstGeom>
        </p:spPr>
        <p:txBody>
          <a:bodyPr anchor="b"/>
          <a:lstStyle>
            <a:lvl1pPr marL="0" indent="0">
              <a:buNone/>
              <a:defRPr sz="2000" b="1">
                <a:solidFill>
                  <a:schemeClr val="accent2"/>
                </a:solidFill>
              </a:defRPr>
            </a:lvl1pPr>
          </a:lstStyle>
          <a:p>
            <a:pPr lvl="0"/>
            <a:r>
              <a:rPr lang="en-US"/>
              <a:t>Click to edit author name</a:t>
            </a:r>
          </a:p>
        </p:txBody>
      </p:sp>
      <p:grpSp>
        <p:nvGrpSpPr>
          <p:cNvPr id="5" name="Group 4">
            <a:extLst>
              <a:ext uri="{FF2B5EF4-FFF2-40B4-BE49-F238E27FC236}">
                <a16:creationId xmlns:a16="http://schemas.microsoft.com/office/drawing/2014/main" id="{B19D6D58-173D-816D-B22E-E688FEBC247B}"/>
              </a:ext>
            </a:extLst>
          </p:cNvPr>
          <p:cNvGrpSpPr/>
          <p:nvPr/>
        </p:nvGrpSpPr>
        <p:grpSpPr>
          <a:xfrm>
            <a:off x="9965484" y="4928352"/>
            <a:ext cx="1921715" cy="1634453"/>
            <a:chOff x="5422940" y="2857380"/>
            <a:chExt cx="1348408" cy="1146845"/>
          </a:xfrm>
          <a:solidFill>
            <a:srgbClr val="EA5F84"/>
          </a:solidFill>
        </p:grpSpPr>
        <p:sp>
          <p:nvSpPr>
            <p:cNvPr id="6" name="Freeform 5">
              <a:extLst>
                <a:ext uri="{FF2B5EF4-FFF2-40B4-BE49-F238E27FC236}">
                  <a16:creationId xmlns:a16="http://schemas.microsoft.com/office/drawing/2014/main" id="{761B0E29-9449-F507-9826-A75FDC3E7080}"/>
                </a:ext>
              </a:extLst>
            </p:cNvPr>
            <p:cNvSpPr/>
            <p:nvPr/>
          </p:nvSpPr>
          <p:spPr>
            <a:xfrm>
              <a:off x="5422940" y="2857380"/>
              <a:ext cx="1348408" cy="1146845"/>
            </a:xfrm>
            <a:custGeom>
              <a:avLst/>
              <a:gdLst>
                <a:gd name="connsiteX0" fmla="*/ 210896 w 1348408"/>
                <a:gd name="connsiteY0" fmla="*/ 958239 h 1146845"/>
                <a:gd name="connsiteX1" fmla="*/ 338690 w 1348408"/>
                <a:gd name="connsiteY1" fmla="*/ 980813 h 1146845"/>
                <a:gd name="connsiteX2" fmla="*/ 483264 w 1348408"/>
                <a:gd name="connsiteY2" fmla="*/ 978623 h 1146845"/>
                <a:gd name="connsiteX3" fmla="*/ 643481 w 1348408"/>
                <a:gd name="connsiteY3" fmla="*/ 949762 h 1146845"/>
                <a:gd name="connsiteX4" fmla="*/ 757908 w 1348408"/>
                <a:gd name="connsiteY4" fmla="*/ 902899 h 1146845"/>
                <a:gd name="connsiteX5" fmla="*/ 764260 w 1348408"/>
                <a:gd name="connsiteY5" fmla="*/ 910519 h 1146845"/>
                <a:gd name="connsiteX6" fmla="*/ 768431 w 1348408"/>
                <a:gd name="connsiteY6" fmla="*/ 915662 h 1146845"/>
                <a:gd name="connsiteX7" fmla="*/ 772223 w 1348408"/>
                <a:gd name="connsiteY7" fmla="*/ 920520 h 1146845"/>
                <a:gd name="connsiteX8" fmla="*/ 781988 w 1348408"/>
                <a:gd name="connsiteY8" fmla="*/ 933569 h 1146845"/>
                <a:gd name="connsiteX9" fmla="*/ 827873 w 1348408"/>
                <a:gd name="connsiteY9" fmla="*/ 999863 h 1146845"/>
                <a:gd name="connsiteX10" fmla="*/ 913195 w 1348408"/>
                <a:gd name="connsiteY10" fmla="*/ 1133785 h 1146845"/>
                <a:gd name="connsiteX11" fmla="*/ 959269 w 1348408"/>
                <a:gd name="connsiteY11" fmla="*/ 1133785 h 1146845"/>
                <a:gd name="connsiteX12" fmla="*/ 992356 w 1348408"/>
                <a:gd name="connsiteY12" fmla="*/ 985862 h 1146845"/>
                <a:gd name="connsiteX13" fmla="*/ 997001 w 1348408"/>
                <a:gd name="connsiteY13" fmla="*/ 860417 h 1146845"/>
                <a:gd name="connsiteX14" fmla="*/ 1345875 w 1348408"/>
                <a:gd name="connsiteY14" fmla="*/ 474369 h 1146845"/>
                <a:gd name="connsiteX15" fmla="*/ 1086969 w 1348408"/>
                <a:gd name="connsiteY15" fmla="*/ 51269 h 1146845"/>
                <a:gd name="connsiteX16" fmla="*/ 585462 w 1348408"/>
                <a:gd name="connsiteY16" fmla="*/ 37267 h 1146845"/>
                <a:gd name="connsiteX17" fmla="*/ 155152 w 1348408"/>
                <a:gd name="connsiteY17" fmla="*/ 296728 h 1146845"/>
                <a:gd name="connsiteX18" fmla="*/ 25082 w 1348408"/>
                <a:gd name="connsiteY18" fmla="*/ 526947 h 1146845"/>
                <a:gd name="connsiteX19" fmla="*/ 18162 w 1348408"/>
                <a:gd name="connsiteY19" fmla="*/ 781265 h 1146845"/>
                <a:gd name="connsiteX20" fmla="*/ 210991 w 1348408"/>
                <a:gd name="connsiteY20" fmla="*/ 958049 h 1146845"/>
                <a:gd name="connsiteX21" fmla="*/ 54661 w 1348408"/>
                <a:gd name="connsiteY21" fmla="*/ 643343 h 1146845"/>
                <a:gd name="connsiteX22" fmla="*/ 56178 w 1348408"/>
                <a:gd name="connsiteY22" fmla="*/ 628293 h 1146845"/>
                <a:gd name="connsiteX23" fmla="*/ 56367 w 1348408"/>
                <a:gd name="connsiteY23" fmla="*/ 626483 h 1146845"/>
                <a:gd name="connsiteX24" fmla="*/ 56557 w 1348408"/>
                <a:gd name="connsiteY24" fmla="*/ 625245 h 1146845"/>
                <a:gd name="connsiteX25" fmla="*/ 57695 w 1348408"/>
                <a:gd name="connsiteY25" fmla="*/ 617625 h 1146845"/>
                <a:gd name="connsiteX26" fmla="*/ 64236 w 1348408"/>
                <a:gd name="connsiteY26" fmla="*/ 584573 h 1146845"/>
                <a:gd name="connsiteX27" fmla="*/ 83481 w 1348408"/>
                <a:gd name="connsiteY27" fmla="*/ 520946 h 1146845"/>
                <a:gd name="connsiteX28" fmla="*/ 108983 w 1348408"/>
                <a:gd name="connsiteY28" fmla="*/ 462368 h 1146845"/>
                <a:gd name="connsiteX29" fmla="*/ 142543 w 1348408"/>
                <a:gd name="connsiteY29" fmla="*/ 402551 h 1146845"/>
                <a:gd name="connsiteX30" fmla="*/ 159892 w 1348408"/>
                <a:gd name="connsiteY30" fmla="*/ 376071 h 1146845"/>
                <a:gd name="connsiteX31" fmla="*/ 167571 w 1348408"/>
                <a:gd name="connsiteY31" fmla="*/ 365498 h 1146845"/>
                <a:gd name="connsiteX32" fmla="*/ 170225 w 1348408"/>
                <a:gd name="connsiteY32" fmla="*/ 361974 h 1146845"/>
                <a:gd name="connsiteX33" fmla="*/ 174112 w 1348408"/>
                <a:gd name="connsiteY33" fmla="*/ 356926 h 1146845"/>
                <a:gd name="connsiteX34" fmla="*/ 211275 w 1348408"/>
                <a:gd name="connsiteY34" fmla="*/ 314444 h 1146845"/>
                <a:gd name="connsiteX35" fmla="*/ 402398 w 1348408"/>
                <a:gd name="connsiteY35" fmla="*/ 170712 h 1146845"/>
                <a:gd name="connsiteX36" fmla="*/ 639784 w 1348408"/>
                <a:gd name="connsiteY36" fmla="*/ 78034 h 1146845"/>
                <a:gd name="connsiteX37" fmla="*/ 887598 w 1348408"/>
                <a:gd name="connsiteY37" fmla="*/ 55650 h 1146845"/>
                <a:gd name="connsiteX38" fmla="*/ 916892 w 1348408"/>
                <a:gd name="connsiteY38" fmla="*/ 58603 h 1146845"/>
                <a:gd name="connsiteX39" fmla="*/ 921253 w 1348408"/>
                <a:gd name="connsiteY39" fmla="*/ 59174 h 1146845"/>
                <a:gd name="connsiteX40" fmla="*/ 926752 w 1348408"/>
                <a:gd name="connsiteY40" fmla="*/ 59936 h 1146845"/>
                <a:gd name="connsiteX41" fmla="*/ 943532 w 1348408"/>
                <a:gd name="connsiteY41" fmla="*/ 62699 h 1146845"/>
                <a:gd name="connsiteX42" fmla="*/ 1001931 w 1348408"/>
                <a:gd name="connsiteY42" fmla="*/ 76415 h 1146845"/>
                <a:gd name="connsiteX43" fmla="*/ 1029044 w 1348408"/>
                <a:gd name="connsiteY43" fmla="*/ 85178 h 1146845"/>
                <a:gd name="connsiteX44" fmla="*/ 1042411 w 1348408"/>
                <a:gd name="connsiteY44" fmla="*/ 90131 h 1146845"/>
                <a:gd name="connsiteX45" fmla="*/ 1049048 w 1348408"/>
                <a:gd name="connsiteY45" fmla="*/ 92702 h 1146845"/>
                <a:gd name="connsiteX46" fmla="*/ 1054736 w 1348408"/>
                <a:gd name="connsiteY46" fmla="*/ 95084 h 1146845"/>
                <a:gd name="connsiteX47" fmla="*/ 1106024 w 1348408"/>
                <a:gd name="connsiteY47" fmla="*/ 121277 h 1146845"/>
                <a:gd name="connsiteX48" fmla="*/ 1129914 w 1348408"/>
                <a:gd name="connsiteY48" fmla="*/ 136517 h 1146845"/>
                <a:gd name="connsiteX49" fmla="*/ 1141480 w 1348408"/>
                <a:gd name="connsiteY49" fmla="*/ 144709 h 1146845"/>
                <a:gd name="connsiteX50" fmla="*/ 1147169 w 1348408"/>
                <a:gd name="connsiteY50" fmla="*/ 148995 h 1146845"/>
                <a:gd name="connsiteX51" fmla="*/ 1148117 w 1348408"/>
                <a:gd name="connsiteY51" fmla="*/ 149757 h 1146845"/>
                <a:gd name="connsiteX52" fmla="*/ 1151150 w 1348408"/>
                <a:gd name="connsiteY52" fmla="*/ 152138 h 1146845"/>
                <a:gd name="connsiteX53" fmla="*/ 1195328 w 1348408"/>
                <a:gd name="connsiteY53" fmla="*/ 193001 h 1146845"/>
                <a:gd name="connsiteX54" fmla="*/ 1214858 w 1348408"/>
                <a:gd name="connsiteY54" fmla="*/ 215289 h 1146845"/>
                <a:gd name="connsiteX55" fmla="*/ 1232396 w 1348408"/>
                <a:gd name="connsiteY55" fmla="*/ 238721 h 1146845"/>
                <a:gd name="connsiteX56" fmla="*/ 1267758 w 1348408"/>
                <a:gd name="connsiteY56" fmla="*/ 301395 h 1146845"/>
                <a:gd name="connsiteX57" fmla="*/ 1287382 w 1348408"/>
                <a:gd name="connsiteY57" fmla="*/ 362069 h 1146845"/>
                <a:gd name="connsiteX58" fmla="*/ 1294966 w 1348408"/>
                <a:gd name="connsiteY58" fmla="*/ 422648 h 1146845"/>
                <a:gd name="connsiteX59" fmla="*/ 1294492 w 1348408"/>
                <a:gd name="connsiteY59" fmla="*/ 453700 h 1146845"/>
                <a:gd name="connsiteX60" fmla="*/ 1293260 w 1348408"/>
                <a:gd name="connsiteY60" fmla="*/ 469130 h 1146845"/>
                <a:gd name="connsiteX61" fmla="*/ 1292596 w 1348408"/>
                <a:gd name="connsiteY61" fmla="*/ 475226 h 1146845"/>
                <a:gd name="connsiteX62" fmla="*/ 1291553 w 1348408"/>
                <a:gd name="connsiteY62" fmla="*/ 482465 h 1146845"/>
                <a:gd name="connsiteX63" fmla="*/ 1276006 w 1348408"/>
                <a:gd name="connsiteY63" fmla="*/ 545045 h 1146845"/>
                <a:gd name="connsiteX64" fmla="*/ 1270697 w 1348408"/>
                <a:gd name="connsiteY64" fmla="*/ 559713 h 1146845"/>
                <a:gd name="connsiteX65" fmla="*/ 1267853 w 1348408"/>
                <a:gd name="connsiteY65" fmla="*/ 566952 h 1146845"/>
                <a:gd name="connsiteX66" fmla="*/ 1267473 w 1348408"/>
                <a:gd name="connsiteY66" fmla="*/ 567905 h 1146845"/>
                <a:gd name="connsiteX67" fmla="*/ 1266430 w 1348408"/>
                <a:gd name="connsiteY67" fmla="*/ 570191 h 1146845"/>
                <a:gd name="connsiteX68" fmla="*/ 1251452 w 1348408"/>
                <a:gd name="connsiteY68" fmla="*/ 600671 h 1146845"/>
                <a:gd name="connsiteX69" fmla="*/ 1216469 w 1348408"/>
                <a:gd name="connsiteY69" fmla="*/ 654868 h 1146845"/>
                <a:gd name="connsiteX70" fmla="*/ 1213151 w 1348408"/>
                <a:gd name="connsiteY70" fmla="*/ 659059 h 1146845"/>
                <a:gd name="connsiteX71" fmla="*/ 1208127 w 1348408"/>
                <a:gd name="connsiteY71" fmla="*/ 665250 h 1146845"/>
                <a:gd name="connsiteX72" fmla="*/ 1197604 w 1348408"/>
                <a:gd name="connsiteY72" fmla="*/ 677442 h 1146845"/>
                <a:gd name="connsiteX73" fmla="*/ 1173239 w 1348408"/>
                <a:gd name="connsiteY73" fmla="*/ 702683 h 1146845"/>
                <a:gd name="connsiteX74" fmla="*/ 1123563 w 1348408"/>
                <a:gd name="connsiteY74" fmla="*/ 743450 h 1146845"/>
                <a:gd name="connsiteX75" fmla="*/ 986667 w 1348408"/>
                <a:gd name="connsiteY75" fmla="*/ 807839 h 1146845"/>
                <a:gd name="connsiteX76" fmla="*/ 943911 w 1348408"/>
                <a:gd name="connsiteY76" fmla="*/ 828985 h 1146845"/>
                <a:gd name="connsiteX77" fmla="*/ 940024 w 1348408"/>
                <a:gd name="connsiteY77" fmla="*/ 976241 h 1146845"/>
                <a:gd name="connsiteX78" fmla="*/ 931208 w 1348408"/>
                <a:gd name="connsiteY78" fmla="*/ 1047203 h 1146845"/>
                <a:gd name="connsiteX79" fmla="*/ 928932 w 1348408"/>
                <a:gd name="connsiteY79" fmla="*/ 1058061 h 1146845"/>
                <a:gd name="connsiteX80" fmla="*/ 874136 w 1348408"/>
                <a:gd name="connsiteY80" fmla="*/ 972908 h 1146845"/>
                <a:gd name="connsiteX81" fmla="*/ 784643 w 1348408"/>
                <a:gd name="connsiteY81" fmla="*/ 852893 h 1146845"/>
                <a:gd name="connsiteX82" fmla="*/ 761890 w 1348408"/>
                <a:gd name="connsiteY82" fmla="*/ 845463 h 1146845"/>
                <a:gd name="connsiteX83" fmla="*/ 743783 w 1348408"/>
                <a:gd name="connsiteY83" fmla="*/ 848702 h 1146845"/>
                <a:gd name="connsiteX84" fmla="*/ 693821 w 1348408"/>
                <a:gd name="connsiteY84" fmla="*/ 875657 h 1146845"/>
                <a:gd name="connsiteX85" fmla="*/ 689935 w 1348408"/>
                <a:gd name="connsiteY85" fmla="*/ 877277 h 1146845"/>
                <a:gd name="connsiteX86" fmla="*/ 684246 w 1348408"/>
                <a:gd name="connsiteY86" fmla="*/ 879563 h 1146845"/>
                <a:gd name="connsiteX87" fmla="*/ 669931 w 1348408"/>
                <a:gd name="connsiteY87" fmla="*/ 884992 h 1146845"/>
                <a:gd name="connsiteX88" fmla="*/ 637224 w 1348408"/>
                <a:gd name="connsiteY88" fmla="*/ 895755 h 1146845"/>
                <a:gd name="connsiteX89" fmla="*/ 569251 w 1348408"/>
                <a:gd name="connsiteY89" fmla="*/ 912424 h 1146845"/>
                <a:gd name="connsiteX90" fmla="*/ 501087 w 1348408"/>
                <a:gd name="connsiteY90" fmla="*/ 923092 h 1146845"/>
                <a:gd name="connsiteX91" fmla="*/ 355565 w 1348408"/>
                <a:gd name="connsiteY91" fmla="*/ 928140 h 1146845"/>
                <a:gd name="connsiteX92" fmla="*/ 322574 w 1348408"/>
                <a:gd name="connsiteY92" fmla="*/ 925759 h 1146845"/>
                <a:gd name="connsiteX93" fmla="*/ 306552 w 1348408"/>
                <a:gd name="connsiteY93" fmla="*/ 924044 h 1146845"/>
                <a:gd name="connsiteX94" fmla="*/ 300011 w 1348408"/>
                <a:gd name="connsiteY94" fmla="*/ 923187 h 1146845"/>
                <a:gd name="connsiteX95" fmla="*/ 292900 w 1348408"/>
                <a:gd name="connsiteY95" fmla="*/ 922139 h 1146845"/>
                <a:gd name="connsiteX96" fmla="*/ 233743 w 1348408"/>
                <a:gd name="connsiteY96" fmla="*/ 909090 h 1146845"/>
                <a:gd name="connsiteX97" fmla="*/ 209000 w 1348408"/>
                <a:gd name="connsiteY97" fmla="*/ 900518 h 1146845"/>
                <a:gd name="connsiteX98" fmla="*/ 207862 w 1348408"/>
                <a:gd name="connsiteY98" fmla="*/ 900041 h 1146845"/>
                <a:gd name="connsiteX99" fmla="*/ 207767 w 1348408"/>
                <a:gd name="connsiteY99" fmla="*/ 900041 h 1146845"/>
                <a:gd name="connsiteX100" fmla="*/ 199330 w 1348408"/>
                <a:gd name="connsiteY100" fmla="*/ 896327 h 1146845"/>
                <a:gd name="connsiteX101" fmla="*/ 180559 w 1348408"/>
                <a:gd name="connsiteY101" fmla="*/ 886992 h 1146845"/>
                <a:gd name="connsiteX102" fmla="*/ 127659 w 1348408"/>
                <a:gd name="connsiteY102" fmla="*/ 850607 h 1146845"/>
                <a:gd name="connsiteX103" fmla="*/ 106423 w 1348408"/>
                <a:gd name="connsiteY103" fmla="*/ 828985 h 1146845"/>
                <a:gd name="connsiteX104" fmla="*/ 90212 w 1348408"/>
                <a:gd name="connsiteY104" fmla="*/ 807173 h 1146845"/>
                <a:gd name="connsiteX105" fmla="*/ 76276 w 1348408"/>
                <a:gd name="connsiteY105" fmla="*/ 782312 h 1146845"/>
                <a:gd name="connsiteX106" fmla="*/ 73242 w 1348408"/>
                <a:gd name="connsiteY106" fmla="*/ 775931 h 1146845"/>
                <a:gd name="connsiteX107" fmla="*/ 71820 w 1348408"/>
                <a:gd name="connsiteY107" fmla="*/ 772502 h 1146845"/>
                <a:gd name="connsiteX108" fmla="*/ 66606 w 1348408"/>
                <a:gd name="connsiteY108" fmla="*/ 758214 h 1146845"/>
                <a:gd name="connsiteX109" fmla="*/ 59211 w 1348408"/>
                <a:gd name="connsiteY109" fmla="*/ 730782 h 1146845"/>
                <a:gd name="connsiteX110" fmla="*/ 56557 w 1348408"/>
                <a:gd name="connsiteY110" fmla="*/ 716685 h 1146845"/>
                <a:gd name="connsiteX111" fmla="*/ 55893 w 1348408"/>
                <a:gd name="connsiteY111" fmla="*/ 712113 h 1146845"/>
                <a:gd name="connsiteX112" fmla="*/ 55040 w 1348408"/>
                <a:gd name="connsiteY112" fmla="*/ 704779 h 1146845"/>
                <a:gd name="connsiteX113" fmla="*/ 54756 w 1348408"/>
                <a:gd name="connsiteY113" fmla="*/ 643247 h 1146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1348408" h="1146845">
                  <a:moveTo>
                    <a:pt x="210896" y="958239"/>
                  </a:moveTo>
                  <a:cubicBezTo>
                    <a:pt x="251945" y="971955"/>
                    <a:pt x="295744" y="977670"/>
                    <a:pt x="338690" y="980813"/>
                  </a:cubicBezTo>
                  <a:cubicBezTo>
                    <a:pt x="386755" y="984338"/>
                    <a:pt x="435199" y="983004"/>
                    <a:pt x="483264" y="978623"/>
                  </a:cubicBezTo>
                  <a:cubicBezTo>
                    <a:pt x="537302" y="973574"/>
                    <a:pt x="591150" y="964526"/>
                    <a:pt x="643481" y="949762"/>
                  </a:cubicBezTo>
                  <a:cubicBezTo>
                    <a:pt x="682824" y="938618"/>
                    <a:pt x="722547" y="924044"/>
                    <a:pt x="757908" y="902899"/>
                  </a:cubicBezTo>
                  <a:cubicBezTo>
                    <a:pt x="760089" y="905375"/>
                    <a:pt x="762174" y="907947"/>
                    <a:pt x="764260" y="910519"/>
                  </a:cubicBezTo>
                  <a:cubicBezTo>
                    <a:pt x="765682" y="912233"/>
                    <a:pt x="767009" y="913948"/>
                    <a:pt x="768431" y="915662"/>
                  </a:cubicBezTo>
                  <a:cubicBezTo>
                    <a:pt x="768810" y="916139"/>
                    <a:pt x="771465" y="919472"/>
                    <a:pt x="772223" y="920520"/>
                  </a:cubicBezTo>
                  <a:cubicBezTo>
                    <a:pt x="775541" y="924806"/>
                    <a:pt x="778765" y="929188"/>
                    <a:pt x="781988" y="933569"/>
                  </a:cubicBezTo>
                  <a:cubicBezTo>
                    <a:pt x="797915" y="955191"/>
                    <a:pt x="812989" y="977480"/>
                    <a:pt x="827873" y="999863"/>
                  </a:cubicBezTo>
                  <a:cubicBezTo>
                    <a:pt x="857167" y="1043964"/>
                    <a:pt x="885228" y="1088827"/>
                    <a:pt x="913195" y="1133785"/>
                  </a:cubicBezTo>
                  <a:cubicBezTo>
                    <a:pt x="923149" y="1149692"/>
                    <a:pt x="950073" y="1152644"/>
                    <a:pt x="959269" y="1133785"/>
                  </a:cubicBezTo>
                  <a:cubicBezTo>
                    <a:pt x="981548" y="1088065"/>
                    <a:pt x="987995" y="1036058"/>
                    <a:pt x="992356" y="985862"/>
                  </a:cubicBezTo>
                  <a:cubicBezTo>
                    <a:pt x="995958" y="944142"/>
                    <a:pt x="996811" y="902232"/>
                    <a:pt x="997001" y="860417"/>
                  </a:cubicBezTo>
                  <a:cubicBezTo>
                    <a:pt x="1175894" y="811840"/>
                    <a:pt x="1323312" y="662678"/>
                    <a:pt x="1345875" y="474369"/>
                  </a:cubicBezTo>
                  <a:cubicBezTo>
                    <a:pt x="1367585" y="293204"/>
                    <a:pt x="1247091" y="123849"/>
                    <a:pt x="1086969" y="51269"/>
                  </a:cubicBezTo>
                  <a:cubicBezTo>
                    <a:pt x="930070" y="-19788"/>
                    <a:pt x="747575" y="-9691"/>
                    <a:pt x="585462" y="37267"/>
                  </a:cubicBezTo>
                  <a:cubicBezTo>
                    <a:pt x="425150" y="83749"/>
                    <a:pt x="266735" y="170236"/>
                    <a:pt x="155152" y="296728"/>
                  </a:cubicBezTo>
                  <a:cubicBezTo>
                    <a:pt x="96658" y="362927"/>
                    <a:pt x="52765" y="443032"/>
                    <a:pt x="25082" y="526947"/>
                  </a:cubicBezTo>
                  <a:cubicBezTo>
                    <a:pt x="-1557" y="607719"/>
                    <a:pt x="-11606" y="699921"/>
                    <a:pt x="18162" y="781265"/>
                  </a:cubicBezTo>
                  <a:cubicBezTo>
                    <a:pt x="50015" y="868514"/>
                    <a:pt x="124625" y="929188"/>
                    <a:pt x="210991" y="958049"/>
                  </a:cubicBezTo>
                  <a:close/>
                  <a:moveTo>
                    <a:pt x="54661" y="643343"/>
                  </a:moveTo>
                  <a:cubicBezTo>
                    <a:pt x="55040" y="638294"/>
                    <a:pt x="55609" y="633246"/>
                    <a:pt x="56178" y="628293"/>
                  </a:cubicBezTo>
                  <a:cubicBezTo>
                    <a:pt x="56178" y="627531"/>
                    <a:pt x="56367" y="626960"/>
                    <a:pt x="56367" y="626483"/>
                  </a:cubicBezTo>
                  <a:cubicBezTo>
                    <a:pt x="56367" y="626102"/>
                    <a:pt x="56462" y="625721"/>
                    <a:pt x="56557" y="625245"/>
                  </a:cubicBezTo>
                  <a:cubicBezTo>
                    <a:pt x="56936" y="622673"/>
                    <a:pt x="57315" y="620197"/>
                    <a:pt x="57695" y="617625"/>
                  </a:cubicBezTo>
                  <a:cubicBezTo>
                    <a:pt x="59496" y="606481"/>
                    <a:pt x="61771" y="595527"/>
                    <a:pt x="64236" y="584573"/>
                  </a:cubicBezTo>
                  <a:cubicBezTo>
                    <a:pt x="69260" y="562952"/>
                    <a:pt x="75897" y="541806"/>
                    <a:pt x="83481" y="520946"/>
                  </a:cubicBezTo>
                  <a:cubicBezTo>
                    <a:pt x="91255" y="499706"/>
                    <a:pt x="98081" y="484275"/>
                    <a:pt x="108983" y="462368"/>
                  </a:cubicBezTo>
                  <a:cubicBezTo>
                    <a:pt x="119127" y="441889"/>
                    <a:pt x="130408" y="421982"/>
                    <a:pt x="142543" y="402551"/>
                  </a:cubicBezTo>
                  <a:cubicBezTo>
                    <a:pt x="148136" y="393597"/>
                    <a:pt x="153919" y="384739"/>
                    <a:pt x="159892" y="376071"/>
                  </a:cubicBezTo>
                  <a:cubicBezTo>
                    <a:pt x="162357" y="372547"/>
                    <a:pt x="164917" y="369023"/>
                    <a:pt x="167571" y="365498"/>
                  </a:cubicBezTo>
                  <a:cubicBezTo>
                    <a:pt x="168424" y="364355"/>
                    <a:pt x="169372" y="363117"/>
                    <a:pt x="170225" y="361974"/>
                  </a:cubicBezTo>
                  <a:cubicBezTo>
                    <a:pt x="170036" y="362260"/>
                    <a:pt x="173638" y="357593"/>
                    <a:pt x="174112" y="356926"/>
                  </a:cubicBezTo>
                  <a:cubicBezTo>
                    <a:pt x="185773" y="342162"/>
                    <a:pt x="198287" y="328065"/>
                    <a:pt x="211275" y="314444"/>
                  </a:cubicBezTo>
                  <a:cubicBezTo>
                    <a:pt x="268536" y="254532"/>
                    <a:pt x="329020" y="211384"/>
                    <a:pt x="402398" y="170712"/>
                  </a:cubicBezTo>
                  <a:cubicBezTo>
                    <a:pt x="478524" y="128612"/>
                    <a:pt x="553703" y="99275"/>
                    <a:pt x="639784" y="78034"/>
                  </a:cubicBezTo>
                  <a:cubicBezTo>
                    <a:pt x="721978" y="57746"/>
                    <a:pt x="800475" y="49078"/>
                    <a:pt x="887598" y="55650"/>
                  </a:cubicBezTo>
                  <a:cubicBezTo>
                    <a:pt x="897363" y="56412"/>
                    <a:pt x="907128" y="57365"/>
                    <a:pt x="916892" y="58603"/>
                  </a:cubicBezTo>
                  <a:cubicBezTo>
                    <a:pt x="917272" y="58603"/>
                    <a:pt x="920021" y="58984"/>
                    <a:pt x="921253" y="59174"/>
                  </a:cubicBezTo>
                  <a:cubicBezTo>
                    <a:pt x="923055" y="59460"/>
                    <a:pt x="924951" y="59651"/>
                    <a:pt x="926752" y="59936"/>
                  </a:cubicBezTo>
                  <a:cubicBezTo>
                    <a:pt x="932345" y="60794"/>
                    <a:pt x="937939" y="61746"/>
                    <a:pt x="943532" y="62699"/>
                  </a:cubicBezTo>
                  <a:cubicBezTo>
                    <a:pt x="963251" y="66223"/>
                    <a:pt x="982780" y="70795"/>
                    <a:pt x="1001931" y="76415"/>
                  </a:cubicBezTo>
                  <a:cubicBezTo>
                    <a:pt x="1011032" y="79082"/>
                    <a:pt x="1020133" y="82034"/>
                    <a:pt x="1029044" y="85178"/>
                  </a:cubicBezTo>
                  <a:cubicBezTo>
                    <a:pt x="1033500" y="86702"/>
                    <a:pt x="1037956" y="88416"/>
                    <a:pt x="1042411" y="90131"/>
                  </a:cubicBezTo>
                  <a:cubicBezTo>
                    <a:pt x="1044592" y="90988"/>
                    <a:pt x="1046772" y="91845"/>
                    <a:pt x="1049048" y="92702"/>
                  </a:cubicBezTo>
                  <a:cubicBezTo>
                    <a:pt x="1049616" y="92893"/>
                    <a:pt x="1053219" y="94417"/>
                    <a:pt x="1054736" y="95084"/>
                  </a:cubicBezTo>
                  <a:cubicBezTo>
                    <a:pt x="1072369" y="102704"/>
                    <a:pt x="1089528" y="111467"/>
                    <a:pt x="1106024" y="121277"/>
                  </a:cubicBezTo>
                  <a:cubicBezTo>
                    <a:pt x="1114177" y="126040"/>
                    <a:pt x="1122046" y="131183"/>
                    <a:pt x="1129914" y="136517"/>
                  </a:cubicBezTo>
                  <a:cubicBezTo>
                    <a:pt x="1133801" y="139184"/>
                    <a:pt x="1137688" y="141947"/>
                    <a:pt x="1141480" y="144709"/>
                  </a:cubicBezTo>
                  <a:cubicBezTo>
                    <a:pt x="1143376" y="146138"/>
                    <a:pt x="1145272" y="147566"/>
                    <a:pt x="1147169" y="148995"/>
                  </a:cubicBezTo>
                  <a:cubicBezTo>
                    <a:pt x="1147548" y="149281"/>
                    <a:pt x="1147832" y="149567"/>
                    <a:pt x="1148117" y="149757"/>
                  </a:cubicBezTo>
                  <a:cubicBezTo>
                    <a:pt x="1149159" y="150519"/>
                    <a:pt x="1150107" y="151376"/>
                    <a:pt x="1151150" y="152138"/>
                  </a:cubicBezTo>
                  <a:cubicBezTo>
                    <a:pt x="1166793" y="164711"/>
                    <a:pt x="1181487" y="178427"/>
                    <a:pt x="1195328" y="193001"/>
                  </a:cubicBezTo>
                  <a:cubicBezTo>
                    <a:pt x="1202059" y="200144"/>
                    <a:pt x="1208506" y="207669"/>
                    <a:pt x="1214858" y="215289"/>
                  </a:cubicBezTo>
                  <a:cubicBezTo>
                    <a:pt x="1221399" y="223290"/>
                    <a:pt x="1224812" y="227767"/>
                    <a:pt x="1232396" y="238721"/>
                  </a:cubicBezTo>
                  <a:cubicBezTo>
                    <a:pt x="1246143" y="258437"/>
                    <a:pt x="1257898" y="279488"/>
                    <a:pt x="1267758" y="301395"/>
                  </a:cubicBezTo>
                  <a:cubicBezTo>
                    <a:pt x="1274584" y="316540"/>
                    <a:pt x="1282642" y="341591"/>
                    <a:pt x="1287382" y="362069"/>
                  </a:cubicBezTo>
                  <a:cubicBezTo>
                    <a:pt x="1292691" y="385215"/>
                    <a:pt x="1294208" y="398169"/>
                    <a:pt x="1294966" y="422648"/>
                  </a:cubicBezTo>
                  <a:cubicBezTo>
                    <a:pt x="1295251" y="433031"/>
                    <a:pt x="1294966" y="443413"/>
                    <a:pt x="1294492" y="453700"/>
                  </a:cubicBezTo>
                  <a:cubicBezTo>
                    <a:pt x="1294208" y="458843"/>
                    <a:pt x="1293734" y="463987"/>
                    <a:pt x="1293260" y="469130"/>
                  </a:cubicBezTo>
                  <a:cubicBezTo>
                    <a:pt x="1293070" y="471226"/>
                    <a:pt x="1292786" y="473226"/>
                    <a:pt x="1292596" y="475226"/>
                  </a:cubicBezTo>
                  <a:cubicBezTo>
                    <a:pt x="1292596" y="474464"/>
                    <a:pt x="1291648" y="481608"/>
                    <a:pt x="1291553" y="482465"/>
                  </a:cubicBezTo>
                  <a:cubicBezTo>
                    <a:pt x="1288235" y="503706"/>
                    <a:pt x="1282831" y="524661"/>
                    <a:pt x="1276006" y="545045"/>
                  </a:cubicBezTo>
                  <a:cubicBezTo>
                    <a:pt x="1274394" y="549998"/>
                    <a:pt x="1272498" y="554855"/>
                    <a:pt x="1270697" y="559713"/>
                  </a:cubicBezTo>
                  <a:cubicBezTo>
                    <a:pt x="1269749" y="562094"/>
                    <a:pt x="1268801" y="564571"/>
                    <a:pt x="1267853" y="566952"/>
                  </a:cubicBezTo>
                  <a:cubicBezTo>
                    <a:pt x="1267663" y="567333"/>
                    <a:pt x="1267568" y="567619"/>
                    <a:pt x="1267473" y="567905"/>
                  </a:cubicBezTo>
                  <a:cubicBezTo>
                    <a:pt x="1267284" y="568286"/>
                    <a:pt x="1266999" y="568952"/>
                    <a:pt x="1266430" y="570191"/>
                  </a:cubicBezTo>
                  <a:cubicBezTo>
                    <a:pt x="1261880" y="580573"/>
                    <a:pt x="1256855" y="590669"/>
                    <a:pt x="1251452" y="600671"/>
                  </a:cubicBezTo>
                  <a:cubicBezTo>
                    <a:pt x="1241213" y="619625"/>
                    <a:pt x="1229457" y="637628"/>
                    <a:pt x="1216469" y="654868"/>
                  </a:cubicBezTo>
                  <a:cubicBezTo>
                    <a:pt x="1216469" y="654677"/>
                    <a:pt x="1213151" y="659059"/>
                    <a:pt x="1213151" y="659059"/>
                  </a:cubicBezTo>
                  <a:cubicBezTo>
                    <a:pt x="1211445" y="661154"/>
                    <a:pt x="1209738" y="663250"/>
                    <a:pt x="1208127" y="665250"/>
                  </a:cubicBezTo>
                  <a:cubicBezTo>
                    <a:pt x="1204714" y="669346"/>
                    <a:pt x="1201206" y="673442"/>
                    <a:pt x="1197604" y="677442"/>
                  </a:cubicBezTo>
                  <a:cubicBezTo>
                    <a:pt x="1189830" y="686205"/>
                    <a:pt x="1181677" y="694492"/>
                    <a:pt x="1173239" y="702683"/>
                  </a:cubicBezTo>
                  <a:cubicBezTo>
                    <a:pt x="1155890" y="719352"/>
                    <a:pt x="1141480" y="730877"/>
                    <a:pt x="1123563" y="743450"/>
                  </a:cubicBezTo>
                  <a:cubicBezTo>
                    <a:pt x="1080048" y="773930"/>
                    <a:pt x="1036344" y="794028"/>
                    <a:pt x="986667" y="807839"/>
                  </a:cubicBezTo>
                  <a:cubicBezTo>
                    <a:pt x="971120" y="797267"/>
                    <a:pt x="943911" y="804315"/>
                    <a:pt x="943911" y="828985"/>
                  </a:cubicBezTo>
                  <a:cubicBezTo>
                    <a:pt x="943911" y="878134"/>
                    <a:pt x="943627" y="927188"/>
                    <a:pt x="940024" y="976241"/>
                  </a:cubicBezTo>
                  <a:cubicBezTo>
                    <a:pt x="938128" y="1001959"/>
                    <a:pt x="935758" y="1022914"/>
                    <a:pt x="931208" y="1047203"/>
                  </a:cubicBezTo>
                  <a:cubicBezTo>
                    <a:pt x="930544" y="1050822"/>
                    <a:pt x="929786" y="1054442"/>
                    <a:pt x="928932" y="1058061"/>
                  </a:cubicBezTo>
                  <a:cubicBezTo>
                    <a:pt x="910920" y="1029486"/>
                    <a:pt x="892813" y="1001102"/>
                    <a:pt x="874136" y="972908"/>
                  </a:cubicBezTo>
                  <a:cubicBezTo>
                    <a:pt x="846928" y="931855"/>
                    <a:pt x="819340" y="888135"/>
                    <a:pt x="784643" y="852893"/>
                  </a:cubicBezTo>
                  <a:cubicBezTo>
                    <a:pt x="777532" y="845749"/>
                    <a:pt x="769379" y="843939"/>
                    <a:pt x="761890" y="845463"/>
                  </a:cubicBezTo>
                  <a:cubicBezTo>
                    <a:pt x="755728" y="844225"/>
                    <a:pt x="749281" y="845082"/>
                    <a:pt x="743783" y="848702"/>
                  </a:cubicBezTo>
                  <a:cubicBezTo>
                    <a:pt x="727950" y="859179"/>
                    <a:pt x="711076" y="867942"/>
                    <a:pt x="693821" y="875657"/>
                  </a:cubicBezTo>
                  <a:cubicBezTo>
                    <a:pt x="693537" y="875753"/>
                    <a:pt x="691072" y="876800"/>
                    <a:pt x="689935" y="877277"/>
                  </a:cubicBezTo>
                  <a:cubicBezTo>
                    <a:pt x="688038" y="878039"/>
                    <a:pt x="686142" y="878801"/>
                    <a:pt x="684246" y="879563"/>
                  </a:cubicBezTo>
                  <a:cubicBezTo>
                    <a:pt x="679506" y="881468"/>
                    <a:pt x="674766" y="883277"/>
                    <a:pt x="669931" y="884992"/>
                  </a:cubicBezTo>
                  <a:cubicBezTo>
                    <a:pt x="659124" y="888897"/>
                    <a:pt x="648221" y="892421"/>
                    <a:pt x="637224" y="895755"/>
                  </a:cubicBezTo>
                  <a:cubicBezTo>
                    <a:pt x="614851" y="902423"/>
                    <a:pt x="592098" y="907852"/>
                    <a:pt x="569251" y="912424"/>
                  </a:cubicBezTo>
                  <a:cubicBezTo>
                    <a:pt x="545076" y="917282"/>
                    <a:pt x="522797" y="920615"/>
                    <a:pt x="501087" y="923092"/>
                  </a:cubicBezTo>
                  <a:cubicBezTo>
                    <a:pt x="452833" y="928616"/>
                    <a:pt x="404104" y="930426"/>
                    <a:pt x="355565" y="928140"/>
                  </a:cubicBezTo>
                  <a:cubicBezTo>
                    <a:pt x="344568" y="927664"/>
                    <a:pt x="333571" y="926807"/>
                    <a:pt x="322574" y="925759"/>
                  </a:cubicBezTo>
                  <a:cubicBezTo>
                    <a:pt x="317265" y="925283"/>
                    <a:pt x="311861" y="924711"/>
                    <a:pt x="306552" y="924044"/>
                  </a:cubicBezTo>
                  <a:cubicBezTo>
                    <a:pt x="304371" y="923759"/>
                    <a:pt x="302191" y="923473"/>
                    <a:pt x="300011" y="923187"/>
                  </a:cubicBezTo>
                  <a:cubicBezTo>
                    <a:pt x="301433" y="923378"/>
                    <a:pt x="293754" y="922235"/>
                    <a:pt x="292900" y="922139"/>
                  </a:cubicBezTo>
                  <a:cubicBezTo>
                    <a:pt x="272897" y="919091"/>
                    <a:pt x="253178" y="914805"/>
                    <a:pt x="233743" y="909090"/>
                  </a:cubicBezTo>
                  <a:cubicBezTo>
                    <a:pt x="225401" y="906614"/>
                    <a:pt x="217153" y="903756"/>
                    <a:pt x="209000" y="900518"/>
                  </a:cubicBezTo>
                  <a:cubicBezTo>
                    <a:pt x="208526" y="900327"/>
                    <a:pt x="208147" y="900137"/>
                    <a:pt x="207862" y="900041"/>
                  </a:cubicBezTo>
                  <a:cubicBezTo>
                    <a:pt x="207862" y="900041"/>
                    <a:pt x="207862" y="900041"/>
                    <a:pt x="207767" y="900041"/>
                  </a:cubicBezTo>
                  <a:cubicBezTo>
                    <a:pt x="204923" y="898803"/>
                    <a:pt x="202174" y="897565"/>
                    <a:pt x="199330" y="896327"/>
                  </a:cubicBezTo>
                  <a:cubicBezTo>
                    <a:pt x="192978" y="893469"/>
                    <a:pt x="186721" y="890326"/>
                    <a:pt x="180559" y="886992"/>
                  </a:cubicBezTo>
                  <a:cubicBezTo>
                    <a:pt x="159513" y="875848"/>
                    <a:pt x="143112" y="864513"/>
                    <a:pt x="127659" y="850607"/>
                  </a:cubicBezTo>
                  <a:cubicBezTo>
                    <a:pt x="120170" y="843844"/>
                    <a:pt x="113154" y="836605"/>
                    <a:pt x="106423" y="828985"/>
                  </a:cubicBezTo>
                  <a:cubicBezTo>
                    <a:pt x="98555" y="820031"/>
                    <a:pt x="97512" y="818412"/>
                    <a:pt x="90212" y="807173"/>
                  </a:cubicBezTo>
                  <a:cubicBezTo>
                    <a:pt x="84998" y="799172"/>
                    <a:pt x="80447" y="790885"/>
                    <a:pt x="76276" y="782312"/>
                  </a:cubicBezTo>
                  <a:cubicBezTo>
                    <a:pt x="75233" y="780217"/>
                    <a:pt x="74285" y="778026"/>
                    <a:pt x="73242" y="775931"/>
                  </a:cubicBezTo>
                  <a:cubicBezTo>
                    <a:pt x="73053" y="775645"/>
                    <a:pt x="72294" y="773645"/>
                    <a:pt x="71820" y="772502"/>
                  </a:cubicBezTo>
                  <a:cubicBezTo>
                    <a:pt x="69924" y="767739"/>
                    <a:pt x="68218" y="762977"/>
                    <a:pt x="66606" y="758214"/>
                  </a:cubicBezTo>
                  <a:cubicBezTo>
                    <a:pt x="63572" y="749261"/>
                    <a:pt x="61202" y="740021"/>
                    <a:pt x="59211" y="730782"/>
                  </a:cubicBezTo>
                  <a:cubicBezTo>
                    <a:pt x="58169" y="726115"/>
                    <a:pt x="57315" y="721448"/>
                    <a:pt x="56557" y="716685"/>
                  </a:cubicBezTo>
                  <a:cubicBezTo>
                    <a:pt x="56557" y="716209"/>
                    <a:pt x="55988" y="712875"/>
                    <a:pt x="55893" y="712113"/>
                  </a:cubicBezTo>
                  <a:cubicBezTo>
                    <a:pt x="55609" y="709637"/>
                    <a:pt x="55324" y="707255"/>
                    <a:pt x="55040" y="704779"/>
                  </a:cubicBezTo>
                  <a:cubicBezTo>
                    <a:pt x="52954" y="684395"/>
                    <a:pt x="53239" y="663726"/>
                    <a:pt x="54756" y="643247"/>
                  </a:cubicBezTo>
                  <a:close/>
                </a:path>
              </a:pathLst>
            </a:custGeom>
            <a:grpFill/>
            <a:ln w="9458" cap="flat">
              <a:noFill/>
              <a:prstDash val="solid"/>
              <a:miter/>
            </a:ln>
          </p:spPr>
          <p:txBody>
            <a:bodyPr rtlCol="0" anchor="ctr"/>
            <a:lstStyle/>
            <a:p>
              <a:endParaRPr lang="en-US"/>
            </a:p>
          </p:txBody>
        </p:sp>
        <p:sp>
          <p:nvSpPr>
            <p:cNvPr id="7" name="Freeform 6">
              <a:extLst>
                <a:ext uri="{FF2B5EF4-FFF2-40B4-BE49-F238E27FC236}">
                  <a16:creationId xmlns:a16="http://schemas.microsoft.com/office/drawing/2014/main" id="{8F884B22-A1AC-BD6F-965D-426EE7284603}"/>
                </a:ext>
              </a:extLst>
            </p:cNvPr>
            <p:cNvSpPr/>
            <p:nvPr/>
          </p:nvSpPr>
          <p:spPr>
            <a:xfrm>
              <a:off x="5804552" y="3496818"/>
              <a:ext cx="51620" cy="53530"/>
            </a:xfrm>
            <a:custGeom>
              <a:avLst/>
              <a:gdLst>
                <a:gd name="connsiteX0" fmla="*/ 25810 w 51620"/>
                <a:gd name="connsiteY0" fmla="*/ 53530 h 53530"/>
                <a:gd name="connsiteX1" fmla="*/ 25810 w 51620"/>
                <a:gd name="connsiteY1" fmla="*/ 0 h 53530"/>
                <a:gd name="connsiteX2" fmla="*/ 25810 w 51620"/>
                <a:gd name="connsiteY2" fmla="*/ 53530 h 53530"/>
              </a:gdLst>
              <a:ahLst/>
              <a:cxnLst>
                <a:cxn ang="0">
                  <a:pos x="connsiteX0" y="connsiteY0"/>
                </a:cxn>
                <a:cxn ang="0">
                  <a:pos x="connsiteX1" y="connsiteY1"/>
                </a:cxn>
                <a:cxn ang="0">
                  <a:pos x="connsiteX2" y="connsiteY2"/>
                </a:cxn>
              </a:cxnLst>
              <a:rect l="l" t="t" r="r" b="b"/>
              <a:pathLst>
                <a:path w="51620" h="53530">
                  <a:moveTo>
                    <a:pt x="25810" y="53530"/>
                  </a:moveTo>
                  <a:cubicBezTo>
                    <a:pt x="60224" y="53530"/>
                    <a:pt x="60224" y="0"/>
                    <a:pt x="25810" y="0"/>
                  </a:cubicBezTo>
                  <a:cubicBezTo>
                    <a:pt x="-8603" y="0"/>
                    <a:pt x="-8603" y="53530"/>
                    <a:pt x="25810" y="53530"/>
                  </a:cubicBezTo>
                  <a:close/>
                </a:path>
              </a:pathLst>
            </a:custGeom>
            <a:grpFill/>
            <a:ln w="9458"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C92B0381-41E2-ED1A-708C-EBB11BEBF8A7}"/>
                </a:ext>
              </a:extLst>
            </p:cNvPr>
            <p:cNvSpPr/>
            <p:nvPr/>
          </p:nvSpPr>
          <p:spPr>
            <a:xfrm>
              <a:off x="6009326" y="3402520"/>
              <a:ext cx="51620" cy="53530"/>
            </a:xfrm>
            <a:custGeom>
              <a:avLst/>
              <a:gdLst>
                <a:gd name="connsiteX0" fmla="*/ 25810 w 51620"/>
                <a:gd name="connsiteY0" fmla="*/ 53530 h 53530"/>
                <a:gd name="connsiteX1" fmla="*/ 25810 w 51620"/>
                <a:gd name="connsiteY1" fmla="*/ 0 h 53530"/>
                <a:gd name="connsiteX2" fmla="*/ 25810 w 51620"/>
                <a:gd name="connsiteY2" fmla="*/ 53530 h 53530"/>
              </a:gdLst>
              <a:ahLst/>
              <a:cxnLst>
                <a:cxn ang="0">
                  <a:pos x="connsiteX0" y="connsiteY0"/>
                </a:cxn>
                <a:cxn ang="0">
                  <a:pos x="connsiteX1" y="connsiteY1"/>
                </a:cxn>
                <a:cxn ang="0">
                  <a:pos x="connsiteX2" y="connsiteY2"/>
                </a:cxn>
              </a:cxnLst>
              <a:rect l="l" t="t" r="r" b="b"/>
              <a:pathLst>
                <a:path w="51620" h="53530">
                  <a:moveTo>
                    <a:pt x="25810" y="53530"/>
                  </a:moveTo>
                  <a:cubicBezTo>
                    <a:pt x="60223" y="53530"/>
                    <a:pt x="60223" y="0"/>
                    <a:pt x="25810" y="0"/>
                  </a:cubicBezTo>
                  <a:cubicBezTo>
                    <a:pt x="-8603" y="0"/>
                    <a:pt x="-8603" y="53530"/>
                    <a:pt x="25810" y="53530"/>
                  </a:cubicBezTo>
                  <a:close/>
                </a:path>
              </a:pathLst>
            </a:custGeom>
            <a:grpFill/>
            <a:ln w="9458"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9F6D0E97-8D99-CB24-98EB-A0A69C61B57D}"/>
                </a:ext>
              </a:extLst>
            </p:cNvPr>
            <p:cNvSpPr/>
            <p:nvPr/>
          </p:nvSpPr>
          <p:spPr>
            <a:xfrm>
              <a:off x="6204549" y="3291078"/>
              <a:ext cx="61906" cy="62103"/>
            </a:xfrm>
            <a:custGeom>
              <a:avLst/>
              <a:gdLst>
                <a:gd name="connsiteX0" fmla="*/ 12704 w 61906"/>
                <a:gd name="connsiteY0" fmla="*/ 49435 h 62103"/>
                <a:gd name="connsiteX1" fmla="*/ 35267 w 61906"/>
                <a:gd name="connsiteY1" fmla="*/ 62103 h 62103"/>
                <a:gd name="connsiteX2" fmla="*/ 61906 w 61906"/>
                <a:gd name="connsiteY2" fmla="*/ 35338 h 62103"/>
                <a:gd name="connsiteX3" fmla="*/ 60769 w 61906"/>
                <a:gd name="connsiteY3" fmla="*/ 23146 h 62103"/>
                <a:gd name="connsiteX4" fmla="*/ 52995 w 61906"/>
                <a:gd name="connsiteY4" fmla="*/ 8953 h 62103"/>
                <a:gd name="connsiteX5" fmla="*/ 26640 w 61906"/>
                <a:gd name="connsiteY5" fmla="*/ 0 h 62103"/>
                <a:gd name="connsiteX6" fmla="*/ 0 w 61906"/>
                <a:gd name="connsiteY6" fmla="*/ 26765 h 62103"/>
                <a:gd name="connsiteX7" fmla="*/ 12609 w 61906"/>
                <a:gd name="connsiteY7" fmla="*/ 49435 h 62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906" h="62103">
                  <a:moveTo>
                    <a:pt x="12704" y="49435"/>
                  </a:moveTo>
                  <a:cubicBezTo>
                    <a:pt x="17444" y="56959"/>
                    <a:pt x="25881" y="62103"/>
                    <a:pt x="35267" y="62103"/>
                  </a:cubicBezTo>
                  <a:cubicBezTo>
                    <a:pt x="49771" y="62103"/>
                    <a:pt x="61906" y="49911"/>
                    <a:pt x="61906" y="35338"/>
                  </a:cubicBezTo>
                  <a:cubicBezTo>
                    <a:pt x="61906" y="31051"/>
                    <a:pt x="61432" y="27527"/>
                    <a:pt x="60769" y="23146"/>
                  </a:cubicBezTo>
                  <a:cubicBezTo>
                    <a:pt x="60010" y="17812"/>
                    <a:pt x="56503" y="12668"/>
                    <a:pt x="52995" y="8953"/>
                  </a:cubicBezTo>
                  <a:cubicBezTo>
                    <a:pt x="46169" y="1524"/>
                    <a:pt x="36215" y="0"/>
                    <a:pt x="26640" y="0"/>
                  </a:cubicBezTo>
                  <a:cubicBezTo>
                    <a:pt x="12135" y="0"/>
                    <a:pt x="0" y="12192"/>
                    <a:pt x="0" y="26765"/>
                  </a:cubicBezTo>
                  <a:cubicBezTo>
                    <a:pt x="0" y="36195"/>
                    <a:pt x="5119" y="44672"/>
                    <a:pt x="12609" y="49435"/>
                  </a:cubicBezTo>
                  <a:close/>
                </a:path>
              </a:pathLst>
            </a:custGeom>
            <a:grpFill/>
            <a:ln w="9458"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6AD10998-0E35-79AC-3F23-A248EDD3C156}"/>
                </a:ext>
              </a:extLst>
            </p:cNvPr>
            <p:cNvSpPr/>
            <p:nvPr/>
          </p:nvSpPr>
          <p:spPr>
            <a:xfrm>
              <a:off x="6410247" y="3214020"/>
              <a:ext cx="51620" cy="53530"/>
            </a:xfrm>
            <a:custGeom>
              <a:avLst/>
              <a:gdLst>
                <a:gd name="connsiteX0" fmla="*/ 25810 w 51620"/>
                <a:gd name="connsiteY0" fmla="*/ 53530 h 53530"/>
                <a:gd name="connsiteX1" fmla="*/ 25810 w 51620"/>
                <a:gd name="connsiteY1" fmla="*/ 0 h 53530"/>
                <a:gd name="connsiteX2" fmla="*/ 25810 w 51620"/>
                <a:gd name="connsiteY2" fmla="*/ 53530 h 53530"/>
              </a:gdLst>
              <a:ahLst/>
              <a:cxnLst>
                <a:cxn ang="0">
                  <a:pos x="connsiteX0" y="connsiteY0"/>
                </a:cxn>
                <a:cxn ang="0">
                  <a:pos x="connsiteX1" y="connsiteY1"/>
                </a:cxn>
                <a:cxn ang="0">
                  <a:pos x="connsiteX2" y="connsiteY2"/>
                </a:cxn>
              </a:cxnLst>
              <a:rect l="l" t="t" r="r" b="b"/>
              <a:pathLst>
                <a:path w="51620" h="53530">
                  <a:moveTo>
                    <a:pt x="25810" y="53530"/>
                  </a:moveTo>
                  <a:cubicBezTo>
                    <a:pt x="60224" y="53530"/>
                    <a:pt x="60224" y="0"/>
                    <a:pt x="25810" y="0"/>
                  </a:cubicBezTo>
                  <a:cubicBezTo>
                    <a:pt x="-8603" y="0"/>
                    <a:pt x="-8603" y="53530"/>
                    <a:pt x="25810" y="53530"/>
                  </a:cubicBezTo>
                  <a:close/>
                </a:path>
              </a:pathLst>
            </a:custGeom>
            <a:grpFill/>
            <a:ln w="9458" cap="flat">
              <a:noFill/>
              <a:prstDash val="solid"/>
              <a:miter/>
            </a:ln>
          </p:spPr>
          <p:txBody>
            <a:bodyPr rtlCol="0" anchor="ctr"/>
            <a:lstStyle/>
            <a:p>
              <a:endParaRPr lang="en-US"/>
            </a:p>
          </p:txBody>
        </p:sp>
      </p:grpSp>
      <p:sp>
        <p:nvSpPr>
          <p:cNvPr id="23" name="Title 1">
            <a:extLst>
              <a:ext uri="{FF2B5EF4-FFF2-40B4-BE49-F238E27FC236}">
                <a16:creationId xmlns:a16="http://schemas.microsoft.com/office/drawing/2014/main" id="{6E9CFE67-89C8-08F1-2033-1358CF6826AC}"/>
              </a:ext>
            </a:extLst>
          </p:cNvPr>
          <p:cNvSpPr>
            <a:spLocks noGrp="1"/>
          </p:cNvSpPr>
          <p:nvPr>
            <p:ph type="title" hasCustomPrompt="1"/>
          </p:nvPr>
        </p:nvSpPr>
        <p:spPr>
          <a:xfrm>
            <a:off x="592095" y="1479550"/>
            <a:ext cx="11295104" cy="4006850"/>
          </a:xfrm>
          <a:prstGeom prst="rect">
            <a:avLst/>
          </a:prstGeom>
        </p:spPr>
        <p:txBody>
          <a:bodyPr rIns="182880" anchor="t">
            <a:normAutofit/>
          </a:bodyPr>
          <a:lstStyle>
            <a:lvl1pPr>
              <a:lnSpc>
                <a:spcPct val="100000"/>
              </a:lnSpc>
              <a:defRPr sz="3600">
                <a:solidFill>
                  <a:schemeClr val="tx2"/>
                </a:solidFill>
              </a:defRPr>
            </a:lvl1pPr>
          </a:lstStyle>
          <a:p>
            <a:r>
              <a:rPr lang="en-US"/>
              <a:t>“Click to edit quote”</a:t>
            </a:r>
          </a:p>
        </p:txBody>
      </p:sp>
    </p:spTree>
    <p:extLst>
      <p:ext uri="{BB962C8B-B14F-4D97-AF65-F5344CB8AC3E}">
        <p14:creationId xmlns:p14="http://schemas.microsoft.com/office/powerpoint/2010/main" val="223011325"/>
      </p:ext>
    </p:extLst>
  </p:cSld>
  <p:clrMapOvr>
    <a:masterClrMapping/>
  </p:clrMapOvr>
  <p:extLst>
    <p:ext uri="{DCECCB84-F9BA-43D5-87BE-67443E8EF086}">
      <p15:sldGuideLst xmlns:p15="http://schemas.microsoft.com/office/powerpoint/2012/main">
        <p15:guide id="3" orient="horz" pos="1224">
          <p15:clr>
            <a:srgbClr val="FBAE40"/>
          </p15:clr>
        </p15:guide>
        <p15:guide id="4" pos="698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cSld name="Quote Slide Dark 2">
    <p:bg>
      <p:bgPr>
        <a:solidFill>
          <a:schemeClr val="bg1"/>
        </a:solidFill>
        <a:effectLst/>
      </p:bgPr>
    </p:bg>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BDF9C08E-EE9B-D58D-91F5-B1B7C68C923E}"/>
              </a:ext>
            </a:extLst>
          </p:cNvPr>
          <p:cNvSpPr/>
          <p:nvPr/>
        </p:nvSpPr>
        <p:spPr>
          <a:xfrm rot="10800000" flipH="1">
            <a:off x="0" y="-3"/>
            <a:ext cx="12191999" cy="2241757"/>
          </a:xfrm>
          <a:custGeom>
            <a:avLst/>
            <a:gdLst>
              <a:gd name="connsiteX0" fmla="*/ 10530995 w 12191999"/>
              <a:gd name="connsiteY0" fmla="*/ 2189978 h 2189978"/>
              <a:gd name="connsiteX1" fmla="*/ 12191999 w 12191999"/>
              <a:gd name="connsiteY1" fmla="*/ 2189978 h 2189978"/>
              <a:gd name="connsiteX2" fmla="*/ 12191999 w 12191999"/>
              <a:gd name="connsiteY2" fmla="*/ 282 h 2189978"/>
              <a:gd name="connsiteX3" fmla="*/ 0 w 12191999"/>
              <a:gd name="connsiteY3" fmla="*/ 0 h 2189978"/>
              <a:gd name="connsiteX4" fmla="*/ 0 w 12191999"/>
              <a:gd name="connsiteY4" fmla="*/ 951488 h 2189978"/>
              <a:gd name="connsiteX5" fmla="*/ 39961 w 12191999"/>
              <a:gd name="connsiteY5" fmla="*/ 961099 h 2189978"/>
              <a:gd name="connsiteX6" fmla="*/ 1378317 w 12191999"/>
              <a:gd name="connsiteY6" fmla="*/ 1429516 h 2189978"/>
              <a:gd name="connsiteX7" fmla="*/ 3872618 w 12191999"/>
              <a:gd name="connsiteY7" fmla="*/ 1876838 h 2189978"/>
              <a:gd name="connsiteX8" fmla="*/ 6561308 w 12191999"/>
              <a:gd name="connsiteY8" fmla="*/ 1337378 h 2189978"/>
              <a:gd name="connsiteX9" fmla="*/ 8971039 w 12191999"/>
              <a:gd name="connsiteY9" fmla="*/ 1661702 h 2189978"/>
              <a:gd name="connsiteX10" fmla="*/ 10465688 w 12191999"/>
              <a:gd name="connsiteY10" fmla="*/ 2172052 h 2189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91999" h="2189978">
                <a:moveTo>
                  <a:pt x="10530995" y="2189978"/>
                </a:moveTo>
                <a:lnTo>
                  <a:pt x="12191999" y="2189978"/>
                </a:lnTo>
                <a:lnTo>
                  <a:pt x="12191999" y="282"/>
                </a:lnTo>
                <a:lnTo>
                  <a:pt x="0" y="0"/>
                </a:lnTo>
                <a:lnTo>
                  <a:pt x="0" y="951488"/>
                </a:lnTo>
                <a:lnTo>
                  <a:pt x="39961" y="961099"/>
                </a:lnTo>
                <a:cubicBezTo>
                  <a:pt x="525237" y="1091076"/>
                  <a:pt x="951110" y="1267960"/>
                  <a:pt x="1378317" y="1429516"/>
                </a:cubicBezTo>
                <a:cubicBezTo>
                  <a:pt x="2061849" y="1688030"/>
                  <a:pt x="2935776" y="1935633"/>
                  <a:pt x="3872618" y="1876838"/>
                </a:cubicBezTo>
                <a:cubicBezTo>
                  <a:pt x="4874688" y="1813951"/>
                  <a:pt x="5569136" y="1421089"/>
                  <a:pt x="6561308" y="1337378"/>
                </a:cubicBezTo>
                <a:cubicBezTo>
                  <a:pt x="7420725" y="1264870"/>
                  <a:pt x="8291235" y="1442765"/>
                  <a:pt x="8971039" y="1661702"/>
                </a:cubicBezTo>
                <a:cubicBezTo>
                  <a:pt x="9480891" y="1825904"/>
                  <a:pt x="9940579" y="2017766"/>
                  <a:pt x="10465688" y="2172052"/>
                </a:cubicBezTo>
                <a:close/>
              </a:path>
            </a:pathLst>
          </a:custGeom>
          <a:solidFill>
            <a:srgbClr val="6CBEE5"/>
          </a:solidFill>
          <a:ln w="2189"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825F7542-2C98-F7CA-8377-F536C421025A}"/>
              </a:ext>
            </a:extLst>
          </p:cNvPr>
          <p:cNvSpPr/>
          <p:nvPr/>
        </p:nvSpPr>
        <p:spPr>
          <a:xfrm>
            <a:off x="-2" y="662841"/>
            <a:ext cx="12192002" cy="6195159"/>
          </a:xfrm>
          <a:custGeom>
            <a:avLst/>
            <a:gdLst>
              <a:gd name="connsiteX0" fmla="*/ 3616993 w 12192002"/>
              <a:gd name="connsiteY0" fmla="*/ 169 h 6311271"/>
              <a:gd name="connsiteX1" fmla="*/ 3962719 w 12192002"/>
              <a:gd name="connsiteY1" fmla="*/ 3564 h 6311271"/>
              <a:gd name="connsiteX2" fmla="*/ 6331840 w 12192002"/>
              <a:gd name="connsiteY2" fmla="*/ 256133 h 6311271"/>
              <a:gd name="connsiteX3" fmla="*/ 12192002 w 12192002"/>
              <a:gd name="connsiteY3" fmla="*/ 678690 h 6311271"/>
              <a:gd name="connsiteX4" fmla="*/ 12192002 w 12192002"/>
              <a:gd name="connsiteY4" fmla="*/ 1331993 h 6311271"/>
              <a:gd name="connsiteX5" fmla="*/ 12192002 w 12192002"/>
              <a:gd name="connsiteY5" fmla="*/ 6311271 h 6311271"/>
              <a:gd name="connsiteX6" fmla="*/ 2 w 12192002"/>
              <a:gd name="connsiteY6" fmla="*/ 6311271 h 6311271"/>
              <a:gd name="connsiteX7" fmla="*/ 2 w 12192002"/>
              <a:gd name="connsiteY7" fmla="*/ 1331993 h 6311271"/>
              <a:gd name="connsiteX8" fmla="*/ 0 w 12192002"/>
              <a:gd name="connsiteY8" fmla="*/ 1331993 h 6311271"/>
              <a:gd name="connsiteX9" fmla="*/ 0 w 12192002"/>
              <a:gd name="connsiteY9" fmla="*/ 307058 h 6311271"/>
              <a:gd name="connsiteX10" fmla="*/ 1212850 w 12192002"/>
              <a:gd name="connsiteY10" fmla="*/ 176316 h 6311271"/>
              <a:gd name="connsiteX11" fmla="*/ 3616993 w 12192002"/>
              <a:gd name="connsiteY11" fmla="*/ 169 h 6311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2" h="6311271">
                <a:moveTo>
                  <a:pt x="3616993" y="169"/>
                </a:moveTo>
                <a:cubicBezTo>
                  <a:pt x="3732158" y="-447"/>
                  <a:pt x="3847403" y="605"/>
                  <a:pt x="3962719" y="3564"/>
                </a:cubicBezTo>
                <a:cubicBezTo>
                  <a:pt x="4765105" y="24056"/>
                  <a:pt x="5552949" y="136560"/>
                  <a:pt x="6331840" y="256133"/>
                </a:cubicBezTo>
                <a:cubicBezTo>
                  <a:pt x="8255384" y="551740"/>
                  <a:pt x="10241028" y="896936"/>
                  <a:pt x="12192002" y="678690"/>
                </a:cubicBezTo>
                <a:lnTo>
                  <a:pt x="12192002" y="1331993"/>
                </a:lnTo>
                <a:lnTo>
                  <a:pt x="12192002" y="6311271"/>
                </a:lnTo>
                <a:lnTo>
                  <a:pt x="2" y="6311271"/>
                </a:lnTo>
                <a:lnTo>
                  <a:pt x="2" y="1331993"/>
                </a:lnTo>
                <a:lnTo>
                  <a:pt x="0" y="1331993"/>
                </a:lnTo>
                <a:lnTo>
                  <a:pt x="0" y="307058"/>
                </a:lnTo>
                <a:cubicBezTo>
                  <a:pt x="404241" y="263409"/>
                  <a:pt x="808546" y="219862"/>
                  <a:pt x="1212850" y="176316"/>
                </a:cubicBezTo>
                <a:cubicBezTo>
                  <a:pt x="2008561" y="90515"/>
                  <a:pt x="2810836" y="4480"/>
                  <a:pt x="3616993" y="169"/>
                </a:cubicBezTo>
                <a:close/>
              </a:path>
            </a:pathLst>
          </a:cu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5" name="Graphic 3">
            <a:extLst>
              <a:ext uri="{FF2B5EF4-FFF2-40B4-BE49-F238E27FC236}">
                <a16:creationId xmlns:a16="http://schemas.microsoft.com/office/drawing/2014/main" id="{D9CC16B6-6355-6BAC-0744-0B4A10A8B02F}"/>
              </a:ext>
            </a:extLst>
          </p:cNvPr>
          <p:cNvGrpSpPr/>
          <p:nvPr/>
        </p:nvGrpSpPr>
        <p:grpSpPr>
          <a:xfrm>
            <a:off x="381550" y="255817"/>
            <a:ext cx="625911" cy="217910"/>
            <a:chOff x="448663" y="3429000"/>
            <a:chExt cx="3429000" cy="1193800"/>
          </a:xfrm>
          <a:solidFill>
            <a:schemeClr val="accent1"/>
          </a:solidFill>
        </p:grpSpPr>
        <p:sp>
          <p:nvSpPr>
            <p:cNvPr id="6" name="Freeform 5">
              <a:extLst>
                <a:ext uri="{FF2B5EF4-FFF2-40B4-BE49-F238E27FC236}">
                  <a16:creationId xmlns:a16="http://schemas.microsoft.com/office/drawing/2014/main" id="{214E2CB0-592D-1801-F107-874570AE0ACD}"/>
                </a:ext>
              </a:extLst>
            </p:cNvPr>
            <p:cNvSpPr/>
            <p:nvPr/>
          </p:nvSpPr>
          <p:spPr>
            <a:xfrm>
              <a:off x="1213206"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267641 w 536101"/>
                <a:gd name="connsiteY4" fmla="*/ 339348 h 534746"/>
                <a:gd name="connsiteX5" fmla="*/ 195262 w 536101"/>
                <a:gd name="connsiteY5" fmla="*/ 267056 h 534746"/>
                <a:gd name="connsiteX6" fmla="*/ -315 w 536101"/>
                <a:gd name="connsiteY6" fmla="*/ 267056 h 534746"/>
                <a:gd name="connsiteX7" fmla="*/ 267641 w 536101"/>
                <a:gd name="connsiteY7" fmla="*/ 534524 h 534746"/>
                <a:gd name="connsiteX8" fmla="*/ 535787 w 536101"/>
                <a:gd name="connsiteY8" fmla="*/ 267246 h 534746"/>
                <a:gd name="connsiteX9" fmla="*/ 267831 w 536101"/>
                <a:gd name="connsiteY9" fmla="*/ -222 h 534746"/>
                <a:gd name="connsiteX10" fmla="*/ 267641 w 536101"/>
                <a:gd name="connsiteY10" fmla="*/ -222 h 534746"/>
                <a:gd name="connsiteX11" fmla="*/ -315 w 536101"/>
                <a:gd name="connsiteY11"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67704" y="339348"/>
                    <a:pt x="267673" y="339348"/>
                    <a:pt x="267641" y="339348"/>
                  </a:cubicBezTo>
                  <a:cubicBezTo>
                    <a:pt x="227652" y="339295"/>
                    <a:pt x="195262" y="306945"/>
                    <a:pt x="195262"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68" y="-222"/>
                    <a:pt x="267704" y="-222"/>
                    <a:pt x="267641" y="-222"/>
                  </a:cubicBezTo>
                  <a:cubicBezTo>
                    <a:pt x="119653" y="-222"/>
                    <a:pt x="-315" y="119442"/>
                    <a:pt x="-315" y="267056"/>
                  </a:cubicBezTo>
                </a:path>
              </a:pathLst>
            </a:custGeom>
            <a:grpFill/>
            <a:ln w="9499" cap="flat">
              <a:noFill/>
              <a:prstDash val="solid"/>
              <a:miter/>
            </a:ln>
          </p:spPr>
          <p:txBody>
            <a:bodyPr rtlCol="0" anchor="ctr"/>
            <a:lstStyle/>
            <a:p>
              <a:endParaRPr lang="en-US" b="0" i="0">
                <a:latin typeface="Tenorite" pitchFamily="2" charset="0"/>
              </a:endParaRPr>
            </a:p>
          </p:txBody>
        </p:sp>
        <p:sp>
          <p:nvSpPr>
            <p:cNvPr id="7" name="Freeform 6">
              <a:extLst>
                <a:ext uri="{FF2B5EF4-FFF2-40B4-BE49-F238E27FC236}">
                  <a16:creationId xmlns:a16="http://schemas.microsoft.com/office/drawing/2014/main" id="{3DC8D380-7631-4FC5-8F51-65E43B9DE20E}"/>
                </a:ext>
              </a:extLst>
            </p:cNvPr>
            <p:cNvSpPr/>
            <p:nvPr/>
          </p:nvSpPr>
          <p:spPr>
            <a:xfrm>
              <a:off x="448663"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195261 w 536101"/>
                <a:gd name="connsiteY4" fmla="*/ 267056 h 534746"/>
                <a:gd name="connsiteX5" fmla="*/ -315 w 536101"/>
                <a:gd name="connsiteY5" fmla="*/ 267056 h 534746"/>
                <a:gd name="connsiteX6" fmla="*/ 267641 w 536101"/>
                <a:gd name="connsiteY6" fmla="*/ 534524 h 534746"/>
                <a:gd name="connsiteX7" fmla="*/ 535787 w 536101"/>
                <a:gd name="connsiteY7" fmla="*/ 267246 h 534746"/>
                <a:gd name="connsiteX8" fmla="*/ 267831 w 536101"/>
                <a:gd name="connsiteY8" fmla="*/ -222 h 534746"/>
                <a:gd name="connsiteX9" fmla="*/ 267736 w 536101"/>
                <a:gd name="connsiteY9" fmla="*/ -222 h 534746"/>
                <a:gd name="connsiteX10" fmla="*/ -315 w 536101"/>
                <a:gd name="connsiteY10"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27731" y="339295"/>
                    <a:pt x="195314" y="306960"/>
                    <a:pt x="195261"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99" y="-222"/>
                    <a:pt x="267768" y="-222"/>
                    <a:pt x="267736" y="-222"/>
                  </a:cubicBezTo>
                  <a:cubicBezTo>
                    <a:pt x="119732" y="-222"/>
                    <a:pt x="-263" y="119427"/>
                    <a:pt x="-315" y="267056"/>
                  </a:cubicBezTo>
                </a:path>
              </a:pathLst>
            </a:custGeom>
            <a:grpFill/>
            <a:ln w="9499" cap="flat">
              <a:noFill/>
              <a:prstDash val="solid"/>
              <a:miter/>
            </a:ln>
          </p:spPr>
          <p:txBody>
            <a:bodyPr rtlCol="0" anchor="ctr"/>
            <a:lstStyle/>
            <a:p>
              <a:endParaRPr lang="en-US" b="0" i="0">
                <a:latin typeface="Tenorite" pitchFamily="2" charset="0"/>
              </a:endParaRPr>
            </a:p>
          </p:txBody>
        </p:sp>
        <p:sp>
          <p:nvSpPr>
            <p:cNvPr id="8" name="Freeform 7">
              <a:extLst>
                <a:ext uri="{FF2B5EF4-FFF2-40B4-BE49-F238E27FC236}">
                  <a16:creationId xmlns:a16="http://schemas.microsoft.com/office/drawing/2014/main" id="{83A6ED77-E08F-84EC-4E11-43E4AA63B30D}"/>
                </a:ext>
              </a:extLst>
            </p:cNvPr>
            <p:cNvSpPr/>
            <p:nvPr/>
          </p:nvSpPr>
          <p:spPr>
            <a:xfrm>
              <a:off x="2022583" y="3633461"/>
              <a:ext cx="654074" cy="967546"/>
            </a:xfrm>
            <a:custGeom>
              <a:avLst/>
              <a:gdLst>
                <a:gd name="connsiteX0" fmla="*/ 653759 w 654074"/>
                <a:gd name="connsiteY0" fmla="*/ 634482 h 967546"/>
                <a:gd name="connsiteX1" fmla="*/ 336695 w 654074"/>
                <a:gd name="connsiteY1" fmla="*/ 301639 h 967546"/>
                <a:gd name="connsiteX2" fmla="*/ 137985 w 654074"/>
                <a:gd name="connsiteY2" fmla="*/ 393448 h 967546"/>
                <a:gd name="connsiteX3" fmla="*/ 137985 w 654074"/>
                <a:gd name="connsiteY3" fmla="*/ -222 h 967546"/>
                <a:gd name="connsiteX4" fmla="*/ -315 w 654074"/>
                <a:gd name="connsiteY4" fmla="*/ -222 h 967546"/>
                <a:gd name="connsiteX5" fmla="*/ -315 w 654074"/>
                <a:gd name="connsiteY5" fmla="*/ 950838 h 967546"/>
                <a:gd name="connsiteX6" fmla="*/ 137985 w 654074"/>
                <a:gd name="connsiteY6" fmla="*/ 950838 h 967546"/>
                <a:gd name="connsiteX7" fmla="*/ 137985 w 654074"/>
                <a:gd name="connsiteY7" fmla="*/ 875515 h 967546"/>
                <a:gd name="connsiteX8" fmla="*/ 336695 w 654074"/>
                <a:gd name="connsiteY8" fmla="*/ 967324 h 967546"/>
                <a:gd name="connsiteX9" fmla="*/ 653759 w 654074"/>
                <a:gd name="connsiteY9" fmla="*/ 634482 h 967546"/>
                <a:gd name="connsiteX10" fmla="*/ 511280 w 654074"/>
                <a:gd name="connsiteY10" fmla="*/ 634482 h 967546"/>
                <a:gd name="connsiteX11" fmla="*/ 319883 w 654074"/>
                <a:gd name="connsiteY11" fmla="*/ 837238 h 967546"/>
                <a:gd name="connsiteX12" fmla="*/ 128581 w 654074"/>
                <a:gd name="connsiteY12" fmla="*/ 634482 h 967546"/>
                <a:gd name="connsiteX13" fmla="*/ 319883 w 654074"/>
                <a:gd name="connsiteY13" fmla="*/ 431725 h 967546"/>
                <a:gd name="connsiteX14" fmla="*/ 511280 w 654074"/>
                <a:gd name="connsiteY14" fmla="*/ 634482 h 96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74" h="967546">
                  <a:moveTo>
                    <a:pt x="653759" y="634482"/>
                  </a:moveTo>
                  <a:cubicBezTo>
                    <a:pt x="653759" y="441010"/>
                    <a:pt x="514130" y="301639"/>
                    <a:pt x="336695" y="301639"/>
                  </a:cubicBezTo>
                  <a:cubicBezTo>
                    <a:pt x="245984" y="301639"/>
                    <a:pt x="182343" y="337926"/>
                    <a:pt x="137985" y="393448"/>
                  </a:cubicBezTo>
                  <a:lnTo>
                    <a:pt x="137985" y="-222"/>
                  </a:lnTo>
                  <a:lnTo>
                    <a:pt x="-315" y="-222"/>
                  </a:lnTo>
                  <a:lnTo>
                    <a:pt x="-315" y="950838"/>
                  </a:lnTo>
                  <a:lnTo>
                    <a:pt x="137985" y="950838"/>
                  </a:lnTo>
                  <a:lnTo>
                    <a:pt x="137985" y="875515"/>
                  </a:lnTo>
                  <a:cubicBezTo>
                    <a:pt x="182343" y="931036"/>
                    <a:pt x="245984" y="967324"/>
                    <a:pt x="336695" y="967324"/>
                  </a:cubicBezTo>
                  <a:cubicBezTo>
                    <a:pt x="514130" y="967324"/>
                    <a:pt x="653759" y="827953"/>
                    <a:pt x="653759" y="634482"/>
                  </a:cubicBezTo>
                  <a:moveTo>
                    <a:pt x="511280" y="634482"/>
                  </a:moveTo>
                  <a:cubicBezTo>
                    <a:pt x="511280" y="745429"/>
                    <a:pt x="439091" y="837238"/>
                    <a:pt x="319883" y="837238"/>
                  </a:cubicBezTo>
                  <a:cubicBezTo>
                    <a:pt x="205900" y="837238"/>
                    <a:pt x="128581" y="750072"/>
                    <a:pt x="128581" y="634482"/>
                  </a:cubicBezTo>
                  <a:cubicBezTo>
                    <a:pt x="128581" y="518891"/>
                    <a:pt x="205995" y="431725"/>
                    <a:pt x="319883" y="431725"/>
                  </a:cubicBezTo>
                  <a:cubicBezTo>
                    <a:pt x="439091" y="431725"/>
                    <a:pt x="511280" y="523534"/>
                    <a:pt x="511280" y="634482"/>
                  </a:cubicBezTo>
                </a:path>
              </a:pathLst>
            </a:custGeom>
            <a:grpFill/>
            <a:ln w="9499" cap="flat">
              <a:noFill/>
              <a:prstDash val="solid"/>
              <a:miter/>
            </a:ln>
          </p:spPr>
          <p:txBody>
            <a:bodyPr rtlCol="0" anchor="ctr"/>
            <a:lstStyle/>
            <a:p>
              <a:endParaRPr lang="en-US" b="0" i="0">
                <a:latin typeface="Tenorite" pitchFamily="2" charset="0"/>
              </a:endParaRPr>
            </a:p>
          </p:txBody>
        </p:sp>
        <p:sp>
          <p:nvSpPr>
            <p:cNvPr id="9" name="Freeform 8">
              <a:extLst>
                <a:ext uri="{FF2B5EF4-FFF2-40B4-BE49-F238E27FC236}">
                  <a16:creationId xmlns:a16="http://schemas.microsoft.com/office/drawing/2014/main" id="{39375EFC-80F4-6C1E-1533-3DE745B211C4}"/>
                </a:ext>
              </a:extLst>
            </p:cNvPr>
            <p:cNvSpPr/>
            <p:nvPr/>
          </p:nvSpPr>
          <p:spPr>
            <a:xfrm>
              <a:off x="2791496" y="3760326"/>
              <a:ext cx="422688" cy="840776"/>
            </a:xfrm>
            <a:custGeom>
              <a:avLst/>
              <a:gdLst>
                <a:gd name="connsiteX0" fmla="*/ 381624 w 422688"/>
                <a:gd name="connsiteY0" fmla="*/ 316798 h 840776"/>
                <a:gd name="connsiteX1" fmla="*/ 381624 w 422688"/>
                <a:gd name="connsiteY1" fmla="*/ 191259 h 840776"/>
                <a:gd name="connsiteX2" fmla="*/ 138650 w 422688"/>
                <a:gd name="connsiteY2" fmla="*/ 191259 h 840776"/>
                <a:gd name="connsiteX3" fmla="*/ 138650 w 422688"/>
                <a:gd name="connsiteY3" fmla="*/ -222 h 840776"/>
                <a:gd name="connsiteX4" fmla="*/ -315 w 422688"/>
                <a:gd name="connsiteY4" fmla="*/ -222 h 840776"/>
                <a:gd name="connsiteX5" fmla="*/ -315 w 422688"/>
                <a:gd name="connsiteY5" fmla="*/ 594878 h 840776"/>
                <a:gd name="connsiteX6" fmla="*/ 227652 w 422688"/>
                <a:gd name="connsiteY6" fmla="*/ 840554 h 840776"/>
                <a:gd name="connsiteX7" fmla="*/ 422373 w 422688"/>
                <a:gd name="connsiteY7" fmla="*/ 777832 h 840776"/>
                <a:gd name="connsiteX8" fmla="*/ 367376 w 422688"/>
                <a:gd name="connsiteY8" fmla="*/ 667548 h 840776"/>
                <a:gd name="connsiteX9" fmla="*/ 239620 w 422688"/>
                <a:gd name="connsiteY9" fmla="*/ 710468 h 840776"/>
                <a:gd name="connsiteX10" fmla="*/ 138934 w 422688"/>
                <a:gd name="connsiteY10" fmla="*/ 592225 h 840776"/>
                <a:gd name="connsiteX11" fmla="*/ 138934 w 422688"/>
                <a:gd name="connsiteY11" fmla="*/ 316798 h 84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88" h="840776">
                  <a:moveTo>
                    <a:pt x="381624" y="316798"/>
                  </a:moveTo>
                  <a:lnTo>
                    <a:pt x="381624" y="191259"/>
                  </a:lnTo>
                  <a:lnTo>
                    <a:pt x="138650" y="191259"/>
                  </a:lnTo>
                  <a:lnTo>
                    <a:pt x="138650" y="-222"/>
                  </a:lnTo>
                  <a:lnTo>
                    <a:pt x="-315" y="-222"/>
                  </a:lnTo>
                  <a:lnTo>
                    <a:pt x="-315" y="594878"/>
                  </a:lnTo>
                  <a:cubicBezTo>
                    <a:pt x="-315" y="763336"/>
                    <a:pt x="83747" y="840554"/>
                    <a:pt x="227652" y="840554"/>
                  </a:cubicBezTo>
                  <a:cubicBezTo>
                    <a:pt x="297461" y="839999"/>
                    <a:pt x="365423" y="818108"/>
                    <a:pt x="422373" y="777832"/>
                  </a:cubicBezTo>
                  <a:lnTo>
                    <a:pt x="367376" y="667548"/>
                  </a:lnTo>
                  <a:cubicBezTo>
                    <a:pt x="329382" y="691329"/>
                    <a:pt x="282648" y="710468"/>
                    <a:pt x="239620" y="710468"/>
                  </a:cubicBezTo>
                  <a:cubicBezTo>
                    <a:pt x="183958" y="710468"/>
                    <a:pt x="138934" y="676738"/>
                    <a:pt x="138934" y="592225"/>
                  </a:cubicBezTo>
                  <a:lnTo>
                    <a:pt x="138934" y="316798"/>
                  </a:lnTo>
                  <a:close/>
                </a:path>
              </a:pathLst>
            </a:custGeom>
            <a:grpFill/>
            <a:ln w="9499" cap="flat">
              <a:noFill/>
              <a:prstDash val="solid"/>
              <a:miter/>
            </a:ln>
          </p:spPr>
          <p:txBody>
            <a:bodyPr rtlCol="0" anchor="ctr"/>
            <a:lstStyle/>
            <a:p>
              <a:endParaRPr lang="en-US" b="0" i="0">
                <a:latin typeface="Tenorite" pitchFamily="2" charset="0"/>
              </a:endParaRPr>
            </a:p>
          </p:txBody>
        </p:sp>
        <p:sp>
          <p:nvSpPr>
            <p:cNvPr id="10" name="Freeform 9">
              <a:extLst>
                <a:ext uri="{FF2B5EF4-FFF2-40B4-BE49-F238E27FC236}">
                  <a16:creationId xmlns:a16="http://schemas.microsoft.com/office/drawing/2014/main" id="{662DB8AD-ADB1-A735-C304-FD8E7D53EDA7}"/>
                </a:ext>
              </a:extLst>
            </p:cNvPr>
            <p:cNvSpPr/>
            <p:nvPr/>
          </p:nvSpPr>
          <p:spPr>
            <a:xfrm>
              <a:off x="3312970" y="3935937"/>
              <a:ext cx="560798" cy="664408"/>
            </a:xfrm>
            <a:custGeom>
              <a:avLst/>
              <a:gdLst>
                <a:gd name="connsiteX0" fmla="*/ 508336 w 560798"/>
                <a:gd name="connsiteY0" fmla="*/ 46537 h 664408"/>
                <a:gd name="connsiteX1" fmla="*/ 287872 w 560798"/>
                <a:gd name="connsiteY1" fmla="*/ -173 h 664408"/>
                <a:gd name="connsiteX2" fmla="*/ 25616 w 560798"/>
                <a:gd name="connsiteY2" fmla="*/ 202583 h 664408"/>
                <a:gd name="connsiteX3" fmla="*/ 240854 w 560798"/>
                <a:gd name="connsiteY3" fmla="*/ 388191 h 664408"/>
                <a:gd name="connsiteX4" fmla="*/ 307344 w 560798"/>
                <a:gd name="connsiteY4" fmla="*/ 396718 h 664408"/>
                <a:gd name="connsiteX5" fmla="*/ 417244 w 560798"/>
                <a:gd name="connsiteY5" fmla="*/ 466735 h 664408"/>
                <a:gd name="connsiteX6" fmla="*/ 272864 w 560798"/>
                <a:gd name="connsiteY6" fmla="*/ 544048 h 664408"/>
                <a:gd name="connsiteX7" fmla="*/ 63895 w 560798"/>
                <a:gd name="connsiteY7" fmla="*/ 479336 h 664408"/>
                <a:gd name="connsiteX8" fmla="*/ -315 w 560798"/>
                <a:gd name="connsiteY8" fmla="*/ 582989 h 664408"/>
                <a:gd name="connsiteX9" fmla="*/ 271725 w 560798"/>
                <a:gd name="connsiteY9" fmla="*/ 664186 h 664408"/>
                <a:gd name="connsiteX10" fmla="*/ 560483 w 560798"/>
                <a:gd name="connsiteY10" fmla="*/ 457450 h 664408"/>
                <a:gd name="connsiteX11" fmla="*/ 339925 w 560798"/>
                <a:gd name="connsiteY11" fmla="*/ 270611 h 664408"/>
                <a:gd name="connsiteX12" fmla="*/ 274385 w 560798"/>
                <a:gd name="connsiteY12" fmla="*/ 260663 h 664408"/>
                <a:gd name="connsiteX13" fmla="*/ 169900 w 560798"/>
                <a:gd name="connsiteY13" fmla="*/ 195288 h 664408"/>
                <a:gd name="connsiteX14" fmla="*/ 289772 w 560798"/>
                <a:gd name="connsiteY14" fmla="*/ 120060 h 664408"/>
                <a:gd name="connsiteX15" fmla="*/ 459608 w 560798"/>
                <a:gd name="connsiteY15" fmla="*/ 160516 h 66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0798" h="664408">
                  <a:moveTo>
                    <a:pt x="508336" y="46537"/>
                  </a:moveTo>
                  <a:cubicBezTo>
                    <a:pt x="439269" y="14734"/>
                    <a:pt x="363936" y="-1227"/>
                    <a:pt x="287872" y="-173"/>
                  </a:cubicBezTo>
                  <a:cubicBezTo>
                    <a:pt x="126396" y="-173"/>
                    <a:pt x="25616" y="77803"/>
                    <a:pt x="25616" y="202583"/>
                  </a:cubicBezTo>
                  <a:cubicBezTo>
                    <a:pt x="25616" y="304909"/>
                    <a:pt x="99800" y="368957"/>
                    <a:pt x="240854" y="388191"/>
                  </a:cubicBezTo>
                  <a:lnTo>
                    <a:pt x="307344" y="396718"/>
                  </a:lnTo>
                  <a:cubicBezTo>
                    <a:pt x="383333" y="407329"/>
                    <a:pt x="417244" y="430447"/>
                    <a:pt x="417244" y="466735"/>
                  </a:cubicBezTo>
                  <a:cubicBezTo>
                    <a:pt x="417244" y="514108"/>
                    <a:pt x="368231" y="544048"/>
                    <a:pt x="272864" y="544048"/>
                  </a:cubicBezTo>
                  <a:cubicBezTo>
                    <a:pt x="170280" y="544048"/>
                    <a:pt x="108729" y="514298"/>
                    <a:pt x="63895" y="479336"/>
                  </a:cubicBezTo>
                  <a:lnTo>
                    <a:pt x="-315" y="582989"/>
                  </a:lnTo>
                  <a:cubicBezTo>
                    <a:pt x="91631" y="651679"/>
                    <a:pt x="206850" y="664186"/>
                    <a:pt x="271725" y="664186"/>
                  </a:cubicBezTo>
                  <a:cubicBezTo>
                    <a:pt x="454478" y="664186"/>
                    <a:pt x="560483" y="578915"/>
                    <a:pt x="560483" y="457450"/>
                  </a:cubicBezTo>
                  <a:cubicBezTo>
                    <a:pt x="560483" y="349155"/>
                    <a:pt x="478320" y="291076"/>
                    <a:pt x="339925" y="270611"/>
                  </a:cubicBezTo>
                  <a:lnTo>
                    <a:pt x="274385" y="260663"/>
                  </a:lnTo>
                  <a:cubicBezTo>
                    <a:pt x="216158" y="252135"/>
                    <a:pt x="169900" y="240197"/>
                    <a:pt x="169900" y="195288"/>
                  </a:cubicBezTo>
                  <a:cubicBezTo>
                    <a:pt x="169900" y="150378"/>
                    <a:pt x="213593" y="120060"/>
                    <a:pt x="289772" y="120060"/>
                  </a:cubicBezTo>
                  <a:cubicBezTo>
                    <a:pt x="348627" y="121323"/>
                    <a:pt x="406531" y="135117"/>
                    <a:pt x="459608" y="160516"/>
                  </a:cubicBezTo>
                  <a:close/>
                </a:path>
              </a:pathLst>
            </a:custGeom>
            <a:grpFill/>
            <a:ln w="9499" cap="flat">
              <a:noFill/>
              <a:prstDash val="solid"/>
              <a:miter/>
            </a:ln>
          </p:spPr>
          <p:txBody>
            <a:bodyPr rtlCol="0" anchor="ctr"/>
            <a:lstStyle/>
            <a:p>
              <a:endParaRPr lang="en-US" b="0" i="0">
                <a:latin typeface="Tenorite" pitchFamily="2" charset="0"/>
              </a:endParaRPr>
            </a:p>
          </p:txBody>
        </p:sp>
        <p:sp>
          <p:nvSpPr>
            <p:cNvPr id="11" name="Freeform 10">
              <a:extLst>
                <a:ext uri="{FF2B5EF4-FFF2-40B4-BE49-F238E27FC236}">
                  <a16:creationId xmlns:a16="http://schemas.microsoft.com/office/drawing/2014/main" id="{C5C87E17-6AD5-417C-87C5-A087E09582B2}"/>
                </a:ext>
              </a:extLst>
            </p:cNvPr>
            <p:cNvSpPr/>
            <p:nvPr/>
          </p:nvSpPr>
          <p:spPr>
            <a:xfrm>
              <a:off x="825757" y="3429000"/>
              <a:ext cx="536101" cy="534746"/>
            </a:xfrm>
            <a:custGeom>
              <a:avLst/>
              <a:gdLst>
                <a:gd name="connsiteX0" fmla="*/ 267736 w 536101"/>
                <a:gd name="connsiteY0" fmla="*/ -222 h 534746"/>
                <a:gd name="connsiteX1" fmla="*/ -315 w 536101"/>
                <a:gd name="connsiteY1" fmla="*/ 267151 h 534746"/>
                <a:gd name="connsiteX2" fmla="*/ 267736 w 536101"/>
                <a:gd name="connsiteY2" fmla="*/ 534524 h 534746"/>
                <a:gd name="connsiteX3" fmla="*/ 535787 w 536101"/>
                <a:gd name="connsiteY3" fmla="*/ 267151 h 534746"/>
                <a:gd name="connsiteX4" fmla="*/ 535787 w 536101"/>
                <a:gd name="connsiteY4" fmla="*/ 267056 h 534746"/>
                <a:gd name="connsiteX5" fmla="*/ 267736 w 536101"/>
                <a:gd name="connsiteY5" fmla="*/ -222 h 534746"/>
                <a:gd name="connsiteX6" fmla="*/ 267736 w 536101"/>
                <a:gd name="connsiteY6" fmla="*/ 339348 h 534746"/>
                <a:gd name="connsiteX7" fmla="*/ 195261 w 536101"/>
                <a:gd name="connsiteY7" fmla="*/ 267056 h 534746"/>
                <a:gd name="connsiteX8" fmla="*/ 267736 w 536101"/>
                <a:gd name="connsiteY8" fmla="*/ 194765 h 534746"/>
                <a:gd name="connsiteX9" fmla="*/ 340210 w 536101"/>
                <a:gd name="connsiteY9" fmla="*/ 267056 h 534746"/>
                <a:gd name="connsiteX10" fmla="*/ 267736 w 536101"/>
                <a:gd name="connsiteY10" fmla="*/ 339348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267736" y="-222"/>
                  </a:moveTo>
                  <a:cubicBezTo>
                    <a:pt x="119695" y="-222"/>
                    <a:pt x="-315" y="119485"/>
                    <a:pt x="-315" y="267151"/>
                  </a:cubicBezTo>
                  <a:cubicBezTo>
                    <a:pt x="-315" y="414817"/>
                    <a:pt x="119695" y="534524"/>
                    <a:pt x="267736" y="534524"/>
                  </a:cubicBezTo>
                  <a:cubicBezTo>
                    <a:pt x="415776" y="534524"/>
                    <a:pt x="535787" y="414817"/>
                    <a:pt x="535787" y="267151"/>
                  </a:cubicBezTo>
                  <a:cubicBezTo>
                    <a:pt x="535787" y="267120"/>
                    <a:pt x="535787" y="267088"/>
                    <a:pt x="535787" y="267056"/>
                  </a:cubicBezTo>
                  <a:cubicBezTo>
                    <a:pt x="535734" y="119427"/>
                    <a:pt x="415739" y="-222"/>
                    <a:pt x="267736" y="-222"/>
                  </a:cubicBezTo>
                  <a:close/>
                  <a:moveTo>
                    <a:pt x="267736" y="339348"/>
                  </a:moveTo>
                  <a:cubicBezTo>
                    <a:pt x="227709" y="339348"/>
                    <a:pt x="195261" y="306982"/>
                    <a:pt x="195261" y="267056"/>
                  </a:cubicBezTo>
                  <a:cubicBezTo>
                    <a:pt x="195261" y="227131"/>
                    <a:pt x="227709" y="194765"/>
                    <a:pt x="267736" y="194765"/>
                  </a:cubicBezTo>
                  <a:cubicBezTo>
                    <a:pt x="307762" y="194765"/>
                    <a:pt x="340210" y="227131"/>
                    <a:pt x="340210" y="267056"/>
                  </a:cubicBezTo>
                  <a:cubicBezTo>
                    <a:pt x="340158" y="306960"/>
                    <a:pt x="307740" y="339295"/>
                    <a:pt x="267736" y="339348"/>
                  </a:cubicBezTo>
                  <a:close/>
                </a:path>
              </a:pathLst>
            </a:custGeom>
            <a:grpFill/>
            <a:ln w="9499" cap="flat">
              <a:noFill/>
              <a:prstDash val="solid"/>
              <a:miter/>
            </a:ln>
          </p:spPr>
          <p:txBody>
            <a:bodyPr rtlCol="0" anchor="ctr"/>
            <a:lstStyle/>
            <a:p>
              <a:endParaRPr lang="en-US" b="0" i="0">
                <a:latin typeface="Tenorite" pitchFamily="2" charset="0"/>
              </a:endParaRPr>
            </a:p>
          </p:txBody>
        </p:sp>
      </p:grpSp>
      <p:sp>
        <p:nvSpPr>
          <p:cNvPr id="13" name="Text Placeholder 3">
            <a:extLst>
              <a:ext uri="{FF2B5EF4-FFF2-40B4-BE49-F238E27FC236}">
                <a16:creationId xmlns:a16="http://schemas.microsoft.com/office/drawing/2014/main" id="{01ABBE7A-DCFF-92C1-9E62-DF1A0FA94812}"/>
              </a:ext>
            </a:extLst>
          </p:cNvPr>
          <p:cNvSpPr>
            <a:spLocks noGrp="1"/>
          </p:cNvSpPr>
          <p:nvPr>
            <p:ph type="body" sz="quarter" idx="12" hasCustomPrompt="1"/>
          </p:nvPr>
        </p:nvSpPr>
        <p:spPr>
          <a:xfrm>
            <a:off x="592095" y="6047993"/>
            <a:ext cx="9099210" cy="495298"/>
          </a:xfrm>
          <a:prstGeom prst="rect">
            <a:avLst/>
          </a:prstGeom>
        </p:spPr>
        <p:txBody>
          <a:bodyPr anchor="b"/>
          <a:lstStyle>
            <a:lvl1pPr marL="0" indent="0">
              <a:buNone/>
              <a:defRPr sz="2000" b="1">
                <a:solidFill>
                  <a:srgbClr val="6CBFE5"/>
                </a:solidFill>
              </a:defRPr>
            </a:lvl1pPr>
          </a:lstStyle>
          <a:p>
            <a:pPr lvl="0"/>
            <a:r>
              <a:rPr lang="en-US"/>
              <a:t>Click to edit author name</a:t>
            </a:r>
          </a:p>
        </p:txBody>
      </p:sp>
      <p:grpSp>
        <p:nvGrpSpPr>
          <p:cNvPr id="14" name="Group 13">
            <a:extLst>
              <a:ext uri="{FF2B5EF4-FFF2-40B4-BE49-F238E27FC236}">
                <a16:creationId xmlns:a16="http://schemas.microsoft.com/office/drawing/2014/main" id="{81DDE171-D7D2-D5D2-01AA-0F6BF1E58899}"/>
              </a:ext>
            </a:extLst>
          </p:cNvPr>
          <p:cNvGrpSpPr/>
          <p:nvPr/>
        </p:nvGrpSpPr>
        <p:grpSpPr>
          <a:xfrm>
            <a:off x="9965484" y="4928352"/>
            <a:ext cx="1921715" cy="1634453"/>
            <a:chOff x="5422940" y="2857380"/>
            <a:chExt cx="1348408" cy="1146845"/>
          </a:xfrm>
          <a:solidFill>
            <a:srgbClr val="6CBFE5"/>
          </a:solidFill>
        </p:grpSpPr>
        <p:sp>
          <p:nvSpPr>
            <p:cNvPr id="15" name="Freeform 14">
              <a:extLst>
                <a:ext uri="{FF2B5EF4-FFF2-40B4-BE49-F238E27FC236}">
                  <a16:creationId xmlns:a16="http://schemas.microsoft.com/office/drawing/2014/main" id="{DE005C90-00EA-9D7E-D7B6-1A2D79159FA2}"/>
                </a:ext>
              </a:extLst>
            </p:cNvPr>
            <p:cNvSpPr/>
            <p:nvPr/>
          </p:nvSpPr>
          <p:spPr>
            <a:xfrm>
              <a:off x="5422940" y="2857380"/>
              <a:ext cx="1348408" cy="1146845"/>
            </a:xfrm>
            <a:custGeom>
              <a:avLst/>
              <a:gdLst>
                <a:gd name="connsiteX0" fmla="*/ 210896 w 1348408"/>
                <a:gd name="connsiteY0" fmla="*/ 958239 h 1146845"/>
                <a:gd name="connsiteX1" fmla="*/ 338690 w 1348408"/>
                <a:gd name="connsiteY1" fmla="*/ 980813 h 1146845"/>
                <a:gd name="connsiteX2" fmla="*/ 483264 w 1348408"/>
                <a:gd name="connsiteY2" fmla="*/ 978623 h 1146845"/>
                <a:gd name="connsiteX3" fmla="*/ 643481 w 1348408"/>
                <a:gd name="connsiteY3" fmla="*/ 949762 h 1146845"/>
                <a:gd name="connsiteX4" fmla="*/ 757908 w 1348408"/>
                <a:gd name="connsiteY4" fmla="*/ 902899 h 1146845"/>
                <a:gd name="connsiteX5" fmla="*/ 764260 w 1348408"/>
                <a:gd name="connsiteY5" fmla="*/ 910519 h 1146845"/>
                <a:gd name="connsiteX6" fmla="*/ 768431 w 1348408"/>
                <a:gd name="connsiteY6" fmla="*/ 915662 h 1146845"/>
                <a:gd name="connsiteX7" fmla="*/ 772223 w 1348408"/>
                <a:gd name="connsiteY7" fmla="*/ 920520 h 1146845"/>
                <a:gd name="connsiteX8" fmla="*/ 781988 w 1348408"/>
                <a:gd name="connsiteY8" fmla="*/ 933569 h 1146845"/>
                <a:gd name="connsiteX9" fmla="*/ 827873 w 1348408"/>
                <a:gd name="connsiteY9" fmla="*/ 999863 h 1146845"/>
                <a:gd name="connsiteX10" fmla="*/ 913195 w 1348408"/>
                <a:gd name="connsiteY10" fmla="*/ 1133785 h 1146845"/>
                <a:gd name="connsiteX11" fmla="*/ 959269 w 1348408"/>
                <a:gd name="connsiteY11" fmla="*/ 1133785 h 1146845"/>
                <a:gd name="connsiteX12" fmla="*/ 992356 w 1348408"/>
                <a:gd name="connsiteY12" fmla="*/ 985862 h 1146845"/>
                <a:gd name="connsiteX13" fmla="*/ 997001 w 1348408"/>
                <a:gd name="connsiteY13" fmla="*/ 860417 h 1146845"/>
                <a:gd name="connsiteX14" fmla="*/ 1345875 w 1348408"/>
                <a:gd name="connsiteY14" fmla="*/ 474369 h 1146845"/>
                <a:gd name="connsiteX15" fmla="*/ 1086969 w 1348408"/>
                <a:gd name="connsiteY15" fmla="*/ 51269 h 1146845"/>
                <a:gd name="connsiteX16" fmla="*/ 585462 w 1348408"/>
                <a:gd name="connsiteY16" fmla="*/ 37267 h 1146845"/>
                <a:gd name="connsiteX17" fmla="*/ 155152 w 1348408"/>
                <a:gd name="connsiteY17" fmla="*/ 296728 h 1146845"/>
                <a:gd name="connsiteX18" fmla="*/ 25082 w 1348408"/>
                <a:gd name="connsiteY18" fmla="*/ 526947 h 1146845"/>
                <a:gd name="connsiteX19" fmla="*/ 18162 w 1348408"/>
                <a:gd name="connsiteY19" fmla="*/ 781265 h 1146845"/>
                <a:gd name="connsiteX20" fmla="*/ 210991 w 1348408"/>
                <a:gd name="connsiteY20" fmla="*/ 958049 h 1146845"/>
                <a:gd name="connsiteX21" fmla="*/ 54661 w 1348408"/>
                <a:gd name="connsiteY21" fmla="*/ 643343 h 1146845"/>
                <a:gd name="connsiteX22" fmla="*/ 56178 w 1348408"/>
                <a:gd name="connsiteY22" fmla="*/ 628293 h 1146845"/>
                <a:gd name="connsiteX23" fmla="*/ 56367 w 1348408"/>
                <a:gd name="connsiteY23" fmla="*/ 626483 h 1146845"/>
                <a:gd name="connsiteX24" fmla="*/ 56557 w 1348408"/>
                <a:gd name="connsiteY24" fmla="*/ 625245 h 1146845"/>
                <a:gd name="connsiteX25" fmla="*/ 57695 w 1348408"/>
                <a:gd name="connsiteY25" fmla="*/ 617625 h 1146845"/>
                <a:gd name="connsiteX26" fmla="*/ 64236 w 1348408"/>
                <a:gd name="connsiteY26" fmla="*/ 584573 h 1146845"/>
                <a:gd name="connsiteX27" fmla="*/ 83481 w 1348408"/>
                <a:gd name="connsiteY27" fmla="*/ 520946 h 1146845"/>
                <a:gd name="connsiteX28" fmla="*/ 108983 w 1348408"/>
                <a:gd name="connsiteY28" fmla="*/ 462368 h 1146845"/>
                <a:gd name="connsiteX29" fmla="*/ 142543 w 1348408"/>
                <a:gd name="connsiteY29" fmla="*/ 402551 h 1146845"/>
                <a:gd name="connsiteX30" fmla="*/ 159892 w 1348408"/>
                <a:gd name="connsiteY30" fmla="*/ 376071 h 1146845"/>
                <a:gd name="connsiteX31" fmla="*/ 167571 w 1348408"/>
                <a:gd name="connsiteY31" fmla="*/ 365498 h 1146845"/>
                <a:gd name="connsiteX32" fmla="*/ 170225 w 1348408"/>
                <a:gd name="connsiteY32" fmla="*/ 361974 h 1146845"/>
                <a:gd name="connsiteX33" fmla="*/ 174112 w 1348408"/>
                <a:gd name="connsiteY33" fmla="*/ 356926 h 1146845"/>
                <a:gd name="connsiteX34" fmla="*/ 211275 w 1348408"/>
                <a:gd name="connsiteY34" fmla="*/ 314444 h 1146845"/>
                <a:gd name="connsiteX35" fmla="*/ 402398 w 1348408"/>
                <a:gd name="connsiteY35" fmla="*/ 170712 h 1146845"/>
                <a:gd name="connsiteX36" fmla="*/ 639784 w 1348408"/>
                <a:gd name="connsiteY36" fmla="*/ 78034 h 1146845"/>
                <a:gd name="connsiteX37" fmla="*/ 887598 w 1348408"/>
                <a:gd name="connsiteY37" fmla="*/ 55650 h 1146845"/>
                <a:gd name="connsiteX38" fmla="*/ 916892 w 1348408"/>
                <a:gd name="connsiteY38" fmla="*/ 58603 h 1146845"/>
                <a:gd name="connsiteX39" fmla="*/ 921253 w 1348408"/>
                <a:gd name="connsiteY39" fmla="*/ 59174 h 1146845"/>
                <a:gd name="connsiteX40" fmla="*/ 926752 w 1348408"/>
                <a:gd name="connsiteY40" fmla="*/ 59936 h 1146845"/>
                <a:gd name="connsiteX41" fmla="*/ 943532 w 1348408"/>
                <a:gd name="connsiteY41" fmla="*/ 62699 h 1146845"/>
                <a:gd name="connsiteX42" fmla="*/ 1001931 w 1348408"/>
                <a:gd name="connsiteY42" fmla="*/ 76415 h 1146845"/>
                <a:gd name="connsiteX43" fmla="*/ 1029044 w 1348408"/>
                <a:gd name="connsiteY43" fmla="*/ 85178 h 1146845"/>
                <a:gd name="connsiteX44" fmla="*/ 1042411 w 1348408"/>
                <a:gd name="connsiteY44" fmla="*/ 90131 h 1146845"/>
                <a:gd name="connsiteX45" fmla="*/ 1049048 w 1348408"/>
                <a:gd name="connsiteY45" fmla="*/ 92702 h 1146845"/>
                <a:gd name="connsiteX46" fmla="*/ 1054736 w 1348408"/>
                <a:gd name="connsiteY46" fmla="*/ 95084 h 1146845"/>
                <a:gd name="connsiteX47" fmla="*/ 1106024 w 1348408"/>
                <a:gd name="connsiteY47" fmla="*/ 121277 h 1146845"/>
                <a:gd name="connsiteX48" fmla="*/ 1129914 w 1348408"/>
                <a:gd name="connsiteY48" fmla="*/ 136517 h 1146845"/>
                <a:gd name="connsiteX49" fmla="*/ 1141480 w 1348408"/>
                <a:gd name="connsiteY49" fmla="*/ 144709 h 1146845"/>
                <a:gd name="connsiteX50" fmla="*/ 1147169 w 1348408"/>
                <a:gd name="connsiteY50" fmla="*/ 148995 h 1146845"/>
                <a:gd name="connsiteX51" fmla="*/ 1148117 w 1348408"/>
                <a:gd name="connsiteY51" fmla="*/ 149757 h 1146845"/>
                <a:gd name="connsiteX52" fmla="*/ 1151150 w 1348408"/>
                <a:gd name="connsiteY52" fmla="*/ 152138 h 1146845"/>
                <a:gd name="connsiteX53" fmla="*/ 1195328 w 1348408"/>
                <a:gd name="connsiteY53" fmla="*/ 193001 h 1146845"/>
                <a:gd name="connsiteX54" fmla="*/ 1214858 w 1348408"/>
                <a:gd name="connsiteY54" fmla="*/ 215289 h 1146845"/>
                <a:gd name="connsiteX55" fmla="*/ 1232396 w 1348408"/>
                <a:gd name="connsiteY55" fmla="*/ 238721 h 1146845"/>
                <a:gd name="connsiteX56" fmla="*/ 1267758 w 1348408"/>
                <a:gd name="connsiteY56" fmla="*/ 301395 h 1146845"/>
                <a:gd name="connsiteX57" fmla="*/ 1287382 w 1348408"/>
                <a:gd name="connsiteY57" fmla="*/ 362069 h 1146845"/>
                <a:gd name="connsiteX58" fmla="*/ 1294966 w 1348408"/>
                <a:gd name="connsiteY58" fmla="*/ 422648 h 1146845"/>
                <a:gd name="connsiteX59" fmla="*/ 1294492 w 1348408"/>
                <a:gd name="connsiteY59" fmla="*/ 453700 h 1146845"/>
                <a:gd name="connsiteX60" fmla="*/ 1293260 w 1348408"/>
                <a:gd name="connsiteY60" fmla="*/ 469130 h 1146845"/>
                <a:gd name="connsiteX61" fmla="*/ 1292596 w 1348408"/>
                <a:gd name="connsiteY61" fmla="*/ 475226 h 1146845"/>
                <a:gd name="connsiteX62" fmla="*/ 1291553 w 1348408"/>
                <a:gd name="connsiteY62" fmla="*/ 482465 h 1146845"/>
                <a:gd name="connsiteX63" fmla="*/ 1276006 w 1348408"/>
                <a:gd name="connsiteY63" fmla="*/ 545045 h 1146845"/>
                <a:gd name="connsiteX64" fmla="*/ 1270697 w 1348408"/>
                <a:gd name="connsiteY64" fmla="*/ 559713 h 1146845"/>
                <a:gd name="connsiteX65" fmla="*/ 1267853 w 1348408"/>
                <a:gd name="connsiteY65" fmla="*/ 566952 h 1146845"/>
                <a:gd name="connsiteX66" fmla="*/ 1267473 w 1348408"/>
                <a:gd name="connsiteY66" fmla="*/ 567905 h 1146845"/>
                <a:gd name="connsiteX67" fmla="*/ 1266430 w 1348408"/>
                <a:gd name="connsiteY67" fmla="*/ 570191 h 1146845"/>
                <a:gd name="connsiteX68" fmla="*/ 1251452 w 1348408"/>
                <a:gd name="connsiteY68" fmla="*/ 600671 h 1146845"/>
                <a:gd name="connsiteX69" fmla="*/ 1216469 w 1348408"/>
                <a:gd name="connsiteY69" fmla="*/ 654868 h 1146845"/>
                <a:gd name="connsiteX70" fmla="*/ 1213151 w 1348408"/>
                <a:gd name="connsiteY70" fmla="*/ 659059 h 1146845"/>
                <a:gd name="connsiteX71" fmla="*/ 1208127 w 1348408"/>
                <a:gd name="connsiteY71" fmla="*/ 665250 h 1146845"/>
                <a:gd name="connsiteX72" fmla="*/ 1197604 w 1348408"/>
                <a:gd name="connsiteY72" fmla="*/ 677442 h 1146845"/>
                <a:gd name="connsiteX73" fmla="*/ 1173239 w 1348408"/>
                <a:gd name="connsiteY73" fmla="*/ 702683 h 1146845"/>
                <a:gd name="connsiteX74" fmla="*/ 1123563 w 1348408"/>
                <a:gd name="connsiteY74" fmla="*/ 743450 h 1146845"/>
                <a:gd name="connsiteX75" fmla="*/ 986667 w 1348408"/>
                <a:gd name="connsiteY75" fmla="*/ 807839 h 1146845"/>
                <a:gd name="connsiteX76" fmla="*/ 943911 w 1348408"/>
                <a:gd name="connsiteY76" fmla="*/ 828985 h 1146845"/>
                <a:gd name="connsiteX77" fmla="*/ 940024 w 1348408"/>
                <a:gd name="connsiteY77" fmla="*/ 976241 h 1146845"/>
                <a:gd name="connsiteX78" fmla="*/ 931208 w 1348408"/>
                <a:gd name="connsiteY78" fmla="*/ 1047203 h 1146845"/>
                <a:gd name="connsiteX79" fmla="*/ 928932 w 1348408"/>
                <a:gd name="connsiteY79" fmla="*/ 1058061 h 1146845"/>
                <a:gd name="connsiteX80" fmla="*/ 874136 w 1348408"/>
                <a:gd name="connsiteY80" fmla="*/ 972908 h 1146845"/>
                <a:gd name="connsiteX81" fmla="*/ 784643 w 1348408"/>
                <a:gd name="connsiteY81" fmla="*/ 852893 h 1146845"/>
                <a:gd name="connsiteX82" fmla="*/ 761890 w 1348408"/>
                <a:gd name="connsiteY82" fmla="*/ 845463 h 1146845"/>
                <a:gd name="connsiteX83" fmla="*/ 743783 w 1348408"/>
                <a:gd name="connsiteY83" fmla="*/ 848702 h 1146845"/>
                <a:gd name="connsiteX84" fmla="*/ 693821 w 1348408"/>
                <a:gd name="connsiteY84" fmla="*/ 875657 h 1146845"/>
                <a:gd name="connsiteX85" fmla="*/ 689935 w 1348408"/>
                <a:gd name="connsiteY85" fmla="*/ 877277 h 1146845"/>
                <a:gd name="connsiteX86" fmla="*/ 684246 w 1348408"/>
                <a:gd name="connsiteY86" fmla="*/ 879563 h 1146845"/>
                <a:gd name="connsiteX87" fmla="*/ 669931 w 1348408"/>
                <a:gd name="connsiteY87" fmla="*/ 884992 h 1146845"/>
                <a:gd name="connsiteX88" fmla="*/ 637224 w 1348408"/>
                <a:gd name="connsiteY88" fmla="*/ 895755 h 1146845"/>
                <a:gd name="connsiteX89" fmla="*/ 569251 w 1348408"/>
                <a:gd name="connsiteY89" fmla="*/ 912424 h 1146845"/>
                <a:gd name="connsiteX90" fmla="*/ 501087 w 1348408"/>
                <a:gd name="connsiteY90" fmla="*/ 923092 h 1146845"/>
                <a:gd name="connsiteX91" fmla="*/ 355565 w 1348408"/>
                <a:gd name="connsiteY91" fmla="*/ 928140 h 1146845"/>
                <a:gd name="connsiteX92" fmla="*/ 322574 w 1348408"/>
                <a:gd name="connsiteY92" fmla="*/ 925759 h 1146845"/>
                <a:gd name="connsiteX93" fmla="*/ 306552 w 1348408"/>
                <a:gd name="connsiteY93" fmla="*/ 924044 h 1146845"/>
                <a:gd name="connsiteX94" fmla="*/ 300011 w 1348408"/>
                <a:gd name="connsiteY94" fmla="*/ 923187 h 1146845"/>
                <a:gd name="connsiteX95" fmla="*/ 292900 w 1348408"/>
                <a:gd name="connsiteY95" fmla="*/ 922139 h 1146845"/>
                <a:gd name="connsiteX96" fmla="*/ 233743 w 1348408"/>
                <a:gd name="connsiteY96" fmla="*/ 909090 h 1146845"/>
                <a:gd name="connsiteX97" fmla="*/ 209000 w 1348408"/>
                <a:gd name="connsiteY97" fmla="*/ 900518 h 1146845"/>
                <a:gd name="connsiteX98" fmla="*/ 207862 w 1348408"/>
                <a:gd name="connsiteY98" fmla="*/ 900041 h 1146845"/>
                <a:gd name="connsiteX99" fmla="*/ 207767 w 1348408"/>
                <a:gd name="connsiteY99" fmla="*/ 900041 h 1146845"/>
                <a:gd name="connsiteX100" fmla="*/ 199330 w 1348408"/>
                <a:gd name="connsiteY100" fmla="*/ 896327 h 1146845"/>
                <a:gd name="connsiteX101" fmla="*/ 180559 w 1348408"/>
                <a:gd name="connsiteY101" fmla="*/ 886992 h 1146845"/>
                <a:gd name="connsiteX102" fmla="*/ 127659 w 1348408"/>
                <a:gd name="connsiteY102" fmla="*/ 850607 h 1146845"/>
                <a:gd name="connsiteX103" fmla="*/ 106423 w 1348408"/>
                <a:gd name="connsiteY103" fmla="*/ 828985 h 1146845"/>
                <a:gd name="connsiteX104" fmla="*/ 90212 w 1348408"/>
                <a:gd name="connsiteY104" fmla="*/ 807173 h 1146845"/>
                <a:gd name="connsiteX105" fmla="*/ 76276 w 1348408"/>
                <a:gd name="connsiteY105" fmla="*/ 782312 h 1146845"/>
                <a:gd name="connsiteX106" fmla="*/ 73242 w 1348408"/>
                <a:gd name="connsiteY106" fmla="*/ 775931 h 1146845"/>
                <a:gd name="connsiteX107" fmla="*/ 71820 w 1348408"/>
                <a:gd name="connsiteY107" fmla="*/ 772502 h 1146845"/>
                <a:gd name="connsiteX108" fmla="*/ 66606 w 1348408"/>
                <a:gd name="connsiteY108" fmla="*/ 758214 h 1146845"/>
                <a:gd name="connsiteX109" fmla="*/ 59211 w 1348408"/>
                <a:gd name="connsiteY109" fmla="*/ 730782 h 1146845"/>
                <a:gd name="connsiteX110" fmla="*/ 56557 w 1348408"/>
                <a:gd name="connsiteY110" fmla="*/ 716685 h 1146845"/>
                <a:gd name="connsiteX111" fmla="*/ 55893 w 1348408"/>
                <a:gd name="connsiteY111" fmla="*/ 712113 h 1146845"/>
                <a:gd name="connsiteX112" fmla="*/ 55040 w 1348408"/>
                <a:gd name="connsiteY112" fmla="*/ 704779 h 1146845"/>
                <a:gd name="connsiteX113" fmla="*/ 54756 w 1348408"/>
                <a:gd name="connsiteY113" fmla="*/ 643247 h 1146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1348408" h="1146845">
                  <a:moveTo>
                    <a:pt x="210896" y="958239"/>
                  </a:moveTo>
                  <a:cubicBezTo>
                    <a:pt x="251945" y="971955"/>
                    <a:pt x="295744" y="977670"/>
                    <a:pt x="338690" y="980813"/>
                  </a:cubicBezTo>
                  <a:cubicBezTo>
                    <a:pt x="386755" y="984338"/>
                    <a:pt x="435199" y="983004"/>
                    <a:pt x="483264" y="978623"/>
                  </a:cubicBezTo>
                  <a:cubicBezTo>
                    <a:pt x="537302" y="973574"/>
                    <a:pt x="591150" y="964526"/>
                    <a:pt x="643481" y="949762"/>
                  </a:cubicBezTo>
                  <a:cubicBezTo>
                    <a:pt x="682824" y="938618"/>
                    <a:pt x="722547" y="924044"/>
                    <a:pt x="757908" y="902899"/>
                  </a:cubicBezTo>
                  <a:cubicBezTo>
                    <a:pt x="760089" y="905375"/>
                    <a:pt x="762174" y="907947"/>
                    <a:pt x="764260" y="910519"/>
                  </a:cubicBezTo>
                  <a:cubicBezTo>
                    <a:pt x="765682" y="912233"/>
                    <a:pt x="767009" y="913948"/>
                    <a:pt x="768431" y="915662"/>
                  </a:cubicBezTo>
                  <a:cubicBezTo>
                    <a:pt x="768810" y="916139"/>
                    <a:pt x="771465" y="919472"/>
                    <a:pt x="772223" y="920520"/>
                  </a:cubicBezTo>
                  <a:cubicBezTo>
                    <a:pt x="775541" y="924806"/>
                    <a:pt x="778765" y="929188"/>
                    <a:pt x="781988" y="933569"/>
                  </a:cubicBezTo>
                  <a:cubicBezTo>
                    <a:pt x="797915" y="955191"/>
                    <a:pt x="812989" y="977480"/>
                    <a:pt x="827873" y="999863"/>
                  </a:cubicBezTo>
                  <a:cubicBezTo>
                    <a:pt x="857167" y="1043964"/>
                    <a:pt x="885228" y="1088827"/>
                    <a:pt x="913195" y="1133785"/>
                  </a:cubicBezTo>
                  <a:cubicBezTo>
                    <a:pt x="923149" y="1149692"/>
                    <a:pt x="950073" y="1152644"/>
                    <a:pt x="959269" y="1133785"/>
                  </a:cubicBezTo>
                  <a:cubicBezTo>
                    <a:pt x="981548" y="1088065"/>
                    <a:pt x="987995" y="1036058"/>
                    <a:pt x="992356" y="985862"/>
                  </a:cubicBezTo>
                  <a:cubicBezTo>
                    <a:pt x="995958" y="944142"/>
                    <a:pt x="996811" y="902232"/>
                    <a:pt x="997001" y="860417"/>
                  </a:cubicBezTo>
                  <a:cubicBezTo>
                    <a:pt x="1175894" y="811840"/>
                    <a:pt x="1323312" y="662678"/>
                    <a:pt x="1345875" y="474369"/>
                  </a:cubicBezTo>
                  <a:cubicBezTo>
                    <a:pt x="1367585" y="293204"/>
                    <a:pt x="1247091" y="123849"/>
                    <a:pt x="1086969" y="51269"/>
                  </a:cubicBezTo>
                  <a:cubicBezTo>
                    <a:pt x="930070" y="-19788"/>
                    <a:pt x="747575" y="-9691"/>
                    <a:pt x="585462" y="37267"/>
                  </a:cubicBezTo>
                  <a:cubicBezTo>
                    <a:pt x="425150" y="83749"/>
                    <a:pt x="266735" y="170236"/>
                    <a:pt x="155152" y="296728"/>
                  </a:cubicBezTo>
                  <a:cubicBezTo>
                    <a:pt x="96658" y="362927"/>
                    <a:pt x="52765" y="443032"/>
                    <a:pt x="25082" y="526947"/>
                  </a:cubicBezTo>
                  <a:cubicBezTo>
                    <a:pt x="-1557" y="607719"/>
                    <a:pt x="-11606" y="699921"/>
                    <a:pt x="18162" y="781265"/>
                  </a:cubicBezTo>
                  <a:cubicBezTo>
                    <a:pt x="50015" y="868514"/>
                    <a:pt x="124625" y="929188"/>
                    <a:pt x="210991" y="958049"/>
                  </a:cubicBezTo>
                  <a:close/>
                  <a:moveTo>
                    <a:pt x="54661" y="643343"/>
                  </a:moveTo>
                  <a:cubicBezTo>
                    <a:pt x="55040" y="638294"/>
                    <a:pt x="55609" y="633246"/>
                    <a:pt x="56178" y="628293"/>
                  </a:cubicBezTo>
                  <a:cubicBezTo>
                    <a:pt x="56178" y="627531"/>
                    <a:pt x="56367" y="626960"/>
                    <a:pt x="56367" y="626483"/>
                  </a:cubicBezTo>
                  <a:cubicBezTo>
                    <a:pt x="56367" y="626102"/>
                    <a:pt x="56462" y="625721"/>
                    <a:pt x="56557" y="625245"/>
                  </a:cubicBezTo>
                  <a:cubicBezTo>
                    <a:pt x="56936" y="622673"/>
                    <a:pt x="57315" y="620197"/>
                    <a:pt x="57695" y="617625"/>
                  </a:cubicBezTo>
                  <a:cubicBezTo>
                    <a:pt x="59496" y="606481"/>
                    <a:pt x="61771" y="595527"/>
                    <a:pt x="64236" y="584573"/>
                  </a:cubicBezTo>
                  <a:cubicBezTo>
                    <a:pt x="69260" y="562952"/>
                    <a:pt x="75897" y="541806"/>
                    <a:pt x="83481" y="520946"/>
                  </a:cubicBezTo>
                  <a:cubicBezTo>
                    <a:pt x="91255" y="499706"/>
                    <a:pt x="98081" y="484275"/>
                    <a:pt x="108983" y="462368"/>
                  </a:cubicBezTo>
                  <a:cubicBezTo>
                    <a:pt x="119127" y="441889"/>
                    <a:pt x="130408" y="421982"/>
                    <a:pt x="142543" y="402551"/>
                  </a:cubicBezTo>
                  <a:cubicBezTo>
                    <a:pt x="148136" y="393597"/>
                    <a:pt x="153919" y="384739"/>
                    <a:pt x="159892" y="376071"/>
                  </a:cubicBezTo>
                  <a:cubicBezTo>
                    <a:pt x="162357" y="372547"/>
                    <a:pt x="164917" y="369023"/>
                    <a:pt x="167571" y="365498"/>
                  </a:cubicBezTo>
                  <a:cubicBezTo>
                    <a:pt x="168424" y="364355"/>
                    <a:pt x="169372" y="363117"/>
                    <a:pt x="170225" y="361974"/>
                  </a:cubicBezTo>
                  <a:cubicBezTo>
                    <a:pt x="170036" y="362260"/>
                    <a:pt x="173638" y="357593"/>
                    <a:pt x="174112" y="356926"/>
                  </a:cubicBezTo>
                  <a:cubicBezTo>
                    <a:pt x="185773" y="342162"/>
                    <a:pt x="198287" y="328065"/>
                    <a:pt x="211275" y="314444"/>
                  </a:cubicBezTo>
                  <a:cubicBezTo>
                    <a:pt x="268536" y="254532"/>
                    <a:pt x="329020" y="211384"/>
                    <a:pt x="402398" y="170712"/>
                  </a:cubicBezTo>
                  <a:cubicBezTo>
                    <a:pt x="478524" y="128612"/>
                    <a:pt x="553703" y="99275"/>
                    <a:pt x="639784" y="78034"/>
                  </a:cubicBezTo>
                  <a:cubicBezTo>
                    <a:pt x="721978" y="57746"/>
                    <a:pt x="800475" y="49078"/>
                    <a:pt x="887598" y="55650"/>
                  </a:cubicBezTo>
                  <a:cubicBezTo>
                    <a:pt x="897363" y="56412"/>
                    <a:pt x="907128" y="57365"/>
                    <a:pt x="916892" y="58603"/>
                  </a:cubicBezTo>
                  <a:cubicBezTo>
                    <a:pt x="917272" y="58603"/>
                    <a:pt x="920021" y="58984"/>
                    <a:pt x="921253" y="59174"/>
                  </a:cubicBezTo>
                  <a:cubicBezTo>
                    <a:pt x="923055" y="59460"/>
                    <a:pt x="924951" y="59651"/>
                    <a:pt x="926752" y="59936"/>
                  </a:cubicBezTo>
                  <a:cubicBezTo>
                    <a:pt x="932345" y="60794"/>
                    <a:pt x="937939" y="61746"/>
                    <a:pt x="943532" y="62699"/>
                  </a:cubicBezTo>
                  <a:cubicBezTo>
                    <a:pt x="963251" y="66223"/>
                    <a:pt x="982780" y="70795"/>
                    <a:pt x="1001931" y="76415"/>
                  </a:cubicBezTo>
                  <a:cubicBezTo>
                    <a:pt x="1011032" y="79082"/>
                    <a:pt x="1020133" y="82034"/>
                    <a:pt x="1029044" y="85178"/>
                  </a:cubicBezTo>
                  <a:cubicBezTo>
                    <a:pt x="1033500" y="86702"/>
                    <a:pt x="1037956" y="88416"/>
                    <a:pt x="1042411" y="90131"/>
                  </a:cubicBezTo>
                  <a:cubicBezTo>
                    <a:pt x="1044592" y="90988"/>
                    <a:pt x="1046772" y="91845"/>
                    <a:pt x="1049048" y="92702"/>
                  </a:cubicBezTo>
                  <a:cubicBezTo>
                    <a:pt x="1049616" y="92893"/>
                    <a:pt x="1053219" y="94417"/>
                    <a:pt x="1054736" y="95084"/>
                  </a:cubicBezTo>
                  <a:cubicBezTo>
                    <a:pt x="1072369" y="102704"/>
                    <a:pt x="1089528" y="111467"/>
                    <a:pt x="1106024" y="121277"/>
                  </a:cubicBezTo>
                  <a:cubicBezTo>
                    <a:pt x="1114177" y="126040"/>
                    <a:pt x="1122046" y="131183"/>
                    <a:pt x="1129914" y="136517"/>
                  </a:cubicBezTo>
                  <a:cubicBezTo>
                    <a:pt x="1133801" y="139184"/>
                    <a:pt x="1137688" y="141947"/>
                    <a:pt x="1141480" y="144709"/>
                  </a:cubicBezTo>
                  <a:cubicBezTo>
                    <a:pt x="1143376" y="146138"/>
                    <a:pt x="1145272" y="147566"/>
                    <a:pt x="1147169" y="148995"/>
                  </a:cubicBezTo>
                  <a:cubicBezTo>
                    <a:pt x="1147548" y="149281"/>
                    <a:pt x="1147832" y="149567"/>
                    <a:pt x="1148117" y="149757"/>
                  </a:cubicBezTo>
                  <a:cubicBezTo>
                    <a:pt x="1149159" y="150519"/>
                    <a:pt x="1150107" y="151376"/>
                    <a:pt x="1151150" y="152138"/>
                  </a:cubicBezTo>
                  <a:cubicBezTo>
                    <a:pt x="1166793" y="164711"/>
                    <a:pt x="1181487" y="178427"/>
                    <a:pt x="1195328" y="193001"/>
                  </a:cubicBezTo>
                  <a:cubicBezTo>
                    <a:pt x="1202059" y="200144"/>
                    <a:pt x="1208506" y="207669"/>
                    <a:pt x="1214858" y="215289"/>
                  </a:cubicBezTo>
                  <a:cubicBezTo>
                    <a:pt x="1221399" y="223290"/>
                    <a:pt x="1224812" y="227767"/>
                    <a:pt x="1232396" y="238721"/>
                  </a:cubicBezTo>
                  <a:cubicBezTo>
                    <a:pt x="1246143" y="258437"/>
                    <a:pt x="1257898" y="279488"/>
                    <a:pt x="1267758" y="301395"/>
                  </a:cubicBezTo>
                  <a:cubicBezTo>
                    <a:pt x="1274584" y="316540"/>
                    <a:pt x="1282642" y="341591"/>
                    <a:pt x="1287382" y="362069"/>
                  </a:cubicBezTo>
                  <a:cubicBezTo>
                    <a:pt x="1292691" y="385215"/>
                    <a:pt x="1294208" y="398169"/>
                    <a:pt x="1294966" y="422648"/>
                  </a:cubicBezTo>
                  <a:cubicBezTo>
                    <a:pt x="1295251" y="433031"/>
                    <a:pt x="1294966" y="443413"/>
                    <a:pt x="1294492" y="453700"/>
                  </a:cubicBezTo>
                  <a:cubicBezTo>
                    <a:pt x="1294208" y="458843"/>
                    <a:pt x="1293734" y="463987"/>
                    <a:pt x="1293260" y="469130"/>
                  </a:cubicBezTo>
                  <a:cubicBezTo>
                    <a:pt x="1293070" y="471226"/>
                    <a:pt x="1292786" y="473226"/>
                    <a:pt x="1292596" y="475226"/>
                  </a:cubicBezTo>
                  <a:cubicBezTo>
                    <a:pt x="1292596" y="474464"/>
                    <a:pt x="1291648" y="481608"/>
                    <a:pt x="1291553" y="482465"/>
                  </a:cubicBezTo>
                  <a:cubicBezTo>
                    <a:pt x="1288235" y="503706"/>
                    <a:pt x="1282831" y="524661"/>
                    <a:pt x="1276006" y="545045"/>
                  </a:cubicBezTo>
                  <a:cubicBezTo>
                    <a:pt x="1274394" y="549998"/>
                    <a:pt x="1272498" y="554855"/>
                    <a:pt x="1270697" y="559713"/>
                  </a:cubicBezTo>
                  <a:cubicBezTo>
                    <a:pt x="1269749" y="562094"/>
                    <a:pt x="1268801" y="564571"/>
                    <a:pt x="1267853" y="566952"/>
                  </a:cubicBezTo>
                  <a:cubicBezTo>
                    <a:pt x="1267663" y="567333"/>
                    <a:pt x="1267568" y="567619"/>
                    <a:pt x="1267473" y="567905"/>
                  </a:cubicBezTo>
                  <a:cubicBezTo>
                    <a:pt x="1267284" y="568286"/>
                    <a:pt x="1266999" y="568952"/>
                    <a:pt x="1266430" y="570191"/>
                  </a:cubicBezTo>
                  <a:cubicBezTo>
                    <a:pt x="1261880" y="580573"/>
                    <a:pt x="1256855" y="590669"/>
                    <a:pt x="1251452" y="600671"/>
                  </a:cubicBezTo>
                  <a:cubicBezTo>
                    <a:pt x="1241213" y="619625"/>
                    <a:pt x="1229457" y="637628"/>
                    <a:pt x="1216469" y="654868"/>
                  </a:cubicBezTo>
                  <a:cubicBezTo>
                    <a:pt x="1216469" y="654677"/>
                    <a:pt x="1213151" y="659059"/>
                    <a:pt x="1213151" y="659059"/>
                  </a:cubicBezTo>
                  <a:cubicBezTo>
                    <a:pt x="1211445" y="661154"/>
                    <a:pt x="1209738" y="663250"/>
                    <a:pt x="1208127" y="665250"/>
                  </a:cubicBezTo>
                  <a:cubicBezTo>
                    <a:pt x="1204714" y="669346"/>
                    <a:pt x="1201206" y="673442"/>
                    <a:pt x="1197604" y="677442"/>
                  </a:cubicBezTo>
                  <a:cubicBezTo>
                    <a:pt x="1189830" y="686205"/>
                    <a:pt x="1181677" y="694492"/>
                    <a:pt x="1173239" y="702683"/>
                  </a:cubicBezTo>
                  <a:cubicBezTo>
                    <a:pt x="1155890" y="719352"/>
                    <a:pt x="1141480" y="730877"/>
                    <a:pt x="1123563" y="743450"/>
                  </a:cubicBezTo>
                  <a:cubicBezTo>
                    <a:pt x="1080048" y="773930"/>
                    <a:pt x="1036344" y="794028"/>
                    <a:pt x="986667" y="807839"/>
                  </a:cubicBezTo>
                  <a:cubicBezTo>
                    <a:pt x="971120" y="797267"/>
                    <a:pt x="943911" y="804315"/>
                    <a:pt x="943911" y="828985"/>
                  </a:cubicBezTo>
                  <a:cubicBezTo>
                    <a:pt x="943911" y="878134"/>
                    <a:pt x="943627" y="927188"/>
                    <a:pt x="940024" y="976241"/>
                  </a:cubicBezTo>
                  <a:cubicBezTo>
                    <a:pt x="938128" y="1001959"/>
                    <a:pt x="935758" y="1022914"/>
                    <a:pt x="931208" y="1047203"/>
                  </a:cubicBezTo>
                  <a:cubicBezTo>
                    <a:pt x="930544" y="1050822"/>
                    <a:pt x="929786" y="1054442"/>
                    <a:pt x="928932" y="1058061"/>
                  </a:cubicBezTo>
                  <a:cubicBezTo>
                    <a:pt x="910920" y="1029486"/>
                    <a:pt x="892813" y="1001102"/>
                    <a:pt x="874136" y="972908"/>
                  </a:cubicBezTo>
                  <a:cubicBezTo>
                    <a:pt x="846928" y="931855"/>
                    <a:pt x="819340" y="888135"/>
                    <a:pt x="784643" y="852893"/>
                  </a:cubicBezTo>
                  <a:cubicBezTo>
                    <a:pt x="777532" y="845749"/>
                    <a:pt x="769379" y="843939"/>
                    <a:pt x="761890" y="845463"/>
                  </a:cubicBezTo>
                  <a:cubicBezTo>
                    <a:pt x="755728" y="844225"/>
                    <a:pt x="749281" y="845082"/>
                    <a:pt x="743783" y="848702"/>
                  </a:cubicBezTo>
                  <a:cubicBezTo>
                    <a:pt x="727950" y="859179"/>
                    <a:pt x="711076" y="867942"/>
                    <a:pt x="693821" y="875657"/>
                  </a:cubicBezTo>
                  <a:cubicBezTo>
                    <a:pt x="693537" y="875753"/>
                    <a:pt x="691072" y="876800"/>
                    <a:pt x="689935" y="877277"/>
                  </a:cubicBezTo>
                  <a:cubicBezTo>
                    <a:pt x="688038" y="878039"/>
                    <a:pt x="686142" y="878801"/>
                    <a:pt x="684246" y="879563"/>
                  </a:cubicBezTo>
                  <a:cubicBezTo>
                    <a:pt x="679506" y="881468"/>
                    <a:pt x="674766" y="883277"/>
                    <a:pt x="669931" y="884992"/>
                  </a:cubicBezTo>
                  <a:cubicBezTo>
                    <a:pt x="659124" y="888897"/>
                    <a:pt x="648221" y="892421"/>
                    <a:pt x="637224" y="895755"/>
                  </a:cubicBezTo>
                  <a:cubicBezTo>
                    <a:pt x="614851" y="902423"/>
                    <a:pt x="592098" y="907852"/>
                    <a:pt x="569251" y="912424"/>
                  </a:cubicBezTo>
                  <a:cubicBezTo>
                    <a:pt x="545076" y="917282"/>
                    <a:pt x="522797" y="920615"/>
                    <a:pt x="501087" y="923092"/>
                  </a:cubicBezTo>
                  <a:cubicBezTo>
                    <a:pt x="452833" y="928616"/>
                    <a:pt x="404104" y="930426"/>
                    <a:pt x="355565" y="928140"/>
                  </a:cubicBezTo>
                  <a:cubicBezTo>
                    <a:pt x="344568" y="927664"/>
                    <a:pt x="333571" y="926807"/>
                    <a:pt x="322574" y="925759"/>
                  </a:cubicBezTo>
                  <a:cubicBezTo>
                    <a:pt x="317265" y="925283"/>
                    <a:pt x="311861" y="924711"/>
                    <a:pt x="306552" y="924044"/>
                  </a:cubicBezTo>
                  <a:cubicBezTo>
                    <a:pt x="304371" y="923759"/>
                    <a:pt x="302191" y="923473"/>
                    <a:pt x="300011" y="923187"/>
                  </a:cubicBezTo>
                  <a:cubicBezTo>
                    <a:pt x="301433" y="923378"/>
                    <a:pt x="293754" y="922235"/>
                    <a:pt x="292900" y="922139"/>
                  </a:cubicBezTo>
                  <a:cubicBezTo>
                    <a:pt x="272897" y="919091"/>
                    <a:pt x="253178" y="914805"/>
                    <a:pt x="233743" y="909090"/>
                  </a:cubicBezTo>
                  <a:cubicBezTo>
                    <a:pt x="225401" y="906614"/>
                    <a:pt x="217153" y="903756"/>
                    <a:pt x="209000" y="900518"/>
                  </a:cubicBezTo>
                  <a:cubicBezTo>
                    <a:pt x="208526" y="900327"/>
                    <a:pt x="208147" y="900137"/>
                    <a:pt x="207862" y="900041"/>
                  </a:cubicBezTo>
                  <a:cubicBezTo>
                    <a:pt x="207862" y="900041"/>
                    <a:pt x="207862" y="900041"/>
                    <a:pt x="207767" y="900041"/>
                  </a:cubicBezTo>
                  <a:cubicBezTo>
                    <a:pt x="204923" y="898803"/>
                    <a:pt x="202174" y="897565"/>
                    <a:pt x="199330" y="896327"/>
                  </a:cubicBezTo>
                  <a:cubicBezTo>
                    <a:pt x="192978" y="893469"/>
                    <a:pt x="186721" y="890326"/>
                    <a:pt x="180559" y="886992"/>
                  </a:cubicBezTo>
                  <a:cubicBezTo>
                    <a:pt x="159513" y="875848"/>
                    <a:pt x="143112" y="864513"/>
                    <a:pt x="127659" y="850607"/>
                  </a:cubicBezTo>
                  <a:cubicBezTo>
                    <a:pt x="120170" y="843844"/>
                    <a:pt x="113154" y="836605"/>
                    <a:pt x="106423" y="828985"/>
                  </a:cubicBezTo>
                  <a:cubicBezTo>
                    <a:pt x="98555" y="820031"/>
                    <a:pt x="97512" y="818412"/>
                    <a:pt x="90212" y="807173"/>
                  </a:cubicBezTo>
                  <a:cubicBezTo>
                    <a:pt x="84998" y="799172"/>
                    <a:pt x="80447" y="790885"/>
                    <a:pt x="76276" y="782312"/>
                  </a:cubicBezTo>
                  <a:cubicBezTo>
                    <a:pt x="75233" y="780217"/>
                    <a:pt x="74285" y="778026"/>
                    <a:pt x="73242" y="775931"/>
                  </a:cubicBezTo>
                  <a:cubicBezTo>
                    <a:pt x="73053" y="775645"/>
                    <a:pt x="72294" y="773645"/>
                    <a:pt x="71820" y="772502"/>
                  </a:cubicBezTo>
                  <a:cubicBezTo>
                    <a:pt x="69924" y="767739"/>
                    <a:pt x="68218" y="762977"/>
                    <a:pt x="66606" y="758214"/>
                  </a:cubicBezTo>
                  <a:cubicBezTo>
                    <a:pt x="63572" y="749261"/>
                    <a:pt x="61202" y="740021"/>
                    <a:pt x="59211" y="730782"/>
                  </a:cubicBezTo>
                  <a:cubicBezTo>
                    <a:pt x="58169" y="726115"/>
                    <a:pt x="57315" y="721448"/>
                    <a:pt x="56557" y="716685"/>
                  </a:cubicBezTo>
                  <a:cubicBezTo>
                    <a:pt x="56557" y="716209"/>
                    <a:pt x="55988" y="712875"/>
                    <a:pt x="55893" y="712113"/>
                  </a:cubicBezTo>
                  <a:cubicBezTo>
                    <a:pt x="55609" y="709637"/>
                    <a:pt x="55324" y="707255"/>
                    <a:pt x="55040" y="704779"/>
                  </a:cubicBezTo>
                  <a:cubicBezTo>
                    <a:pt x="52954" y="684395"/>
                    <a:pt x="53239" y="663726"/>
                    <a:pt x="54756" y="643247"/>
                  </a:cubicBezTo>
                  <a:close/>
                </a:path>
              </a:pathLst>
            </a:custGeom>
            <a:grpFill/>
            <a:ln w="9458"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A09E064F-230A-C014-D87B-2E33DF083978}"/>
                </a:ext>
              </a:extLst>
            </p:cNvPr>
            <p:cNvSpPr/>
            <p:nvPr/>
          </p:nvSpPr>
          <p:spPr>
            <a:xfrm>
              <a:off x="5804552" y="3496818"/>
              <a:ext cx="51620" cy="53530"/>
            </a:xfrm>
            <a:custGeom>
              <a:avLst/>
              <a:gdLst>
                <a:gd name="connsiteX0" fmla="*/ 25810 w 51620"/>
                <a:gd name="connsiteY0" fmla="*/ 53530 h 53530"/>
                <a:gd name="connsiteX1" fmla="*/ 25810 w 51620"/>
                <a:gd name="connsiteY1" fmla="*/ 0 h 53530"/>
                <a:gd name="connsiteX2" fmla="*/ 25810 w 51620"/>
                <a:gd name="connsiteY2" fmla="*/ 53530 h 53530"/>
              </a:gdLst>
              <a:ahLst/>
              <a:cxnLst>
                <a:cxn ang="0">
                  <a:pos x="connsiteX0" y="connsiteY0"/>
                </a:cxn>
                <a:cxn ang="0">
                  <a:pos x="connsiteX1" y="connsiteY1"/>
                </a:cxn>
                <a:cxn ang="0">
                  <a:pos x="connsiteX2" y="connsiteY2"/>
                </a:cxn>
              </a:cxnLst>
              <a:rect l="l" t="t" r="r" b="b"/>
              <a:pathLst>
                <a:path w="51620" h="53530">
                  <a:moveTo>
                    <a:pt x="25810" y="53530"/>
                  </a:moveTo>
                  <a:cubicBezTo>
                    <a:pt x="60224" y="53530"/>
                    <a:pt x="60224" y="0"/>
                    <a:pt x="25810" y="0"/>
                  </a:cubicBezTo>
                  <a:cubicBezTo>
                    <a:pt x="-8603" y="0"/>
                    <a:pt x="-8603" y="53530"/>
                    <a:pt x="25810" y="53530"/>
                  </a:cubicBezTo>
                  <a:close/>
                </a:path>
              </a:pathLst>
            </a:custGeom>
            <a:grpFill/>
            <a:ln w="9458"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CDB498F7-91DE-4724-2113-CDA4C070441C}"/>
                </a:ext>
              </a:extLst>
            </p:cNvPr>
            <p:cNvSpPr/>
            <p:nvPr/>
          </p:nvSpPr>
          <p:spPr>
            <a:xfrm>
              <a:off x="6009326" y="3402520"/>
              <a:ext cx="51620" cy="53530"/>
            </a:xfrm>
            <a:custGeom>
              <a:avLst/>
              <a:gdLst>
                <a:gd name="connsiteX0" fmla="*/ 25810 w 51620"/>
                <a:gd name="connsiteY0" fmla="*/ 53530 h 53530"/>
                <a:gd name="connsiteX1" fmla="*/ 25810 w 51620"/>
                <a:gd name="connsiteY1" fmla="*/ 0 h 53530"/>
                <a:gd name="connsiteX2" fmla="*/ 25810 w 51620"/>
                <a:gd name="connsiteY2" fmla="*/ 53530 h 53530"/>
              </a:gdLst>
              <a:ahLst/>
              <a:cxnLst>
                <a:cxn ang="0">
                  <a:pos x="connsiteX0" y="connsiteY0"/>
                </a:cxn>
                <a:cxn ang="0">
                  <a:pos x="connsiteX1" y="connsiteY1"/>
                </a:cxn>
                <a:cxn ang="0">
                  <a:pos x="connsiteX2" y="connsiteY2"/>
                </a:cxn>
              </a:cxnLst>
              <a:rect l="l" t="t" r="r" b="b"/>
              <a:pathLst>
                <a:path w="51620" h="53530">
                  <a:moveTo>
                    <a:pt x="25810" y="53530"/>
                  </a:moveTo>
                  <a:cubicBezTo>
                    <a:pt x="60223" y="53530"/>
                    <a:pt x="60223" y="0"/>
                    <a:pt x="25810" y="0"/>
                  </a:cubicBezTo>
                  <a:cubicBezTo>
                    <a:pt x="-8603" y="0"/>
                    <a:pt x="-8603" y="53530"/>
                    <a:pt x="25810" y="53530"/>
                  </a:cubicBezTo>
                  <a:close/>
                </a:path>
              </a:pathLst>
            </a:custGeom>
            <a:grpFill/>
            <a:ln w="9458"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A20CD196-A109-3ECB-B7ED-727B571AEE40}"/>
                </a:ext>
              </a:extLst>
            </p:cNvPr>
            <p:cNvSpPr/>
            <p:nvPr/>
          </p:nvSpPr>
          <p:spPr>
            <a:xfrm>
              <a:off x="6204549" y="3291078"/>
              <a:ext cx="61906" cy="62103"/>
            </a:xfrm>
            <a:custGeom>
              <a:avLst/>
              <a:gdLst>
                <a:gd name="connsiteX0" fmla="*/ 12704 w 61906"/>
                <a:gd name="connsiteY0" fmla="*/ 49435 h 62103"/>
                <a:gd name="connsiteX1" fmla="*/ 35267 w 61906"/>
                <a:gd name="connsiteY1" fmla="*/ 62103 h 62103"/>
                <a:gd name="connsiteX2" fmla="*/ 61906 w 61906"/>
                <a:gd name="connsiteY2" fmla="*/ 35338 h 62103"/>
                <a:gd name="connsiteX3" fmla="*/ 60769 w 61906"/>
                <a:gd name="connsiteY3" fmla="*/ 23146 h 62103"/>
                <a:gd name="connsiteX4" fmla="*/ 52995 w 61906"/>
                <a:gd name="connsiteY4" fmla="*/ 8953 h 62103"/>
                <a:gd name="connsiteX5" fmla="*/ 26640 w 61906"/>
                <a:gd name="connsiteY5" fmla="*/ 0 h 62103"/>
                <a:gd name="connsiteX6" fmla="*/ 0 w 61906"/>
                <a:gd name="connsiteY6" fmla="*/ 26765 h 62103"/>
                <a:gd name="connsiteX7" fmla="*/ 12609 w 61906"/>
                <a:gd name="connsiteY7" fmla="*/ 49435 h 62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906" h="62103">
                  <a:moveTo>
                    <a:pt x="12704" y="49435"/>
                  </a:moveTo>
                  <a:cubicBezTo>
                    <a:pt x="17444" y="56959"/>
                    <a:pt x="25881" y="62103"/>
                    <a:pt x="35267" y="62103"/>
                  </a:cubicBezTo>
                  <a:cubicBezTo>
                    <a:pt x="49771" y="62103"/>
                    <a:pt x="61906" y="49911"/>
                    <a:pt x="61906" y="35338"/>
                  </a:cubicBezTo>
                  <a:cubicBezTo>
                    <a:pt x="61906" y="31051"/>
                    <a:pt x="61432" y="27527"/>
                    <a:pt x="60769" y="23146"/>
                  </a:cubicBezTo>
                  <a:cubicBezTo>
                    <a:pt x="60010" y="17812"/>
                    <a:pt x="56503" y="12668"/>
                    <a:pt x="52995" y="8953"/>
                  </a:cubicBezTo>
                  <a:cubicBezTo>
                    <a:pt x="46169" y="1524"/>
                    <a:pt x="36215" y="0"/>
                    <a:pt x="26640" y="0"/>
                  </a:cubicBezTo>
                  <a:cubicBezTo>
                    <a:pt x="12135" y="0"/>
                    <a:pt x="0" y="12192"/>
                    <a:pt x="0" y="26765"/>
                  </a:cubicBezTo>
                  <a:cubicBezTo>
                    <a:pt x="0" y="36195"/>
                    <a:pt x="5119" y="44672"/>
                    <a:pt x="12609" y="49435"/>
                  </a:cubicBezTo>
                  <a:close/>
                </a:path>
              </a:pathLst>
            </a:custGeom>
            <a:grpFill/>
            <a:ln w="9458"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2662657E-C30B-AACF-9580-CADF1DF6EBF9}"/>
                </a:ext>
              </a:extLst>
            </p:cNvPr>
            <p:cNvSpPr/>
            <p:nvPr/>
          </p:nvSpPr>
          <p:spPr>
            <a:xfrm>
              <a:off x="6410247" y="3214020"/>
              <a:ext cx="51620" cy="53530"/>
            </a:xfrm>
            <a:custGeom>
              <a:avLst/>
              <a:gdLst>
                <a:gd name="connsiteX0" fmla="*/ 25810 w 51620"/>
                <a:gd name="connsiteY0" fmla="*/ 53530 h 53530"/>
                <a:gd name="connsiteX1" fmla="*/ 25810 w 51620"/>
                <a:gd name="connsiteY1" fmla="*/ 0 h 53530"/>
                <a:gd name="connsiteX2" fmla="*/ 25810 w 51620"/>
                <a:gd name="connsiteY2" fmla="*/ 53530 h 53530"/>
              </a:gdLst>
              <a:ahLst/>
              <a:cxnLst>
                <a:cxn ang="0">
                  <a:pos x="connsiteX0" y="connsiteY0"/>
                </a:cxn>
                <a:cxn ang="0">
                  <a:pos x="connsiteX1" y="connsiteY1"/>
                </a:cxn>
                <a:cxn ang="0">
                  <a:pos x="connsiteX2" y="connsiteY2"/>
                </a:cxn>
              </a:cxnLst>
              <a:rect l="l" t="t" r="r" b="b"/>
              <a:pathLst>
                <a:path w="51620" h="53530">
                  <a:moveTo>
                    <a:pt x="25810" y="53530"/>
                  </a:moveTo>
                  <a:cubicBezTo>
                    <a:pt x="60224" y="53530"/>
                    <a:pt x="60224" y="0"/>
                    <a:pt x="25810" y="0"/>
                  </a:cubicBezTo>
                  <a:cubicBezTo>
                    <a:pt x="-8603" y="0"/>
                    <a:pt x="-8603" y="53530"/>
                    <a:pt x="25810" y="53530"/>
                  </a:cubicBezTo>
                  <a:close/>
                </a:path>
              </a:pathLst>
            </a:custGeom>
            <a:grpFill/>
            <a:ln w="9458" cap="flat">
              <a:noFill/>
              <a:prstDash val="solid"/>
              <a:miter/>
            </a:ln>
          </p:spPr>
          <p:txBody>
            <a:bodyPr rtlCol="0" anchor="ctr"/>
            <a:lstStyle/>
            <a:p>
              <a:endParaRPr lang="en-US"/>
            </a:p>
          </p:txBody>
        </p:sp>
      </p:grpSp>
      <p:sp>
        <p:nvSpPr>
          <p:cNvPr id="23" name="Title 1">
            <a:extLst>
              <a:ext uri="{FF2B5EF4-FFF2-40B4-BE49-F238E27FC236}">
                <a16:creationId xmlns:a16="http://schemas.microsoft.com/office/drawing/2014/main" id="{A5E428A4-76D7-C877-C340-82D0683CB0DF}"/>
              </a:ext>
            </a:extLst>
          </p:cNvPr>
          <p:cNvSpPr>
            <a:spLocks noGrp="1"/>
          </p:cNvSpPr>
          <p:nvPr>
            <p:ph type="title" hasCustomPrompt="1"/>
          </p:nvPr>
        </p:nvSpPr>
        <p:spPr>
          <a:xfrm>
            <a:off x="592095" y="1479550"/>
            <a:ext cx="11295104" cy="4006850"/>
          </a:xfrm>
          <a:prstGeom prst="rect">
            <a:avLst/>
          </a:prstGeom>
        </p:spPr>
        <p:txBody>
          <a:bodyPr rIns="182880" anchor="t">
            <a:normAutofit/>
          </a:bodyPr>
          <a:lstStyle>
            <a:lvl1pPr>
              <a:lnSpc>
                <a:spcPct val="100000"/>
              </a:lnSpc>
              <a:defRPr sz="3600">
                <a:solidFill>
                  <a:schemeClr val="bg1"/>
                </a:solidFill>
              </a:defRPr>
            </a:lvl1pPr>
          </a:lstStyle>
          <a:p>
            <a:r>
              <a:rPr lang="en-US"/>
              <a:t>“Click to edit quote”</a:t>
            </a:r>
          </a:p>
        </p:txBody>
      </p:sp>
    </p:spTree>
    <p:extLst>
      <p:ext uri="{BB962C8B-B14F-4D97-AF65-F5344CB8AC3E}">
        <p14:creationId xmlns:p14="http://schemas.microsoft.com/office/powerpoint/2010/main" val="3931096243"/>
      </p:ext>
    </p:extLst>
  </p:cSld>
  <p:clrMapOvr>
    <a:masterClrMapping/>
  </p:clrMapOvr>
  <p:extLst>
    <p:ext uri="{DCECCB84-F9BA-43D5-87BE-67443E8EF086}">
      <p15:sldGuideLst xmlns:p15="http://schemas.microsoft.com/office/powerpoint/2012/main">
        <p15:guide id="3" orient="horz" pos="1224">
          <p15:clr>
            <a:srgbClr val="FBAE40"/>
          </p15:clr>
        </p15:guide>
        <p15:guide id="4" pos="6984">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cSld name="Large Text Call Out 1">
    <p:bg>
      <p:bgPr>
        <a:solidFill>
          <a:schemeClr val="bg1"/>
        </a:solidFill>
        <a:effectLst/>
      </p:bgPr>
    </p:bg>
    <p:spTree>
      <p:nvGrpSpPr>
        <p:cNvPr id="1" name=""/>
        <p:cNvGrpSpPr/>
        <p:nvPr/>
      </p:nvGrpSpPr>
      <p:grpSpPr>
        <a:xfrm>
          <a:off x="0" y="0"/>
          <a:ext cx="0" cy="0"/>
          <a:chOff x="0" y="0"/>
          <a:chExt cx="0" cy="0"/>
        </a:xfrm>
      </p:grpSpPr>
      <p:sp>
        <p:nvSpPr>
          <p:cNvPr id="2" name="Graphic 8">
            <a:extLst>
              <a:ext uri="{FF2B5EF4-FFF2-40B4-BE49-F238E27FC236}">
                <a16:creationId xmlns:a16="http://schemas.microsoft.com/office/drawing/2014/main" id="{3DB16E66-5213-0DC7-4CBB-98C037CB401D}"/>
              </a:ext>
            </a:extLst>
          </p:cNvPr>
          <p:cNvSpPr/>
          <p:nvPr userDrawn="1"/>
        </p:nvSpPr>
        <p:spPr>
          <a:xfrm flipH="1">
            <a:off x="-2" y="5702300"/>
            <a:ext cx="12192001" cy="1155700"/>
          </a:xfrm>
          <a:custGeom>
            <a:avLst/>
            <a:gdLst>
              <a:gd name="connsiteX0" fmla="*/ 7768963 w 7787747"/>
              <a:gd name="connsiteY0" fmla="*/ 573293 h 1142010"/>
              <a:gd name="connsiteX1" fmla="*/ 7787748 w 7787747"/>
              <a:gd name="connsiteY1" fmla="*/ 568541 h 1142010"/>
              <a:gd name="connsiteX2" fmla="*/ 7787748 w 7787747"/>
              <a:gd name="connsiteY2" fmla="*/ 1142011 h 1142010"/>
              <a:gd name="connsiteX3" fmla="*/ 0 w 7787747"/>
              <a:gd name="connsiteY3" fmla="*/ 1142011 h 1142010"/>
              <a:gd name="connsiteX4" fmla="*/ 0 w 7787747"/>
              <a:gd name="connsiteY4" fmla="*/ 43400 h 1142010"/>
              <a:gd name="connsiteX5" fmla="*/ 523400 w 7787747"/>
              <a:gd name="connsiteY5" fmla="*/ 112357 h 1142010"/>
              <a:gd name="connsiteX6" fmla="*/ 1113818 w 7787747"/>
              <a:gd name="connsiteY6" fmla="*/ 115445 h 1142010"/>
              <a:gd name="connsiteX7" fmla="*/ 1239512 w 7787747"/>
              <a:gd name="connsiteY7" fmla="*/ 105897 h 1142010"/>
              <a:gd name="connsiteX8" fmla="*/ 2170799 w 7787747"/>
              <a:gd name="connsiteY8" fmla="*/ 2757 h 1142010"/>
              <a:gd name="connsiteX9" fmla="*/ 2505931 w 7787747"/>
              <a:gd name="connsiteY9" fmla="*/ 6151 h 1142010"/>
              <a:gd name="connsiteX10" fmla="*/ 4267770 w 7787747"/>
              <a:gd name="connsiteY10" fmla="*/ 457079 h 1142010"/>
              <a:gd name="connsiteX11" fmla="*/ 4932759 w 7787747"/>
              <a:gd name="connsiteY11" fmla="*/ 685324 h 1142010"/>
              <a:gd name="connsiteX12" fmla="*/ 5293443 w 7787747"/>
              <a:gd name="connsiteY12" fmla="*/ 781938 h 1142010"/>
              <a:gd name="connsiteX13" fmla="*/ 5763618 w 7787747"/>
              <a:gd name="connsiteY13" fmla="*/ 865042 h 1142010"/>
              <a:gd name="connsiteX14" fmla="*/ 6378688 w 7787747"/>
              <a:gd name="connsiteY14" fmla="*/ 881926 h 1142010"/>
              <a:gd name="connsiteX15" fmla="*/ 7655442 w 7787747"/>
              <a:gd name="connsiteY15" fmla="*/ 603315 h 1142010"/>
              <a:gd name="connsiteX16" fmla="*/ 7718519 w 7787747"/>
              <a:gd name="connsiteY16" fmla="*/ 586432 h 1142010"/>
              <a:gd name="connsiteX17" fmla="*/ 7768963 w 7787747"/>
              <a:gd name="connsiteY17" fmla="*/ 573315 h 1142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787747" h="1142010">
                <a:moveTo>
                  <a:pt x="7768963" y="573293"/>
                </a:moveTo>
                <a:cubicBezTo>
                  <a:pt x="7775225" y="571716"/>
                  <a:pt x="7781464" y="570117"/>
                  <a:pt x="7787748" y="568541"/>
                </a:cubicBezTo>
                <a:lnTo>
                  <a:pt x="7787748" y="1142011"/>
                </a:lnTo>
                <a:lnTo>
                  <a:pt x="0" y="1142011"/>
                </a:lnTo>
                <a:lnTo>
                  <a:pt x="0" y="43400"/>
                </a:lnTo>
                <a:cubicBezTo>
                  <a:pt x="169088" y="76576"/>
                  <a:pt x="344985" y="99700"/>
                  <a:pt x="523400" y="112357"/>
                </a:cubicBezTo>
                <a:cubicBezTo>
                  <a:pt x="719089" y="126219"/>
                  <a:pt x="917756" y="127445"/>
                  <a:pt x="1113818" y="115445"/>
                </a:cubicBezTo>
                <a:cubicBezTo>
                  <a:pt x="1155854" y="112883"/>
                  <a:pt x="1197782" y="109686"/>
                  <a:pt x="1239512" y="105897"/>
                </a:cubicBezTo>
                <a:cubicBezTo>
                  <a:pt x="1552313" y="77430"/>
                  <a:pt x="1854538" y="15940"/>
                  <a:pt x="2170799" y="2757"/>
                </a:cubicBezTo>
                <a:cubicBezTo>
                  <a:pt x="2284013" y="-1951"/>
                  <a:pt x="2395738" y="-506"/>
                  <a:pt x="2505931" y="6151"/>
                </a:cubicBezTo>
                <a:cubicBezTo>
                  <a:pt x="3141976" y="44539"/>
                  <a:pt x="3728103" y="256316"/>
                  <a:pt x="4267770" y="457079"/>
                </a:cubicBezTo>
                <a:cubicBezTo>
                  <a:pt x="4480603" y="536241"/>
                  <a:pt x="4702696" y="616147"/>
                  <a:pt x="4932759" y="685324"/>
                </a:cubicBezTo>
                <a:cubicBezTo>
                  <a:pt x="5050944" y="720886"/>
                  <a:pt x="5171230" y="753602"/>
                  <a:pt x="5293443" y="781938"/>
                </a:cubicBezTo>
                <a:cubicBezTo>
                  <a:pt x="5447248" y="817611"/>
                  <a:pt x="5604076" y="846341"/>
                  <a:pt x="5763618" y="865042"/>
                </a:cubicBezTo>
                <a:cubicBezTo>
                  <a:pt x="5964584" y="888627"/>
                  <a:pt x="6169863" y="896313"/>
                  <a:pt x="6378688" y="881926"/>
                </a:cubicBezTo>
                <a:cubicBezTo>
                  <a:pt x="6836582" y="850370"/>
                  <a:pt x="7243286" y="715521"/>
                  <a:pt x="7655442" y="603315"/>
                </a:cubicBezTo>
                <a:cubicBezTo>
                  <a:pt x="7676329" y="597621"/>
                  <a:pt x="7697347" y="591993"/>
                  <a:pt x="7718519" y="586432"/>
                </a:cubicBezTo>
                <a:cubicBezTo>
                  <a:pt x="7735246" y="582008"/>
                  <a:pt x="7752061" y="577650"/>
                  <a:pt x="7768963" y="573315"/>
                </a:cubicBezTo>
                <a:close/>
              </a:path>
            </a:pathLst>
          </a:custGeom>
          <a:solidFill>
            <a:schemeClr val="accent2"/>
          </a:solidFill>
          <a:ln w="2189"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DB1E88B2-D772-CF94-36C6-691EA5695661}"/>
              </a:ext>
            </a:extLst>
          </p:cNvPr>
          <p:cNvSpPr/>
          <p:nvPr/>
        </p:nvSpPr>
        <p:spPr>
          <a:xfrm>
            <a:off x="-7" y="5829300"/>
            <a:ext cx="12192006" cy="1028700"/>
          </a:xfrm>
          <a:custGeom>
            <a:avLst/>
            <a:gdLst>
              <a:gd name="connsiteX0" fmla="*/ 12192006 w 12192006"/>
              <a:gd name="connsiteY0" fmla="*/ 2094274 h 2094274"/>
              <a:gd name="connsiteX1" fmla="*/ 0 w 12192006"/>
              <a:gd name="connsiteY1" fmla="*/ 2094274 h 2094274"/>
              <a:gd name="connsiteX2" fmla="*/ 0 w 12192006"/>
              <a:gd name="connsiteY2" fmla="*/ 1165073 h 2094274"/>
              <a:gd name="connsiteX3" fmla="*/ 398983 w 12192006"/>
              <a:gd name="connsiteY3" fmla="*/ 1270485 h 2094274"/>
              <a:gd name="connsiteX4" fmla="*/ 2237206 w 12192006"/>
              <a:gd name="connsiteY4" fmla="*/ 1245647 h 2094274"/>
              <a:gd name="connsiteX5" fmla="*/ 3805307 w 12192006"/>
              <a:gd name="connsiteY5" fmla="*/ 67060 h 2094274"/>
              <a:gd name="connsiteX6" fmla="*/ 5979525 w 12192006"/>
              <a:gd name="connsiteY6" fmla="*/ 594131 h 2094274"/>
              <a:gd name="connsiteX7" fmla="*/ 5979482 w 12192006"/>
              <a:gd name="connsiteY7" fmla="*/ 594156 h 2094274"/>
              <a:gd name="connsiteX8" fmla="*/ 9943539 w 12192006"/>
              <a:gd name="connsiteY8" fmla="*/ 1288335 h 2094274"/>
              <a:gd name="connsiteX9" fmla="*/ 12192006 w 12192006"/>
              <a:gd name="connsiteY9" fmla="*/ 1073146 h 2094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6" h="2094274">
                <a:moveTo>
                  <a:pt x="12192006" y="2094274"/>
                </a:moveTo>
                <a:lnTo>
                  <a:pt x="0" y="2094274"/>
                </a:lnTo>
                <a:lnTo>
                  <a:pt x="0" y="1165073"/>
                </a:lnTo>
                <a:lnTo>
                  <a:pt x="398983" y="1270485"/>
                </a:lnTo>
                <a:cubicBezTo>
                  <a:pt x="1004570" y="1424148"/>
                  <a:pt x="1684540" y="1517854"/>
                  <a:pt x="2237206" y="1245647"/>
                </a:cubicBezTo>
                <a:cubicBezTo>
                  <a:pt x="2838606" y="949412"/>
                  <a:pt x="3161648" y="277666"/>
                  <a:pt x="3805307" y="67060"/>
                </a:cubicBezTo>
                <a:cubicBezTo>
                  <a:pt x="4533616" y="-171220"/>
                  <a:pt x="5288143" y="277944"/>
                  <a:pt x="5979525" y="594131"/>
                </a:cubicBezTo>
                <a:lnTo>
                  <a:pt x="5979482" y="594156"/>
                </a:lnTo>
                <a:cubicBezTo>
                  <a:pt x="7193829" y="1149535"/>
                  <a:pt x="8584394" y="1325505"/>
                  <a:pt x="9943539" y="1288335"/>
                </a:cubicBezTo>
                <a:cubicBezTo>
                  <a:pt x="10697933" y="1267700"/>
                  <a:pt x="11446820" y="1184323"/>
                  <a:pt x="12192006" y="1073146"/>
                </a:cubicBezTo>
                <a:close/>
              </a:path>
            </a:pathLst>
          </a:custGeom>
          <a:solidFill>
            <a:srgbClr val="EA5F84"/>
          </a:solidFill>
          <a:ln w="2189" cap="flat">
            <a:noFill/>
            <a:prstDash val="solid"/>
            <a:miter/>
          </a:ln>
        </p:spPr>
        <p:txBody>
          <a:bodyPr rtlCol="0" anchor="ctr"/>
          <a:lstStyle/>
          <a:p>
            <a:endParaRPr lang="en-US"/>
          </a:p>
        </p:txBody>
      </p:sp>
      <p:sp>
        <p:nvSpPr>
          <p:cNvPr id="6" name="Title 1"/>
          <p:cNvSpPr>
            <a:spLocks noGrp="1"/>
          </p:cNvSpPr>
          <p:nvPr>
            <p:ph type="title" hasCustomPrompt="1"/>
          </p:nvPr>
        </p:nvSpPr>
        <p:spPr>
          <a:xfrm>
            <a:off x="886353" y="1491522"/>
            <a:ext cx="10221358" cy="4193662"/>
          </a:xfrm>
          <a:prstGeom prst="rect">
            <a:avLst/>
          </a:prstGeom>
        </p:spPr>
        <p:txBody>
          <a:bodyPr lIns="0" tIns="0" rIns="0" bIns="0" anchor="t" anchorCtr="0"/>
          <a:lstStyle>
            <a:lvl1pPr>
              <a:lnSpc>
                <a:spcPct val="100000"/>
              </a:lnSpc>
              <a:defRPr sz="4800" b="1" i="0" spc="-20" baseline="0">
                <a:solidFill>
                  <a:schemeClr val="accent1"/>
                </a:solidFill>
                <a:latin typeface="Tenorite" pitchFamily="2" charset="0"/>
              </a:defRPr>
            </a:lvl1pPr>
          </a:lstStyle>
          <a:p>
            <a:r>
              <a:rPr lang="en-US"/>
              <a:t>Click to edit large call out page</a:t>
            </a:r>
          </a:p>
        </p:txBody>
      </p:sp>
      <p:grpSp>
        <p:nvGrpSpPr>
          <p:cNvPr id="4" name="Graphic 3">
            <a:extLst>
              <a:ext uri="{FF2B5EF4-FFF2-40B4-BE49-F238E27FC236}">
                <a16:creationId xmlns:a16="http://schemas.microsoft.com/office/drawing/2014/main" id="{644FAED6-A484-FD4E-A4E7-C2E43D99A0C1}"/>
              </a:ext>
            </a:extLst>
          </p:cNvPr>
          <p:cNvGrpSpPr/>
          <p:nvPr/>
        </p:nvGrpSpPr>
        <p:grpSpPr>
          <a:xfrm>
            <a:off x="381550" y="255817"/>
            <a:ext cx="625911" cy="217910"/>
            <a:chOff x="448663" y="3429000"/>
            <a:chExt cx="3429000" cy="1193800"/>
          </a:xfrm>
          <a:solidFill>
            <a:schemeClr val="accent1"/>
          </a:solidFill>
        </p:grpSpPr>
        <p:sp>
          <p:nvSpPr>
            <p:cNvPr id="5" name="Freeform 4">
              <a:extLst>
                <a:ext uri="{FF2B5EF4-FFF2-40B4-BE49-F238E27FC236}">
                  <a16:creationId xmlns:a16="http://schemas.microsoft.com/office/drawing/2014/main" id="{0D4291E3-8119-234E-AE85-2B0311AA4843}"/>
                </a:ext>
              </a:extLst>
            </p:cNvPr>
            <p:cNvSpPr/>
            <p:nvPr/>
          </p:nvSpPr>
          <p:spPr>
            <a:xfrm>
              <a:off x="1213206"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267641 w 536101"/>
                <a:gd name="connsiteY4" fmla="*/ 339348 h 534746"/>
                <a:gd name="connsiteX5" fmla="*/ 195262 w 536101"/>
                <a:gd name="connsiteY5" fmla="*/ 267056 h 534746"/>
                <a:gd name="connsiteX6" fmla="*/ -315 w 536101"/>
                <a:gd name="connsiteY6" fmla="*/ 267056 h 534746"/>
                <a:gd name="connsiteX7" fmla="*/ 267641 w 536101"/>
                <a:gd name="connsiteY7" fmla="*/ 534524 h 534746"/>
                <a:gd name="connsiteX8" fmla="*/ 535787 w 536101"/>
                <a:gd name="connsiteY8" fmla="*/ 267246 h 534746"/>
                <a:gd name="connsiteX9" fmla="*/ 267831 w 536101"/>
                <a:gd name="connsiteY9" fmla="*/ -222 h 534746"/>
                <a:gd name="connsiteX10" fmla="*/ 267641 w 536101"/>
                <a:gd name="connsiteY10" fmla="*/ -222 h 534746"/>
                <a:gd name="connsiteX11" fmla="*/ -315 w 536101"/>
                <a:gd name="connsiteY11"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67704" y="339348"/>
                    <a:pt x="267673" y="339348"/>
                    <a:pt x="267641" y="339348"/>
                  </a:cubicBezTo>
                  <a:cubicBezTo>
                    <a:pt x="227652" y="339295"/>
                    <a:pt x="195262" y="306945"/>
                    <a:pt x="195262"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68" y="-222"/>
                    <a:pt x="267704" y="-222"/>
                    <a:pt x="267641" y="-222"/>
                  </a:cubicBezTo>
                  <a:cubicBezTo>
                    <a:pt x="119653" y="-222"/>
                    <a:pt x="-315" y="119442"/>
                    <a:pt x="-315" y="267056"/>
                  </a:cubicBezTo>
                </a:path>
              </a:pathLst>
            </a:custGeom>
            <a:grpFill/>
            <a:ln w="9499" cap="flat">
              <a:noFill/>
              <a:prstDash val="solid"/>
              <a:miter/>
            </a:ln>
          </p:spPr>
          <p:txBody>
            <a:bodyPr rtlCol="0" anchor="ctr"/>
            <a:lstStyle/>
            <a:p>
              <a:endParaRPr lang="en-US" b="0" i="0">
                <a:latin typeface="Tenorite" pitchFamily="2" charset="0"/>
              </a:endParaRPr>
            </a:p>
          </p:txBody>
        </p:sp>
        <p:sp>
          <p:nvSpPr>
            <p:cNvPr id="7" name="Freeform 6">
              <a:extLst>
                <a:ext uri="{FF2B5EF4-FFF2-40B4-BE49-F238E27FC236}">
                  <a16:creationId xmlns:a16="http://schemas.microsoft.com/office/drawing/2014/main" id="{008B4A37-E1BF-A14B-8EB4-A7475CEAC63E}"/>
                </a:ext>
              </a:extLst>
            </p:cNvPr>
            <p:cNvSpPr/>
            <p:nvPr/>
          </p:nvSpPr>
          <p:spPr>
            <a:xfrm>
              <a:off x="448663"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195261 w 536101"/>
                <a:gd name="connsiteY4" fmla="*/ 267056 h 534746"/>
                <a:gd name="connsiteX5" fmla="*/ -315 w 536101"/>
                <a:gd name="connsiteY5" fmla="*/ 267056 h 534746"/>
                <a:gd name="connsiteX6" fmla="*/ 267641 w 536101"/>
                <a:gd name="connsiteY6" fmla="*/ 534524 h 534746"/>
                <a:gd name="connsiteX7" fmla="*/ 535787 w 536101"/>
                <a:gd name="connsiteY7" fmla="*/ 267246 h 534746"/>
                <a:gd name="connsiteX8" fmla="*/ 267831 w 536101"/>
                <a:gd name="connsiteY8" fmla="*/ -222 h 534746"/>
                <a:gd name="connsiteX9" fmla="*/ 267736 w 536101"/>
                <a:gd name="connsiteY9" fmla="*/ -222 h 534746"/>
                <a:gd name="connsiteX10" fmla="*/ -315 w 536101"/>
                <a:gd name="connsiteY10"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27731" y="339295"/>
                    <a:pt x="195314" y="306960"/>
                    <a:pt x="195261"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99" y="-222"/>
                    <a:pt x="267768" y="-222"/>
                    <a:pt x="267736" y="-222"/>
                  </a:cubicBezTo>
                  <a:cubicBezTo>
                    <a:pt x="119732" y="-222"/>
                    <a:pt x="-263" y="119427"/>
                    <a:pt x="-315" y="267056"/>
                  </a:cubicBezTo>
                </a:path>
              </a:pathLst>
            </a:custGeom>
            <a:grpFill/>
            <a:ln w="9499" cap="flat">
              <a:noFill/>
              <a:prstDash val="solid"/>
              <a:miter/>
            </a:ln>
          </p:spPr>
          <p:txBody>
            <a:bodyPr rtlCol="0" anchor="ctr"/>
            <a:lstStyle/>
            <a:p>
              <a:endParaRPr lang="en-US" b="0" i="0">
                <a:latin typeface="Tenorite" pitchFamily="2" charset="0"/>
              </a:endParaRPr>
            </a:p>
          </p:txBody>
        </p:sp>
        <p:sp>
          <p:nvSpPr>
            <p:cNvPr id="8" name="Freeform 7">
              <a:extLst>
                <a:ext uri="{FF2B5EF4-FFF2-40B4-BE49-F238E27FC236}">
                  <a16:creationId xmlns:a16="http://schemas.microsoft.com/office/drawing/2014/main" id="{DB2EB9A1-6146-5B4A-80BC-D24E4BDBEA8D}"/>
                </a:ext>
              </a:extLst>
            </p:cNvPr>
            <p:cNvSpPr/>
            <p:nvPr/>
          </p:nvSpPr>
          <p:spPr>
            <a:xfrm>
              <a:off x="2022583" y="3633461"/>
              <a:ext cx="654074" cy="967546"/>
            </a:xfrm>
            <a:custGeom>
              <a:avLst/>
              <a:gdLst>
                <a:gd name="connsiteX0" fmla="*/ 653759 w 654074"/>
                <a:gd name="connsiteY0" fmla="*/ 634482 h 967546"/>
                <a:gd name="connsiteX1" fmla="*/ 336695 w 654074"/>
                <a:gd name="connsiteY1" fmla="*/ 301639 h 967546"/>
                <a:gd name="connsiteX2" fmla="*/ 137985 w 654074"/>
                <a:gd name="connsiteY2" fmla="*/ 393448 h 967546"/>
                <a:gd name="connsiteX3" fmla="*/ 137985 w 654074"/>
                <a:gd name="connsiteY3" fmla="*/ -222 h 967546"/>
                <a:gd name="connsiteX4" fmla="*/ -315 w 654074"/>
                <a:gd name="connsiteY4" fmla="*/ -222 h 967546"/>
                <a:gd name="connsiteX5" fmla="*/ -315 w 654074"/>
                <a:gd name="connsiteY5" fmla="*/ 950838 h 967546"/>
                <a:gd name="connsiteX6" fmla="*/ 137985 w 654074"/>
                <a:gd name="connsiteY6" fmla="*/ 950838 h 967546"/>
                <a:gd name="connsiteX7" fmla="*/ 137985 w 654074"/>
                <a:gd name="connsiteY7" fmla="*/ 875515 h 967546"/>
                <a:gd name="connsiteX8" fmla="*/ 336695 w 654074"/>
                <a:gd name="connsiteY8" fmla="*/ 967324 h 967546"/>
                <a:gd name="connsiteX9" fmla="*/ 653759 w 654074"/>
                <a:gd name="connsiteY9" fmla="*/ 634482 h 967546"/>
                <a:gd name="connsiteX10" fmla="*/ 511280 w 654074"/>
                <a:gd name="connsiteY10" fmla="*/ 634482 h 967546"/>
                <a:gd name="connsiteX11" fmla="*/ 319883 w 654074"/>
                <a:gd name="connsiteY11" fmla="*/ 837238 h 967546"/>
                <a:gd name="connsiteX12" fmla="*/ 128581 w 654074"/>
                <a:gd name="connsiteY12" fmla="*/ 634482 h 967546"/>
                <a:gd name="connsiteX13" fmla="*/ 319883 w 654074"/>
                <a:gd name="connsiteY13" fmla="*/ 431725 h 967546"/>
                <a:gd name="connsiteX14" fmla="*/ 511280 w 654074"/>
                <a:gd name="connsiteY14" fmla="*/ 634482 h 96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74" h="967546">
                  <a:moveTo>
                    <a:pt x="653759" y="634482"/>
                  </a:moveTo>
                  <a:cubicBezTo>
                    <a:pt x="653759" y="441010"/>
                    <a:pt x="514130" y="301639"/>
                    <a:pt x="336695" y="301639"/>
                  </a:cubicBezTo>
                  <a:cubicBezTo>
                    <a:pt x="245984" y="301639"/>
                    <a:pt x="182343" y="337926"/>
                    <a:pt x="137985" y="393448"/>
                  </a:cubicBezTo>
                  <a:lnTo>
                    <a:pt x="137985" y="-222"/>
                  </a:lnTo>
                  <a:lnTo>
                    <a:pt x="-315" y="-222"/>
                  </a:lnTo>
                  <a:lnTo>
                    <a:pt x="-315" y="950838"/>
                  </a:lnTo>
                  <a:lnTo>
                    <a:pt x="137985" y="950838"/>
                  </a:lnTo>
                  <a:lnTo>
                    <a:pt x="137985" y="875515"/>
                  </a:lnTo>
                  <a:cubicBezTo>
                    <a:pt x="182343" y="931036"/>
                    <a:pt x="245984" y="967324"/>
                    <a:pt x="336695" y="967324"/>
                  </a:cubicBezTo>
                  <a:cubicBezTo>
                    <a:pt x="514130" y="967324"/>
                    <a:pt x="653759" y="827953"/>
                    <a:pt x="653759" y="634482"/>
                  </a:cubicBezTo>
                  <a:moveTo>
                    <a:pt x="511280" y="634482"/>
                  </a:moveTo>
                  <a:cubicBezTo>
                    <a:pt x="511280" y="745429"/>
                    <a:pt x="439091" y="837238"/>
                    <a:pt x="319883" y="837238"/>
                  </a:cubicBezTo>
                  <a:cubicBezTo>
                    <a:pt x="205900" y="837238"/>
                    <a:pt x="128581" y="750072"/>
                    <a:pt x="128581" y="634482"/>
                  </a:cubicBezTo>
                  <a:cubicBezTo>
                    <a:pt x="128581" y="518891"/>
                    <a:pt x="205995" y="431725"/>
                    <a:pt x="319883" y="431725"/>
                  </a:cubicBezTo>
                  <a:cubicBezTo>
                    <a:pt x="439091" y="431725"/>
                    <a:pt x="511280" y="523534"/>
                    <a:pt x="511280" y="634482"/>
                  </a:cubicBezTo>
                </a:path>
              </a:pathLst>
            </a:custGeom>
            <a:grpFill/>
            <a:ln w="9499" cap="flat">
              <a:noFill/>
              <a:prstDash val="solid"/>
              <a:miter/>
            </a:ln>
          </p:spPr>
          <p:txBody>
            <a:bodyPr rtlCol="0" anchor="ctr"/>
            <a:lstStyle/>
            <a:p>
              <a:endParaRPr lang="en-US" b="0" i="0">
                <a:latin typeface="Tenorite" pitchFamily="2" charset="0"/>
              </a:endParaRPr>
            </a:p>
          </p:txBody>
        </p:sp>
        <p:sp>
          <p:nvSpPr>
            <p:cNvPr id="10" name="Freeform 9">
              <a:extLst>
                <a:ext uri="{FF2B5EF4-FFF2-40B4-BE49-F238E27FC236}">
                  <a16:creationId xmlns:a16="http://schemas.microsoft.com/office/drawing/2014/main" id="{4A0A5FEA-D4D6-8E4E-BDD8-25489EC07162}"/>
                </a:ext>
              </a:extLst>
            </p:cNvPr>
            <p:cNvSpPr/>
            <p:nvPr/>
          </p:nvSpPr>
          <p:spPr>
            <a:xfrm>
              <a:off x="2791496" y="3760326"/>
              <a:ext cx="422688" cy="840776"/>
            </a:xfrm>
            <a:custGeom>
              <a:avLst/>
              <a:gdLst>
                <a:gd name="connsiteX0" fmla="*/ 381624 w 422688"/>
                <a:gd name="connsiteY0" fmla="*/ 316798 h 840776"/>
                <a:gd name="connsiteX1" fmla="*/ 381624 w 422688"/>
                <a:gd name="connsiteY1" fmla="*/ 191259 h 840776"/>
                <a:gd name="connsiteX2" fmla="*/ 138650 w 422688"/>
                <a:gd name="connsiteY2" fmla="*/ 191259 h 840776"/>
                <a:gd name="connsiteX3" fmla="*/ 138650 w 422688"/>
                <a:gd name="connsiteY3" fmla="*/ -222 h 840776"/>
                <a:gd name="connsiteX4" fmla="*/ -315 w 422688"/>
                <a:gd name="connsiteY4" fmla="*/ -222 h 840776"/>
                <a:gd name="connsiteX5" fmla="*/ -315 w 422688"/>
                <a:gd name="connsiteY5" fmla="*/ 594878 h 840776"/>
                <a:gd name="connsiteX6" fmla="*/ 227652 w 422688"/>
                <a:gd name="connsiteY6" fmla="*/ 840554 h 840776"/>
                <a:gd name="connsiteX7" fmla="*/ 422373 w 422688"/>
                <a:gd name="connsiteY7" fmla="*/ 777832 h 840776"/>
                <a:gd name="connsiteX8" fmla="*/ 367376 w 422688"/>
                <a:gd name="connsiteY8" fmla="*/ 667548 h 840776"/>
                <a:gd name="connsiteX9" fmla="*/ 239620 w 422688"/>
                <a:gd name="connsiteY9" fmla="*/ 710468 h 840776"/>
                <a:gd name="connsiteX10" fmla="*/ 138934 w 422688"/>
                <a:gd name="connsiteY10" fmla="*/ 592225 h 840776"/>
                <a:gd name="connsiteX11" fmla="*/ 138934 w 422688"/>
                <a:gd name="connsiteY11" fmla="*/ 316798 h 84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88" h="840776">
                  <a:moveTo>
                    <a:pt x="381624" y="316798"/>
                  </a:moveTo>
                  <a:lnTo>
                    <a:pt x="381624" y="191259"/>
                  </a:lnTo>
                  <a:lnTo>
                    <a:pt x="138650" y="191259"/>
                  </a:lnTo>
                  <a:lnTo>
                    <a:pt x="138650" y="-222"/>
                  </a:lnTo>
                  <a:lnTo>
                    <a:pt x="-315" y="-222"/>
                  </a:lnTo>
                  <a:lnTo>
                    <a:pt x="-315" y="594878"/>
                  </a:lnTo>
                  <a:cubicBezTo>
                    <a:pt x="-315" y="763336"/>
                    <a:pt x="83747" y="840554"/>
                    <a:pt x="227652" y="840554"/>
                  </a:cubicBezTo>
                  <a:cubicBezTo>
                    <a:pt x="297461" y="839999"/>
                    <a:pt x="365423" y="818108"/>
                    <a:pt x="422373" y="777832"/>
                  </a:cubicBezTo>
                  <a:lnTo>
                    <a:pt x="367376" y="667548"/>
                  </a:lnTo>
                  <a:cubicBezTo>
                    <a:pt x="329382" y="691329"/>
                    <a:pt x="282648" y="710468"/>
                    <a:pt x="239620" y="710468"/>
                  </a:cubicBezTo>
                  <a:cubicBezTo>
                    <a:pt x="183958" y="710468"/>
                    <a:pt x="138934" y="676738"/>
                    <a:pt x="138934" y="592225"/>
                  </a:cubicBezTo>
                  <a:lnTo>
                    <a:pt x="138934" y="316798"/>
                  </a:lnTo>
                  <a:close/>
                </a:path>
              </a:pathLst>
            </a:custGeom>
            <a:grpFill/>
            <a:ln w="9499" cap="flat">
              <a:noFill/>
              <a:prstDash val="solid"/>
              <a:miter/>
            </a:ln>
          </p:spPr>
          <p:txBody>
            <a:bodyPr rtlCol="0" anchor="ctr"/>
            <a:lstStyle/>
            <a:p>
              <a:endParaRPr lang="en-US" b="0" i="0">
                <a:latin typeface="Tenorite" pitchFamily="2" charset="0"/>
              </a:endParaRPr>
            </a:p>
          </p:txBody>
        </p:sp>
        <p:sp>
          <p:nvSpPr>
            <p:cNvPr id="11" name="Freeform 10">
              <a:extLst>
                <a:ext uri="{FF2B5EF4-FFF2-40B4-BE49-F238E27FC236}">
                  <a16:creationId xmlns:a16="http://schemas.microsoft.com/office/drawing/2014/main" id="{38548A7E-BDB8-5D40-96A9-56220B8BE8AE}"/>
                </a:ext>
              </a:extLst>
            </p:cNvPr>
            <p:cNvSpPr/>
            <p:nvPr/>
          </p:nvSpPr>
          <p:spPr>
            <a:xfrm>
              <a:off x="3312970" y="3935937"/>
              <a:ext cx="560798" cy="664408"/>
            </a:xfrm>
            <a:custGeom>
              <a:avLst/>
              <a:gdLst>
                <a:gd name="connsiteX0" fmla="*/ 508336 w 560798"/>
                <a:gd name="connsiteY0" fmla="*/ 46537 h 664408"/>
                <a:gd name="connsiteX1" fmla="*/ 287872 w 560798"/>
                <a:gd name="connsiteY1" fmla="*/ -173 h 664408"/>
                <a:gd name="connsiteX2" fmla="*/ 25616 w 560798"/>
                <a:gd name="connsiteY2" fmla="*/ 202583 h 664408"/>
                <a:gd name="connsiteX3" fmla="*/ 240854 w 560798"/>
                <a:gd name="connsiteY3" fmla="*/ 388191 h 664408"/>
                <a:gd name="connsiteX4" fmla="*/ 307344 w 560798"/>
                <a:gd name="connsiteY4" fmla="*/ 396718 h 664408"/>
                <a:gd name="connsiteX5" fmla="*/ 417244 w 560798"/>
                <a:gd name="connsiteY5" fmla="*/ 466735 h 664408"/>
                <a:gd name="connsiteX6" fmla="*/ 272864 w 560798"/>
                <a:gd name="connsiteY6" fmla="*/ 544048 h 664408"/>
                <a:gd name="connsiteX7" fmla="*/ 63895 w 560798"/>
                <a:gd name="connsiteY7" fmla="*/ 479336 h 664408"/>
                <a:gd name="connsiteX8" fmla="*/ -315 w 560798"/>
                <a:gd name="connsiteY8" fmla="*/ 582989 h 664408"/>
                <a:gd name="connsiteX9" fmla="*/ 271725 w 560798"/>
                <a:gd name="connsiteY9" fmla="*/ 664186 h 664408"/>
                <a:gd name="connsiteX10" fmla="*/ 560483 w 560798"/>
                <a:gd name="connsiteY10" fmla="*/ 457450 h 664408"/>
                <a:gd name="connsiteX11" fmla="*/ 339925 w 560798"/>
                <a:gd name="connsiteY11" fmla="*/ 270611 h 664408"/>
                <a:gd name="connsiteX12" fmla="*/ 274385 w 560798"/>
                <a:gd name="connsiteY12" fmla="*/ 260663 h 664408"/>
                <a:gd name="connsiteX13" fmla="*/ 169900 w 560798"/>
                <a:gd name="connsiteY13" fmla="*/ 195288 h 664408"/>
                <a:gd name="connsiteX14" fmla="*/ 289772 w 560798"/>
                <a:gd name="connsiteY14" fmla="*/ 120060 h 664408"/>
                <a:gd name="connsiteX15" fmla="*/ 459608 w 560798"/>
                <a:gd name="connsiteY15" fmla="*/ 160516 h 66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0798" h="664408">
                  <a:moveTo>
                    <a:pt x="508336" y="46537"/>
                  </a:moveTo>
                  <a:cubicBezTo>
                    <a:pt x="439269" y="14734"/>
                    <a:pt x="363936" y="-1227"/>
                    <a:pt x="287872" y="-173"/>
                  </a:cubicBezTo>
                  <a:cubicBezTo>
                    <a:pt x="126396" y="-173"/>
                    <a:pt x="25616" y="77803"/>
                    <a:pt x="25616" y="202583"/>
                  </a:cubicBezTo>
                  <a:cubicBezTo>
                    <a:pt x="25616" y="304909"/>
                    <a:pt x="99800" y="368957"/>
                    <a:pt x="240854" y="388191"/>
                  </a:cubicBezTo>
                  <a:lnTo>
                    <a:pt x="307344" y="396718"/>
                  </a:lnTo>
                  <a:cubicBezTo>
                    <a:pt x="383333" y="407329"/>
                    <a:pt x="417244" y="430447"/>
                    <a:pt x="417244" y="466735"/>
                  </a:cubicBezTo>
                  <a:cubicBezTo>
                    <a:pt x="417244" y="514108"/>
                    <a:pt x="368231" y="544048"/>
                    <a:pt x="272864" y="544048"/>
                  </a:cubicBezTo>
                  <a:cubicBezTo>
                    <a:pt x="170280" y="544048"/>
                    <a:pt x="108729" y="514298"/>
                    <a:pt x="63895" y="479336"/>
                  </a:cubicBezTo>
                  <a:lnTo>
                    <a:pt x="-315" y="582989"/>
                  </a:lnTo>
                  <a:cubicBezTo>
                    <a:pt x="91631" y="651679"/>
                    <a:pt x="206850" y="664186"/>
                    <a:pt x="271725" y="664186"/>
                  </a:cubicBezTo>
                  <a:cubicBezTo>
                    <a:pt x="454478" y="664186"/>
                    <a:pt x="560483" y="578915"/>
                    <a:pt x="560483" y="457450"/>
                  </a:cubicBezTo>
                  <a:cubicBezTo>
                    <a:pt x="560483" y="349155"/>
                    <a:pt x="478320" y="291076"/>
                    <a:pt x="339925" y="270611"/>
                  </a:cubicBezTo>
                  <a:lnTo>
                    <a:pt x="274385" y="260663"/>
                  </a:lnTo>
                  <a:cubicBezTo>
                    <a:pt x="216158" y="252135"/>
                    <a:pt x="169900" y="240197"/>
                    <a:pt x="169900" y="195288"/>
                  </a:cubicBezTo>
                  <a:cubicBezTo>
                    <a:pt x="169900" y="150378"/>
                    <a:pt x="213593" y="120060"/>
                    <a:pt x="289772" y="120060"/>
                  </a:cubicBezTo>
                  <a:cubicBezTo>
                    <a:pt x="348627" y="121323"/>
                    <a:pt x="406531" y="135117"/>
                    <a:pt x="459608" y="160516"/>
                  </a:cubicBezTo>
                  <a:close/>
                </a:path>
              </a:pathLst>
            </a:custGeom>
            <a:grpFill/>
            <a:ln w="9499" cap="flat">
              <a:noFill/>
              <a:prstDash val="solid"/>
              <a:miter/>
            </a:ln>
          </p:spPr>
          <p:txBody>
            <a:bodyPr rtlCol="0" anchor="ctr"/>
            <a:lstStyle/>
            <a:p>
              <a:endParaRPr lang="en-US" b="0" i="0">
                <a:latin typeface="Tenorite" pitchFamily="2" charset="0"/>
              </a:endParaRPr>
            </a:p>
          </p:txBody>
        </p:sp>
        <p:sp>
          <p:nvSpPr>
            <p:cNvPr id="12" name="Freeform 11">
              <a:extLst>
                <a:ext uri="{FF2B5EF4-FFF2-40B4-BE49-F238E27FC236}">
                  <a16:creationId xmlns:a16="http://schemas.microsoft.com/office/drawing/2014/main" id="{EBEDACD5-DA27-8542-8CB0-6F5FFB9F8BFD}"/>
                </a:ext>
              </a:extLst>
            </p:cNvPr>
            <p:cNvSpPr/>
            <p:nvPr/>
          </p:nvSpPr>
          <p:spPr>
            <a:xfrm>
              <a:off x="825757" y="3429000"/>
              <a:ext cx="536101" cy="534746"/>
            </a:xfrm>
            <a:custGeom>
              <a:avLst/>
              <a:gdLst>
                <a:gd name="connsiteX0" fmla="*/ 267736 w 536101"/>
                <a:gd name="connsiteY0" fmla="*/ -222 h 534746"/>
                <a:gd name="connsiteX1" fmla="*/ -315 w 536101"/>
                <a:gd name="connsiteY1" fmla="*/ 267151 h 534746"/>
                <a:gd name="connsiteX2" fmla="*/ 267736 w 536101"/>
                <a:gd name="connsiteY2" fmla="*/ 534524 h 534746"/>
                <a:gd name="connsiteX3" fmla="*/ 535787 w 536101"/>
                <a:gd name="connsiteY3" fmla="*/ 267151 h 534746"/>
                <a:gd name="connsiteX4" fmla="*/ 535787 w 536101"/>
                <a:gd name="connsiteY4" fmla="*/ 267056 h 534746"/>
                <a:gd name="connsiteX5" fmla="*/ 267736 w 536101"/>
                <a:gd name="connsiteY5" fmla="*/ -222 h 534746"/>
                <a:gd name="connsiteX6" fmla="*/ 267736 w 536101"/>
                <a:gd name="connsiteY6" fmla="*/ 339348 h 534746"/>
                <a:gd name="connsiteX7" fmla="*/ 195261 w 536101"/>
                <a:gd name="connsiteY7" fmla="*/ 267056 h 534746"/>
                <a:gd name="connsiteX8" fmla="*/ 267736 w 536101"/>
                <a:gd name="connsiteY8" fmla="*/ 194765 h 534746"/>
                <a:gd name="connsiteX9" fmla="*/ 340210 w 536101"/>
                <a:gd name="connsiteY9" fmla="*/ 267056 h 534746"/>
                <a:gd name="connsiteX10" fmla="*/ 267736 w 536101"/>
                <a:gd name="connsiteY10" fmla="*/ 339348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267736" y="-222"/>
                  </a:moveTo>
                  <a:cubicBezTo>
                    <a:pt x="119695" y="-222"/>
                    <a:pt x="-315" y="119485"/>
                    <a:pt x="-315" y="267151"/>
                  </a:cubicBezTo>
                  <a:cubicBezTo>
                    <a:pt x="-315" y="414817"/>
                    <a:pt x="119695" y="534524"/>
                    <a:pt x="267736" y="534524"/>
                  </a:cubicBezTo>
                  <a:cubicBezTo>
                    <a:pt x="415776" y="534524"/>
                    <a:pt x="535787" y="414817"/>
                    <a:pt x="535787" y="267151"/>
                  </a:cubicBezTo>
                  <a:cubicBezTo>
                    <a:pt x="535787" y="267120"/>
                    <a:pt x="535787" y="267088"/>
                    <a:pt x="535787" y="267056"/>
                  </a:cubicBezTo>
                  <a:cubicBezTo>
                    <a:pt x="535734" y="119427"/>
                    <a:pt x="415739" y="-222"/>
                    <a:pt x="267736" y="-222"/>
                  </a:cubicBezTo>
                  <a:close/>
                  <a:moveTo>
                    <a:pt x="267736" y="339348"/>
                  </a:moveTo>
                  <a:cubicBezTo>
                    <a:pt x="227709" y="339348"/>
                    <a:pt x="195261" y="306982"/>
                    <a:pt x="195261" y="267056"/>
                  </a:cubicBezTo>
                  <a:cubicBezTo>
                    <a:pt x="195261" y="227131"/>
                    <a:pt x="227709" y="194765"/>
                    <a:pt x="267736" y="194765"/>
                  </a:cubicBezTo>
                  <a:cubicBezTo>
                    <a:pt x="307762" y="194765"/>
                    <a:pt x="340210" y="227131"/>
                    <a:pt x="340210" y="267056"/>
                  </a:cubicBezTo>
                  <a:cubicBezTo>
                    <a:pt x="340158" y="306960"/>
                    <a:pt x="307740" y="339295"/>
                    <a:pt x="267736" y="339348"/>
                  </a:cubicBezTo>
                  <a:close/>
                </a:path>
              </a:pathLst>
            </a:custGeom>
            <a:grpFill/>
            <a:ln w="9499" cap="flat">
              <a:noFill/>
              <a:prstDash val="solid"/>
              <a:miter/>
            </a:ln>
          </p:spPr>
          <p:txBody>
            <a:bodyPr rtlCol="0" anchor="ctr"/>
            <a:lstStyle/>
            <a:p>
              <a:endParaRPr lang="en-US" b="0" i="0">
                <a:latin typeface="Tenorite" pitchFamily="2" charset="0"/>
              </a:endParaRPr>
            </a:p>
          </p:txBody>
        </p:sp>
      </p:grpSp>
    </p:spTree>
    <p:extLst>
      <p:ext uri="{BB962C8B-B14F-4D97-AF65-F5344CB8AC3E}">
        <p14:creationId xmlns:p14="http://schemas.microsoft.com/office/powerpoint/2010/main" val="177415112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cSld name="Large Text Call Out 2">
    <p:bg>
      <p:bgPr>
        <a:solidFill>
          <a:schemeClr val="bg1"/>
        </a:solidFill>
        <a:effectLst/>
      </p:bgPr>
    </p:bg>
    <p:spTree>
      <p:nvGrpSpPr>
        <p:cNvPr id="1" name=""/>
        <p:cNvGrpSpPr/>
        <p:nvPr/>
      </p:nvGrpSpPr>
      <p:grpSpPr>
        <a:xfrm>
          <a:off x="0" y="0"/>
          <a:ext cx="0" cy="0"/>
          <a:chOff x="0" y="0"/>
          <a:chExt cx="0" cy="0"/>
        </a:xfrm>
      </p:grpSpPr>
      <p:sp>
        <p:nvSpPr>
          <p:cNvPr id="4" name="Graphic 6">
            <a:extLst>
              <a:ext uri="{FF2B5EF4-FFF2-40B4-BE49-F238E27FC236}">
                <a16:creationId xmlns:a16="http://schemas.microsoft.com/office/drawing/2014/main" id="{81C237AB-A1BB-4D20-9E0E-1C06547A926E}"/>
              </a:ext>
            </a:extLst>
          </p:cNvPr>
          <p:cNvSpPr/>
          <p:nvPr/>
        </p:nvSpPr>
        <p:spPr>
          <a:xfrm>
            <a:off x="0" y="5791199"/>
            <a:ext cx="12192000" cy="1066801"/>
          </a:xfrm>
          <a:custGeom>
            <a:avLst/>
            <a:gdLst>
              <a:gd name="connsiteX0" fmla="*/ 5421961 w 7772400"/>
              <a:gd name="connsiteY0" fmla="*/ 497855 h 1361717"/>
              <a:gd name="connsiteX1" fmla="*/ 3494603 w 7772400"/>
              <a:gd name="connsiteY1" fmla="*/ 328845 h 1361717"/>
              <a:gd name="connsiteX2" fmla="*/ 0 w 7772400"/>
              <a:gd name="connsiteY2" fmla="*/ 1361717 h 1361717"/>
              <a:gd name="connsiteX3" fmla="*/ 7772400 w 7772400"/>
              <a:gd name="connsiteY3" fmla="*/ 1361717 h 1361717"/>
              <a:gd name="connsiteX4" fmla="*/ 7772400 w 7772400"/>
              <a:gd name="connsiteY4" fmla="*/ 0 h 1361717"/>
              <a:gd name="connsiteX5" fmla="*/ 5421961 w 7772400"/>
              <a:gd name="connsiteY5" fmla="*/ 497855 h 136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72400" h="1361717">
                <a:moveTo>
                  <a:pt x="5421961" y="497855"/>
                </a:moveTo>
                <a:cubicBezTo>
                  <a:pt x="4775910" y="483928"/>
                  <a:pt x="4140193" y="353546"/>
                  <a:pt x="3494603" y="328845"/>
                </a:cubicBezTo>
                <a:cubicBezTo>
                  <a:pt x="2230153" y="280472"/>
                  <a:pt x="955589" y="667216"/>
                  <a:pt x="0" y="1361717"/>
                </a:cubicBezTo>
                <a:lnTo>
                  <a:pt x="7772400" y="1361717"/>
                </a:lnTo>
                <a:lnTo>
                  <a:pt x="7772400" y="0"/>
                </a:lnTo>
                <a:cubicBezTo>
                  <a:pt x="7061762" y="340101"/>
                  <a:pt x="6239814" y="515484"/>
                  <a:pt x="5421961" y="497855"/>
                </a:cubicBezTo>
                <a:close/>
              </a:path>
            </a:pathLst>
          </a:custGeom>
          <a:solidFill>
            <a:schemeClr val="accent3"/>
          </a:solidFill>
          <a:ln w="2189" cap="flat">
            <a:noFill/>
            <a:prstDash val="solid"/>
            <a:miter/>
          </a:ln>
        </p:spPr>
        <p:txBody>
          <a:bodyPr rtlCol="0" anchor="ctr"/>
          <a:lstStyle/>
          <a:p>
            <a:endParaRPr lang="en-US"/>
          </a:p>
        </p:txBody>
      </p:sp>
      <p:sp>
        <p:nvSpPr>
          <p:cNvPr id="3" name="Graphic 8">
            <a:extLst>
              <a:ext uri="{FF2B5EF4-FFF2-40B4-BE49-F238E27FC236}">
                <a16:creationId xmlns:a16="http://schemas.microsoft.com/office/drawing/2014/main" id="{5CB3D478-46F8-2345-7C4F-7575570A99C5}"/>
              </a:ext>
            </a:extLst>
          </p:cNvPr>
          <p:cNvSpPr/>
          <p:nvPr userDrawn="1"/>
        </p:nvSpPr>
        <p:spPr>
          <a:xfrm>
            <a:off x="0" y="6051550"/>
            <a:ext cx="12192000" cy="806450"/>
          </a:xfrm>
          <a:custGeom>
            <a:avLst/>
            <a:gdLst>
              <a:gd name="connsiteX0" fmla="*/ 7772400 w 7772400"/>
              <a:gd name="connsiteY0" fmla="*/ 220712 h 972280"/>
              <a:gd name="connsiteX1" fmla="*/ 7772400 w 7772400"/>
              <a:gd name="connsiteY1" fmla="*/ 972280 h 972280"/>
              <a:gd name="connsiteX2" fmla="*/ 0 w 7772400"/>
              <a:gd name="connsiteY2" fmla="*/ 972280 h 972280"/>
              <a:gd name="connsiteX3" fmla="*/ 0 w 7772400"/>
              <a:gd name="connsiteY3" fmla="*/ 46906 h 972280"/>
              <a:gd name="connsiteX4" fmla="*/ 463104 w 7772400"/>
              <a:gd name="connsiteY4" fmla="*/ 33132 h 972280"/>
              <a:gd name="connsiteX5" fmla="*/ 1328205 w 7772400"/>
              <a:gd name="connsiteY5" fmla="*/ 65366 h 972280"/>
              <a:gd name="connsiteX6" fmla="*/ 1984546 w 7772400"/>
              <a:gd name="connsiteY6" fmla="*/ 157711 h 972280"/>
              <a:gd name="connsiteX7" fmla="*/ 2607389 w 7772400"/>
              <a:gd name="connsiteY7" fmla="*/ 264531 h 972280"/>
              <a:gd name="connsiteX8" fmla="*/ 3712054 w 7772400"/>
              <a:gd name="connsiteY8" fmla="*/ 353328 h 972280"/>
              <a:gd name="connsiteX9" fmla="*/ 5104124 w 7772400"/>
              <a:gd name="connsiteY9" fmla="*/ 134192 h 972280"/>
              <a:gd name="connsiteX10" fmla="*/ 5789935 w 7772400"/>
              <a:gd name="connsiteY10" fmla="*/ 22446 h 972280"/>
              <a:gd name="connsiteX11" fmla="*/ 6192917 w 7772400"/>
              <a:gd name="connsiteY11" fmla="*/ 0 h 972280"/>
              <a:gd name="connsiteX12" fmla="*/ 6513206 w 7772400"/>
              <a:gd name="connsiteY12" fmla="*/ 14212 h 972280"/>
              <a:gd name="connsiteX13" fmla="*/ 7254911 w 7772400"/>
              <a:gd name="connsiteY13" fmla="*/ 124251 h 972280"/>
              <a:gd name="connsiteX14" fmla="*/ 7772400 w 7772400"/>
              <a:gd name="connsiteY14" fmla="*/ 220734 h 972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72400" h="972280">
                <a:moveTo>
                  <a:pt x="7772400" y="220712"/>
                </a:moveTo>
                <a:lnTo>
                  <a:pt x="7772400" y="972280"/>
                </a:lnTo>
                <a:lnTo>
                  <a:pt x="0" y="972280"/>
                </a:lnTo>
                <a:lnTo>
                  <a:pt x="0" y="46906"/>
                </a:lnTo>
                <a:cubicBezTo>
                  <a:pt x="154353" y="40118"/>
                  <a:pt x="308816" y="35037"/>
                  <a:pt x="463104" y="33132"/>
                </a:cubicBezTo>
                <a:cubicBezTo>
                  <a:pt x="752522" y="29563"/>
                  <a:pt x="1041436" y="37161"/>
                  <a:pt x="1328205" y="65366"/>
                </a:cubicBezTo>
                <a:cubicBezTo>
                  <a:pt x="1548459" y="87024"/>
                  <a:pt x="1766853" y="120769"/>
                  <a:pt x="1984546" y="157711"/>
                </a:cubicBezTo>
                <a:cubicBezTo>
                  <a:pt x="2192452" y="192989"/>
                  <a:pt x="2399745" y="231179"/>
                  <a:pt x="2607389" y="264531"/>
                </a:cubicBezTo>
                <a:cubicBezTo>
                  <a:pt x="2972626" y="323174"/>
                  <a:pt x="3338980" y="366817"/>
                  <a:pt x="3712054" y="353328"/>
                </a:cubicBezTo>
                <a:cubicBezTo>
                  <a:pt x="4186696" y="336116"/>
                  <a:pt x="4644261" y="226756"/>
                  <a:pt x="5104124" y="134192"/>
                </a:cubicBezTo>
                <a:cubicBezTo>
                  <a:pt x="5331363" y="88447"/>
                  <a:pt x="5559193" y="46819"/>
                  <a:pt x="5789935" y="22446"/>
                </a:cubicBezTo>
                <a:cubicBezTo>
                  <a:pt x="5923139" y="8365"/>
                  <a:pt x="6057305" y="44"/>
                  <a:pt x="6192917" y="0"/>
                </a:cubicBezTo>
                <a:cubicBezTo>
                  <a:pt x="6300417" y="-44"/>
                  <a:pt x="6407129" y="5168"/>
                  <a:pt x="6513206" y="14212"/>
                </a:cubicBezTo>
                <a:cubicBezTo>
                  <a:pt x="6762842" y="35475"/>
                  <a:pt x="7009172" y="78067"/>
                  <a:pt x="7254911" y="124251"/>
                </a:cubicBezTo>
                <a:cubicBezTo>
                  <a:pt x="7427415" y="156682"/>
                  <a:pt x="7599590" y="190887"/>
                  <a:pt x="7772400" y="220734"/>
                </a:cubicBezTo>
                <a:close/>
              </a:path>
            </a:pathLst>
          </a:custGeom>
          <a:solidFill>
            <a:srgbClr val="0DB4AB"/>
          </a:solidFill>
          <a:ln w="2189" cap="flat">
            <a:noFill/>
            <a:prstDash val="solid"/>
            <a:miter/>
          </a:ln>
        </p:spPr>
        <p:txBody>
          <a:bodyPr rtlCol="0" anchor="ctr"/>
          <a:lstStyle/>
          <a:p>
            <a:endParaRPr lang="en-US"/>
          </a:p>
        </p:txBody>
      </p:sp>
      <p:grpSp>
        <p:nvGrpSpPr>
          <p:cNvPr id="5" name="Graphic 3">
            <a:extLst>
              <a:ext uri="{FF2B5EF4-FFF2-40B4-BE49-F238E27FC236}">
                <a16:creationId xmlns:a16="http://schemas.microsoft.com/office/drawing/2014/main" id="{9AEFA05D-3679-8446-8301-03FD21F461B7}"/>
              </a:ext>
            </a:extLst>
          </p:cNvPr>
          <p:cNvGrpSpPr/>
          <p:nvPr/>
        </p:nvGrpSpPr>
        <p:grpSpPr>
          <a:xfrm>
            <a:off x="381550" y="255817"/>
            <a:ext cx="625911" cy="217910"/>
            <a:chOff x="448663" y="3429000"/>
            <a:chExt cx="3429000" cy="1193800"/>
          </a:xfrm>
          <a:solidFill>
            <a:schemeClr val="accent1"/>
          </a:solidFill>
        </p:grpSpPr>
        <p:sp>
          <p:nvSpPr>
            <p:cNvPr id="7" name="Freeform 6">
              <a:extLst>
                <a:ext uri="{FF2B5EF4-FFF2-40B4-BE49-F238E27FC236}">
                  <a16:creationId xmlns:a16="http://schemas.microsoft.com/office/drawing/2014/main" id="{2E623300-5F90-1345-946C-40E492C31A05}"/>
                </a:ext>
              </a:extLst>
            </p:cNvPr>
            <p:cNvSpPr/>
            <p:nvPr/>
          </p:nvSpPr>
          <p:spPr>
            <a:xfrm>
              <a:off x="1213206"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267641 w 536101"/>
                <a:gd name="connsiteY4" fmla="*/ 339348 h 534746"/>
                <a:gd name="connsiteX5" fmla="*/ 195262 w 536101"/>
                <a:gd name="connsiteY5" fmla="*/ 267056 h 534746"/>
                <a:gd name="connsiteX6" fmla="*/ -315 w 536101"/>
                <a:gd name="connsiteY6" fmla="*/ 267056 h 534746"/>
                <a:gd name="connsiteX7" fmla="*/ 267641 w 536101"/>
                <a:gd name="connsiteY7" fmla="*/ 534524 h 534746"/>
                <a:gd name="connsiteX8" fmla="*/ 535787 w 536101"/>
                <a:gd name="connsiteY8" fmla="*/ 267246 h 534746"/>
                <a:gd name="connsiteX9" fmla="*/ 267831 w 536101"/>
                <a:gd name="connsiteY9" fmla="*/ -222 h 534746"/>
                <a:gd name="connsiteX10" fmla="*/ 267641 w 536101"/>
                <a:gd name="connsiteY10" fmla="*/ -222 h 534746"/>
                <a:gd name="connsiteX11" fmla="*/ -315 w 536101"/>
                <a:gd name="connsiteY11"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67704" y="339348"/>
                    <a:pt x="267673" y="339348"/>
                    <a:pt x="267641" y="339348"/>
                  </a:cubicBezTo>
                  <a:cubicBezTo>
                    <a:pt x="227652" y="339295"/>
                    <a:pt x="195262" y="306945"/>
                    <a:pt x="195262"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68" y="-222"/>
                    <a:pt x="267704" y="-222"/>
                    <a:pt x="267641" y="-222"/>
                  </a:cubicBezTo>
                  <a:cubicBezTo>
                    <a:pt x="119653" y="-222"/>
                    <a:pt x="-315" y="119442"/>
                    <a:pt x="-315" y="267056"/>
                  </a:cubicBezTo>
                </a:path>
              </a:pathLst>
            </a:custGeom>
            <a:grpFill/>
            <a:ln w="9499" cap="flat">
              <a:noFill/>
              <a:prstDash val="solid"/>
              <a:miter/>
            </a:ln>
          </p:spPr>
          <p:txBody>
            <a:bodyPr rtlCol="0" anchor="ctr"/>
            <a:lstStyle/>
            <a:p>
              <a:endParaRPr lang="en-US" b="0" i="0">
                <a:latin typeface="Tenorite" pitchFamily="2" charset="0"/>
              </a:endParaRPr>
            </a:p>
          </p:txBody>
        </p:sp>
        <p:sp>
          <p:nvSpPr>
            <p:cNvPr id="8" name="Freeform 7">
              <a:extLst>
                <a:ext uri="{FF2B5EF4-FFF2-40B4-BE49-F238E27FC236}">
                  <a16:creationId xmlns:a16="http://schemas.microsoft.com/office/drawing/2014/main" id="{A397CBFE-9C9A-6C4C-8348-9898468E7AA9}"/>
                </a:ext>
              </a:extLst>
            </p:cNvPr>
            <p:cNvSpPr/>
            <p:nvPr/>
          </p:nvSpPr>
          <p:spPr>
            <a:xfrm>
              <a:off x="448663"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195261 w 536101"/>
                <a:gd name="connsiteY4" fmla="*/ 267056 h 534746"/>
                <a:gd name="connsiteX5" fmla="*/ -315 w 536101"/>
                <a:gd name="connsiteY5" fmla="*/ 267056 h 534746"/>
                <a:gd name="connsiteX6" fmla="*/ 267641 w 536101"/>
                <a:gd name="connsiteY6" fmla="*/ 534524 h 534746"/>
                <a:gd name="connsiteX7" fmla="*/ 535787 w 536101"/>
                <a:gd name="connsiteY7" fmla="*/ 267246 h 534746"/>
                <a:gd name="connsiteX8" fmla="*/ 267831 w 536101"/>
                <a:gd name="connsiteY8" fmla="*/ -222 h 534746"/>
                <a:gd name="connsiteX9" fmla="*/ 267736 w 536101"/>
                <a:gd name="connsiteY9" fmla="*/ -222 h 534746"/>
                <a:gd name="connsiteX10" fmla="*/ -315 w 536101"/>
                <a:gd name="connsiteY10"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27731" y="339295"/>
                    <a:pt x="195314" y="306960"/>
                    <a:pt x="195261"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99" y="-222"/>
                    <a:pt x="267768" y="-222"/>
                    <a:pt x="267736" y="-222"/>
                  </a:cubicBezTo>
                  <a:cubicBezTo>
                    <a:pt x="119732" y="-222"/>
                    <a:pt x="-263" y="119427"/>
                    <a:pt x="-315" y="267056"/>
                  </a:cubicBezTo>
                </a:path>
              </a:pathLst>
            </a:custGeom>
            <a:grpFill/>
            <a:ln w="9499" cap="flat">
              <a:noFill/>
              <a:prstDash val="solid"/>
              <a:miter/>
            </a:ln>
          </p:spPr>
          <p:txBody>
            <a:bodyPr rtlCol="0" anchor="ctr"/>
            <a:lstStyle/>
            <a:p>
              <a:endParaRPr lang="en-US" b="0" i="0">
                <a:latin typeface="Tenorite" pitchFamily="2" charset="0"/>
              </a:endParaRPr>
            </a:p>
          </p:txBody>
        </p:sp>
        <p:sp>
          <p:nvSpPr>
            <p:cNvPr id="10" name="Freeform 9">
              <a:extLst>
                <a:ext uri="{FF2B5EF4-FFF2-40B4-BE49-F238E27FC236}">
                  <a16:creationId xmlns:a16="http://schemas.microsoft.com/office/drawing/2014/main" id="{2F29D473-8176-384E-AEB2-79D8DA8CA67A}"/>
                </a:ext>
              </a:extLst>
            </p:cNvPr>
            <p:cNvSpPr/>
            <p:nvPr/>
          </p:nvSpPr>
          <p:spPr>
            <a:xfrm>
              <a:off x="2022583" y="3633461"/>
              <a:ext cx="654074" cy="967546"/>
            </a:xfrm>
            <a:custGeom>
              <a:avLst/>
              <a:gdLst>
                <a:gd name="connsiteX0" fmla="*/ 653759 w 654074"/>
                <a:gd name="connsiteY0" fmla="*/ 634482 h 967546"/>
                <a:gd name="connsiteX1" fmla="*/ 336695 w 654074"/>
                <a:gd name="connsiteY1" fmla="*/ 301639 h 967546"/>
                <a:gd name="connsiteX2" fmla="*/ 137985 w 654074"/>
                <a:gd name="connsiteY2" fmla="*/ 393448 h 967546"/>
                <a:gd name="connsiteX3" fmla="*/ 137985 w 654074"/>
                <a:gd name="connsiteY3" fmla="*/ -222 h 967546"/>
                <a:gd name="connsiteX4" fmla="*/ -315 w 654074"/>
                <a:gd name="connsiteY4" fmla="*/ -222 h 967546"/>
                <a:gd name="connsiteX5" fmla="*/ -315 w 654074"/>
                <a:gd name="connsiteY5" fmla="*/ 950838 h 967546"/>
                <a:gd name="connsiteX6" fmla="*/ 137985 w 654074"/>
                <a:gd name="connsiteY6" fmla="*/ 950838 h 967546"/>
                <a:gd name="connsiteX7" fmla="*/ 137985 w 654074"/>
                <a:gd name="connsiteY7" fmla="*/ 875515 h 967546"/>
                <a:gd name="connsiteX8" fmla="*/ 336695 w 654074"/>
                <a:gd name="connsiteY8" fmla="*/ 967324 h 967546"/>
                <a:gd name="connsiteX9" fmla="*/ 653759 w 654074"/>
                <a:gd name="connsiteY9" fmla="*/ 634482 h 967546"/>
                <a:gd name="connsiteX10" fmla="*/ 511280 w 654074"/>
                <a:gd name="connsiteY10" fmla="*/ 634482 h 967546"/>
                <a:gd name="connsiteX11" fmla="*/ 319883 w 654074"/>
                <a:gd name="connsiteY11" fmla="*/ 837238 h 967546"/>
                <a:gd name="connsiteX12" fmla="*/ 128581 w 654074"/>
                <a:gd name="connsiteY12" fmla="*/ 634482 h 967546"/>
                <a:gd name="connsiteX13" fmla="*/ 319883 w 654074"/>
                <a:gd name="connsiteY13" fmla="*/ 431725 h 967546"/>
                <a:gd name="connsiteX14" fmla="*/ 511280 w 654074"/>
                <a:gd name="connsiteY14" fmla="*/ 634482 h 96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74" h="967546">
                  <a:moveTo>
                    <a:pt x="653759" y="634482"/>
                  </a:moveTo>
                  <a:cubicBezTo>
                    <a:pt x="653759" y="441010"/>
                    <a:pt x="514130" y="301639"/>
                    <a:pt x="336695" y="301639"/>
                  </a:cubicBezTo>
                  <a:cubicBezTo>
                    <a:pt x="245984" y="301639"/>
                    <a:pt x="182343" y="337926"/>
                    <a:pt x="137985" y="393448"/>
                  </a:cubicBezTo>
                  <a:lnTo>
                    <a:pt x="137985" y="-222"/>
                  </a:lnTo>
                  <a:lnTo>
                    <a:pt x="-315" y="-222"/>
                  </a:lnTo>
                  <a:lnTo>
                    <a:pt x="-315" y="950838"/>
                  </a:lnTo>
                  <a:lnTo>
                    <a:pt x="137985" y="950838"/>
                  </a:lnTo>
                  <a:lnTo>
                    <a:pt x="137985" y="875515"/>
                  </a:lnTo>
                  <a:cubicBezTo>
                    <a:pt x="182343" y="931036"/>
                    <a:pt x="245984" y="967324"/>
                    <a:pt x="336695" y="967324"/>
                  </a:cubicBezTo>
                  <a:cubicBezTo>
                    <a:pt x="514130" y="967324"/>
                    <a:pt x="653759" y="827953"/>
                    <a:pt x="653759" y="634482"/>
                  </a:cubicBezTo>
                  <a:moveTo>
                    <a:pt x="511280" y="634482"/>
                  </a:moveTo>
                  <a:cubicBezTo>
                    <a:pt x="511280" y="745429"/>
                    <a:pt x="439091" y="837238"/>
                    <a:pt x="319883" y="837238"/>
                  </a:cubicBezTo>
                  <a:cubicBezTo>
                    <a:pt x="205900" y="837238"/>
                    <a:pt x="128581" y="750072"/>
                    <a:pt x="128581" y="634482"/>
                  </a:cubicBezTo>
                  <a:cubicBezTo>
                    <a:pt x="128581" y="518891"/>
                    <a:pt x="205995" y="431725"/>
                    <a:pt x="319883" y="431725"/>
                  </a:cubicBezTo>
                  <a:cubicBezTo>
                    <a:pt x="439091" y="431725"/>
                    <a:pt x="511280" y="523534"/>
                    <a:pt x="511280" y="634482"/>
                  </a:cubicBezTo>
                </a:path>
              </a:pathLst>
            </a:custGeom>
            <a:grpFill/>
            <a:ln w="9499" cap="flat">
              <a:noFill/>
              <a:prstDash val="solid"/>
              <a:miter/>
            </a:ln>
          </p:spPr>
          <p:txBody>
            <a:bodyPr rtlCol="0" anchor="ctr"/>
            <a:lstStyle/>
            <a:p>
              <a:endParaRPr lang="en-US" b="0" i="0">
                <a:latin typeface="Tenorite" pitchFamily="2" charset="0"/>
              </a:endParaRPr>
            </a:p>
          </p:txBody>
        </p:sp>
        <p:sp>
          <p:nvSpPr>
            <p:cNvPr id="11" name="Freeform 10">
              <a:extLst>
                <a:ext uri="{FF2B5EF4-FFF2-40B4-BE49-F238E27FC236}">
                  <a16:creationId xmlns:a16="http://schemas.microsoft.com/office/drawing/2014/main" id="{0FBF3C62-0ABD-E642-8DFE-969E83E6458D}"/>
                </a:ext>
              </a:extLst>
            </p:cNvPr>
            <p:cNvSpPr/>
            <p:nvPr/>
          </p:nvSpPr>
          <p:spPr>
            <a:xfrm>
              <a:off x="2791496" y="3760326"/>
              <a:ext cx="422688" cy="840776"/>
            </a:xfrm>
            <a:custGeom>
              <a:avLst/>
              <a:gdLst>
                <a:gd name="connsiteX0" fmla="*/ 381624 w 422688"/>
                <a:gd name="connsiteY0" fmla="*/ 316798 h 840776"/>
                <a:gd name="connsiteX1" fmla="*/ 381624 w 422688"/>
                <a:gd name="connsiteY1" fmla="*/ 191259 h 840776"/>
                <a:gd name="connsiteX2" fmla="*/ 138650 w 422688"/>
                <a:gd name="connsiteY2" fmla="*/ 191259 h 840776"/>
                <a:gd name="connsiteX3" fmla="*/ 138650 w 422688"/>
                <a:gd name="connsiteY3" fmla="*/ -222 h 840776"/>
                <a:gd name="connsiteX4" fmla="*/ -315 w 422688"/>
                <a:gd name="connsiteY4" fmla="*/ -222 h 840776"/>
                <a:gd name="connsiteX5" fmla="*/ -315 w 422688"/>
                <a:gd name="connsiteY5" fmla="*/ 594878 h 840776"/>
                <a:gd name="connsiteX6" fmla="*/ 227652 w 422688"/>
                <a:gd name="connsiteY6" fmla="*/ 840554 h 840776"/>
                <a:gd name="connsiteX7" fmla="*/ 422373 w 422688"/>
                <a:gd name="connsiteY7" fmla="*/ 777832 h 840776"/>
                <a:gd name="connsiteX8" fmla="*/ 367376 w 422688"/>
                <a:gd name="connsiteY8" fmla="*/ 667548 h 840776"/>
                <a:gd name="connsiteX9" fmla="*/ 239620 w 422688"/>
                <a:gd name="connsiteY9" fmla="*/ 710468 h 840776"/>
                <a:gd name="connsiteX10" fmla="*/ 138934 w 422688"/>
                <a:gd name="connsiteY10" fmla="*/ 592225 h 840776"/>
                <a:gd name="connsiteX11" fmla="*/ 138934 w 422688"/>
                <a:gd name="connsiteY11" fmla="*/ 316798 h 84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88" h="840776">
                  <a:moveTo>
                    <a:pt x="381624" y="316798"/>
                  </a:moveTo>
                  <a:lnTo>
                    <a:pt x="381624" y="191259"/>
                  </a:lnTo>
                  <a:lnTo>
                    <a:pt x="138650" y="191259"/>
                  </a:lnTo>
                  <a:lnTo>
                    <a:pt x="138650" y="-222"/>
                  </a:lnTo>
                  <a:lnTo>
                    <a:pt x="-315" y="-222"/>
                  </a:lnTo>
                  <a:lnTo>
                    <a:pt x="-315" y="594878"/>
                  </a:lnTo>
                  <a:cubicBezTo>
                    <a:pt x="-315" y="763336"/>
                    <a:pt x="83747" y="840554"/>
                    <a:pt x="227652" y="840554"/>
                  </a:cubicBezTo>
                  <a:cubicBezTo>
                    <a:pt x="297461" y="839999"/>
                    <a:pt x="365423" y="818108"/>
                    <a:pt x="422373" y="777832"/>
                  </a:cubicBezTo>
                  <a:lnTo>
                    <a:pt x="367376" y="667548"/>
                  </a:lnTo>
                  <a:cubicBezTo>
                    <a:pt x="329382" y="691329"/>
                    <a:pt x="282648" y="710468"/>
                    <a:pt x="239620" y="710468"/>
                  </a:cubicBezTo>
                  <a:cubicBezTo>
                    <a:pt x="183958" y="710468"/>
                    <a:pt x="138934" y="676738"/>
                    <a:pt x="138934" y="592225"/>
                  </a:cubicBezTo>
                  <a:lnTo>
                    <a:pt x="138934" y="316798"/>
                  </a:lnTo>
                  <a:close/>
                </a:path>
              </a:pathLst>
            </a:custGeom>
            <a:grpFill/>
            <a:ln w="9499" cap="flat">
              <a:noFill/>
              <a:prstDash val="solid"/>
              <a:miter/>
            </a:ln>
          </p:spPr>
          <p:txBody>
            <a:bodyPr rtlCol="0" anchor="ctr"/>
            <a:lstStyle/>
            <a:p>
              <a:endParaRPr lang="en-US" b="0" i="0">
                <a:latin typeface="Tenorite" pitchFamily="2" charset="0"/>
              </a:endParaRPr>
            </a:p>
          </p:txBody>
        </p:sp>
        <p:sp>
          <p:nvSpPr>
            <p:cNvPr id="12" name="Freeform 11">
              <a:extLst>
                <a:ext uri="{FF2B5EF4-FFF2-40B4-BE49-F238E27FC236}">
                  <a16:creationId xmlns:a16="http://schemas.microsoft.com/office/drawing/2014/main" id="{F22BFC9F-8D21-9B40-A2BB-8A7EE24365B7}"/>
                </a:ext>
              </a:extLst>
            </p:cNvPr>
            <p:cNvSpPr/>
            <p:nvPr/>
          </p:nvSpPr>
          <p:spPr>
            <a:xfrm>
              <a:off x="3312970" y="3935937"/>
              <a:ext cx="560798" cy="664408"/>
            </a:xfrm>
            <a:custGeom>
              <a:avLst/>
              <a:gdLst>
                <a:gd name="connsiteX0" fmla="*/ 508336 w 560798"/>
                <a:gd name="connsiteY0" fmla="*/ 46537 h 664408"/>
                <a:gd name="connsiteX1" fmla="*/ 287872 w 560798"/>
                <a:gd name="connsiteY1" fmla="*/ -173 h 664408"/>
                <a:gd name="connsiteX2" fmla="*/ 25616 w 560798"/>
                <a:gd name="connsiteY2" fmla="*/ 202583 h 664408"/>
                <a:gd name="connsiteX3" fmla="*/ 240854 w 560798"/>
                <a:gd name="connsiteY3" fmla="*/ 388191 h 664408"/>
                <a:gd name="connsiteX4" fmla="*/ 307344 w 560798"/>
                <a:gd name="connsiteY4" fmla="*/ 396718 h 664408"/>
                <a:gd name="connsiteX5" fmla="*/ 417244 w 560798"/>
                <a:gd name="connsiteY5" fmla="*/ 466735 h 664408"/>
                <a:gd name="connsiteX6" fmla="*/ 272864 w 560798"/>
                <a:gd name="connsiteY6" fmla="*/ 544048 h 664408"/>
                <a:gd name="connsiteX7" fmla="*/ 63895 w 560798"/>
                <a:gd name="connsiteY7" fmla="*/ 479336 h 664408"/>
                <a:gd name="connsiteX8" fmla="*/ -315 w 560798"/>
                <a:gd name="connsiteY8" fmla="*/ 582989 h 664408"/>
                <a:gd name="connsiteX9" fmla="*/ 271725 w 560798"/>
                <a:gd name="connsiteY9" fmla="*/ 664186 h 664408"/>
                <a:gd name="connsiteX10" fmla="*/ 560483 w 560798"/>
                <a:gd name="connsiteY10" fmla="*/ 457450 h 664408"/>
                <a:gd name="connsiteX11" fmla="*/ 339925 w 560798"/>
                <a:gd name="connsiteY11" fmla="*/ 270611 h 664408"/>
                <a:gd name="connsiteX12" fmla="*/ 274385 w 560798"/>
                <a:gd name="connsiteY12" fmla="*/ 260663 h 664408"/>
                <a:gd name="connsiteX13" fmla="*/ 169900 w 560798"/>
                <a:gd name="connsiteY13" fmla="*/ 195288 h 664408"/>
                <a:gd name="connsiteX14" fmla="*/ 289772 w 560798"/>
                <a:gd name="connsiteY14" fmla="*/ 120060 h 664408"/>
                <a:gd name="connsiteX15" fmla="*/ 459608 w 560798"/>
                <a:gd name="connsiteY15" fmla="*/ 160516 h 66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0798" h="664408">
                  <a:moveTo>
                    <a:pt x="508336" y="46537"/>
                  </a:moveTo>
                  <a:cubicBezTo>
                    <a:pt x="439269" y="14734"/>
                    <a:pt x="363936" y="-1227"/>
                    <a:pt x="287872" y="-173"/>
                  </a:cubicBezTo>
                  <a:cubicBezTo>
                    <a:pt x="126396" y="-173"/>
                    <a:pt x="25616" y="77803"/>
                    <a:pt x="25616" y="202583"/>
                  </a:cubicBezTo>
                  <a:cubicBezTo>
                    <a:pt x="25616" y="304909"/>
                    <a:pt x="99800" y="368957"/>
                    <a:pt x="240854" y="388191"/>
                  </a:cubicBezTo>
                  <a:lnTo>
                    <a:pt x="307344" y="396718"/>
                  </a:lnTo>
                  <a:cubicBezTo>
                    <a:pt x="383333" y="407329"/>
                    <a:pt x="417244" y="430447"/>
                    <a:pt x="417244" y="466735"/>
                  </a:cubicBezTo>
                  <a:cubicBezTo>
                    <a:pt x="417244" y="514108"/>
                    <a:pt x="368231" y="544048"/>
                    <a:pt x="272864" y="544048"/>
                  </a:cubicBezTo>
                  <a:cubicBezTo>
                    <a:pt x="170280" y="544048"/>
                    <a:pt x="108729" y="514298"/>
                    <a:pt x="63895" y="479336"/>
                  </a:cubicBezTo>
                  <a:lnTo>
                    <a:pt x="-315" y="582989"/>
                  </a:lnTo>
                  <a:cubicBezTo>
                    <a:pt x="91631" y="651679"/>
                    <a:pt x="206850" y="664186"/>
                    <a:pt x="271725" y="664186"/>
                  </a:cubicBezTo>
                  <a:cubicBezTo>
                    <a:pt x="454478" y="664186"/>
                    <a:pt x="560483" y="578915"/>
                    <a:pt x="560483" y="457450"/>
                  </a:cubicBezTo>
                  <a:cubicBezTo>
                    <a:pt x="560483" y="349155"/>
                    <a:pt x="478320" y="291076"/>
                    <a:pt x="339925" y="270611"/>
                  </a:cubicBezTo>
                  <a:lnTo>
                    <a:pt x="274385" y="260663"/>
                  </a:lnTo>
                  <a:cubicBezTo>
                    <a:pt x="216158" y="252135"/>
                    <a:pt x="169900" y="240197"/>
                    <a:pt x="169900" y="195288"/>
                  </a:cubicBezTo>
                  <a:cubicBezTo>
                    <a:pt x="169900" y="150378"/>
                    <a:pt x="213593" y="120060"/>
                    <a:pt x="289772" y="120060"/>
                  </a:cubicBezTo>
                  <a:cubicBezTo>
                    <a:pt x="348627" y="121323"/>
                    <a:pt x="406531" y="135117"/>
                    <a:pt x="459608" y="160516"/>
                  </a:cubicBezTo>
                  <a:close/>
                </a:path>
              </a:pathLst>
            </a:custGeom>
            <a:grpFill/>
            <a:ln w="9499" cap="flat">
              <a:noFill/>
              <a:prstDash val="solid"/>
              <a:miter/>
            </a:ln>
          </p:spPr>
          <p:txBody>
            <a:bodyPr rtlCol="0" anchor="ctr"/>
            <a:lstStyle/>
            <a:p>
              <a:endParaRPr lang="en-US" b="0" i="0">
                <a:latin typeface="Tenorite" pitchFamily="2" charset="0"/>
              </a:endParaRPr>
            </a:p>
          </p:txBody>
        </p:sp>
        <p:sp>
          <p:nvSpPr>
            <p:cNvPr id="13" name="Freeform 12">
              <a:extLst>
                <a:ext uri="{FF2B5EF4-FFF2-40B4-BE49-F238E27FC236}">
                  <a16:creationId xmlns:a16="http://schemas.microsoft.com/office/drawing/2014/main" id="{28C38980-6107-E34B-A71A-374F55CF2704}"/>
                </a:ext>
              </a:extLst>
            </p:cNvPr>
            <p:cNvSpPr/>
            <p:nvPr/>
          </p:nvSpPr>
          <p:spPr>
            <a:xfrm>
              <a:off x="825757" y="3429000"/>
              <a:ext cx="536101" cy="534746"/>
            </a:xfrm>
            <a:custGeom>
              <a:avLst/>
              <a:gdLst>
                <a:gd name="connsiteX0" fmla="*/ 267736 w 536101"/>
                <a:gd name="connsiteY0" fmla="*/ -222 h 534746"/>
                <a:gd name="connsiteX1" fmla="*/ -315 w 536101"/>
                <a:gd name="connsiteY1" fmla="*/ 267151 h 534746"/>
                <a:gd name="connsiteX2" fmla="*/ 267736 w 536101"/>
                <a:gd name="connsiteY2" fmla="*/ 534524 h 534746"/>
                <a:gd name="connsiteX3" fmla="*/ 535787 w 536101"/>
                <a:gd name="connsiteY3" fmla="*/ 267151 h 534746"/>
                <a:gd name="connsiteX4" fmla="*/ 535787 w 536101"/>
                <a:gd name="connsiteY4" fmla="*/ 267056 h 534746"/>
                <a:gd name="connsiteX5" fmla="*/ 267736 w 536101"/>
                <a:gd name="connsiteY5" fmla="*/ -222 h 534746"/>
                <a:gd name="connsiteX6" fmla="*/ 267736 w 536101"/>
                <a:gd name="connsiteY6" fmla="*/ 339348 h 534746"/>
                <a:gd name="connsiteX7" fmla="*/ 195261 w 536101"/>
                <a:gd name="connsiteY7" fmla="*/ 267056 h 534746"/>
                <a:gd name="connsiteX8" fmla="*/ 267736 w 536101"/>
                <a:gd name="connsiteY8" fmla="*/ 194765 h 534746"/>
                <a:gd name="connsiteX9" fmla="*/ 340210 w 536101"/>
                <a:gd name="connsiteY9" fmla="*/ 267056 h 534746"/>
                <a:gd name="connsiteX10" fmla="*/ 267736 w 536101"/>
                <a:gd name="connsiteY10" fmla="*/ 339348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267736" y="-222"/>
                  </a:moveTo>
                  <a:cubicBezTo>
                    <a:pt x="119695" y="-222"/>
                    <a:pt x="-315" y="119485"/>
                    <a:pt x="-315" y="267151"/>
                  </a:cubicBezTo>
                  <a:cubicBezTo>
                    <a:pt x="-315" y="414817"/>
                    <a:pt x="119695" y="534524"/>
                    <a:pt x="267736" y="534524"/>
                  </a:cubicBezTo>
                  <a:cubicBezTo>
                    <a:pt x="415776" y="534524"/>
                    <a:pt x="535787" y="414817"/>
                    <a:pt x="535787" y="267151"/>
                  </a:cubicBezTo>
                  <a:cubicBezTo>
                    <a:pt x="535787" y="267120"/>
                    <a:pt x="535787" y="267088"/>
                    <a:pt x="535787" y="267056"/>
                  </a:cubicBezTo>
                  <a:cubicBezTo>
                    <a:pt x="535734" y="119427"/>
                    <a:pt x="415739" y="-222"/>
                    <a:pt x="267736" y="-222"/>
                  </a:cubicBezTo>
                  <a:close/>
                  <a:moveTo>
                    <a:pt x="267736" y="339348"/>
                  </a:moveTo>
                  <a:cubicBezTo>
                    <a:pt x="227709" y="339348"/>
                    <a:pt x="195261" y="306982"/>
                    <a:pt x="195261" y="267056"/>
                  </a:cubicBezTo>
                  <a:cubicBezTo>
                    <a:pt x="195261" y="227131"/>
                    <a:pt x="227709" y="194765"/>
                    <a:pt x="267736" y="194765"/>
                  </a:cubicBezTo>
                  <a:cubicBezTo>
                    <a:pt x="307762" y="194765"/>
                    <a:pt x="340210" y="227131"/>
                    <a:pt x="340210" y="267056"/>
                  </a:cubicBezTo>
                  <a:cubicBezTo>
                    <a:pt x="340158" y="306960"/>
                    <a:pt x="307740" y="339295"/>
                    <a:pt x="267736" y="339348"/>
                  </a:cubicBezTo>
                  <a:close/>
                </a:path>
              </a:pathLst>
            </a:custGeom>
            <a:grpFill/>
            <a:ln w="9499" cap="flat">
              <a:noFill/>
              <a:prstDash val="solid"/>
              <a:miter/>
            </a:ln>
          </p:spPr>
          <p:txBody>
            <a:bodyPr rtlCol="0" anchor="ctr"/>
            <a:lstStyle/>
            <a:p>
              <a:endParaRPr lang="en-US" b="0" i="0">
                <a:latin typeface="Tenorite" pitchFamily="2" charset="0"/>
              </a:endParaRPr>
            </a:p>
          </p:txBody>
        </p:sp>
      </p:grpSp>
      <p:sp>
        <p:nvSpPr>
          <p:cNvPr id="2" name="Title 1">
            <a:extLst>
              <a:ext uri="{FF2B5EF4-FFF2-40B4-BE49-F238E27FC236}">
                <a16:creationId xmlns:a16="http://schemas.microsoft.com/office/drawing/2014/main" id="{FA043D15-E10B-4E2D-9CB7-32810E31B39C}"/>
              </a:ext>
            </a:extLst>
          </p:cNvPr>
          <p:cNvSpPr>
            <a:spLocks noGrp="1"/>
          </p:cNvSpPr>
          <p:nvPr>
            <p:ph type="title" hasCustomPrompt="1"/>
          </p:nvPr>
        </p:nvSpPr>
        <p:spPr>
          <a:xfrm>
            <a:off x="886353" y="1491522"/>
            <a:ext cx="10221358" cy="4415880"/>
          </a:xfrm>
          <a:prstGeom prst="rect">
            <a:avLst/>
          </a:prstGeom>
        </p:spPr>
        <p:txBody>
          <a:bodyPr lIns="0" tIns="0" rIns="0" bIns="0" anchor="t" anchorCtr="0"/>
          <a:lstStyle>
            <a:lvl1pPr>
              <a:lnSpc>
                <a:spcPct val="100000"/>
              </a:lnSpc>
              <a:defRPr sz="4800" b="1" i="0" spc="-20" baseline="0">
                <a:solidFill>
                  <a:schemeClr val="accent1"/>
                </a:solidFill>
                <a:latin typeface="Tenorite" pitchFamily="2" charset="0"/>
              </a:defRPr>
            </a:lvl1pPr>
          </a:lstStyle>
          <a:p>
            <a:r>
              <a:rPr lang="en-US"/>
              <a:t>Click to edit large call out page</a:t>
            </a:r>
          </a:p>
        </p:txBody>
      </p:sp>
    </p:spTree>
    <p:extLst>
      <p:ext uri="{BB962C8B-B14F-4D97-AF65-F5344CB8AC3E}">
        <p14:creationId xmlns:p14="http://schemas.microsoft.com/office/powerpoint/2010/main" val="5676004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cSld name="Large Text Call Out 3">
    <p:bg>
      <p:bgPr>
        <a:solidFill>
          <a:schemeClr val="bg1"/>
        </a:solidFill>
        <a:effectLst/>
      </p:bgPr>
    </p:bg>
    <p:spTree>
      <p:nvGrpSpPr>
        <p:cNvPr id="1" name=""/>
        <p:cNvGrpSpPr/>
        <p:nvPr/>
      </p:nvGrpSpPr>
      <p:grpSpPr>
        <a:xfrm>
          <a:off x="0" y="0"/>
          <a:ext cx="0" cy="0"/>
          <a:chOff x="0" y="0"/>
          <a:chExt cx="0" cy="0"/>
        </a:xfrm>
      </p:grpSpPr>
      <p:grpSp>
        <p:nvGrpSpPr>
          <p:cNvPr id="5" name="Graphic 3">
            <a:extLst>
              <a:ext uri="{FF2B5EF4-FFF2-40B4-BE49-F238E27FC236}">
                <a16:creationId xmlns:a16="http://schemas.microsoft.com/office/drawing/2014/main" id="{7D799BFB-A72B-EB47-A70F-CB17ADEE75CB}"/>
              </a:ext>
            </a:extLst>
          </p:cNvPr>
          <p:cNvGrpSpPr/>
          <p:nvPr/>
        </p:nvGrpSpPr>
        <p:grpSpPr>
          <a:xfrm>
            <a:off x="381550" y="255817"/>
            <a:ext cx="625911" cy="217910"/>
            <a:chOff x="448663" y="3429000"/>
            <a:chExt cx="3429000" cy="1193800"/>
          </a:xfrm>
          <a:solidFill>
            <a:schemeClr val="accent1"/>
          </a:solidFill>
        </p:grpSpPr>
        <p:sp>
          <p:nvSpPr>
            <p:cNvPr id="7" name="Freeform 6">
              <a:extLst>
                <a:ext uri="{FF2B5EF4-FFF2-40B4-BE49-F238E27FC236}">
                  <a16:creationId xmlns:a16="http://schemas.microsoft.com/office/drawing/2014/main" id="{ABF0D82E-1A14-ED4A-A824-CDE744202D93}"/>
                </a:ext>
              </a:extLst>
            </p:cNvPr>
            <p:cNvSpPr/>
            <p:nvPr/>
          </p:nvSpPr>
          <p:spPr>
            <a:xfrm>
              <a:off x="1213206"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267641 w 536101"/>
                <a:gd name="connsiteY4" fmla="*/ 339348 h 534746"/>
                <a:gd name="connsiteX5" fmla="*/ 195262 w 536101"/>
                <a:gd name="connsiteY5" fmla="*/ 267056 h 534746"/>
                <a:gd name="connsiteX6" fmla="*/ -315 w 536101"/>
                <a:gd name="connsiteY6" fmla="*/ 267056 h 534746"/>
                <a:gd name="connsiteX7" fmla="*/ 267641 w 536101"/>
                <a:gd name="connsiteY7" fmla="*/ 534524 h 534746"/>
                <a:gd name="connsiteX8" fmla="*/ 535787 w 536101"/>
                <a:gd name="connsiteY8" fmla="*/ 267246 h 534746"/>
                <a:gd name="connsiteX9" fmla="*/ 267831 w 536101"/>
                <a:gd name="connsiteY9" fmla="*/ -222 h 534746"/>
                <a:gd name="connsiteX10" fmla="*/ 267641 w 536101"/>
                <a:gd name="connsiteY10" fmla="*/ -222 h 534746"/>
                <a:gd name="connsiteX11" fmla="*/ -315 w 536101"/>
                <a:gd name="connsiteY11"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67704" y="339348"/>
                    <a:pt x="267673" y="339348"/>
                    <a:pt x="267641" y="339348"/>
                  </a:cubicBezTo>
                  <a:cubicBezTo>
                    <a:pt x="227652" y="339295"/>
                    <a:pt x="195262" y="306945"/>
                    <a:pt x="195262"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68" y="-222"/>
                    <a:pt x="267704" y="-222"/>
                    <a:pt x="267641" y="-222"/>
                  </a:cubicBezTo>
                  <a:cubicBezTo>
                    <a:pt x="119653" y="-222"/>
                    <a:pt x="-315" y="119442"/>
                    <a:pt x="-315" y="267056"/>
                  </a:cubicBezTo>
                </a:path>
              </a:pathLst>
            </a:custGeom>
            <a:grpFill/>
            <a:ln w="9499" cap="flat">
              <a:noFill/>
              <a:prstDash val="solid"/>
              <a:miter/>
            </a:ln>
          </p:spPr>
          <p:txBody>
            <a:bodyPr rtlCol="0" anchor="ctr"/>
            <a:lstStyle/>
            <a:p>
              <a:endParaRPr lang="en-US" b="0" i="0">
                <a:solidFill>
                  <a:schemeClr val="bg1"/>
                </a:solidFill>
                <a:latin typeface="Tenorite" pitchFamily="2" charset="0"/>
              </a:endParaRPr>
            </a:p>
          </p:txBody>
        </p:sp>
        <p:sp>
          <p:nvSpPr>
            <p:cNvPr id="8" name="Freeform 7">
              <a:extLst>
                <a:ext uri="{FF2B5EF4-FFF2-40B4-BE49-F238E27FC236}">
                  <a16:creationId xmlns:a16="http://schemas.microsoft.com/office/drawing/2014/main" id="{89B0AFB6-4BCA-9448-878E-54DFB5269CA0}"/>
                </a:ext>
              </a:extLst>
            </p:cNvPr>
            <p:cNvSpPr/>
            <p:nvPr/>
          </p:nvSpPr>
          <p:spPr>
            <a:xfrm>
              <a:off x="448663"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195261 w 536101"/>
                <a:gd name="connsiteY4" fmla="*/ 267056 h 534746"/>
                <a:gd name="connsiteX5" fmla="*/ -315 w 536101"/>
                <a:gd name="connsiteY5" fmla="*/ 267056 h 534746"/>
                <a:gd name="connsiteX6" fmla="*/ 267641 w 536101"/>
                <a:gd name="connsiteY6" fmla="*/ 534524 h 534746"/>
                <a:gd name="connsiteX7" fmla="*/ 535787 w 536101"/>
                <a:gd name="connsiteY7" fmla="*/ 267246 h 534746"/>
                <a:gd name="connsiteX8" fmla="*/ 267831 w 536101"/>
                <a:gd name="connsiteY8" fmla="*/ -222 h 534746"/>
                <a:gd name="connsiteX9" fmla="*/ 267736 w 536101"/>
                <a:gd name="connsiteY9" fmla="*/ -222 h 534746"/>
                <a:gd name="connsiteX10" fmla="*/ -315 w 536101"/>
                <a:gd name="connsiteY10"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27731" y="339295"/>
                    <a:pt x="195314" y="306960"/>
                    <a:pt x="195261"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99" y="-222"/>
                    <a:pt x="267768" y="-222"/>
                    <a:pt x="267736" y="-222"/>
                  </a:cubicBezTo>
                  <a:cubicBezTo>
                    <a:pt x="119732" y="-222"/>
                    <a:pt x="-263" y="119427"/>
                    <a:pt x="-315" y="267056"/>
                  </a:cubicBezTo>
                </a:path>
              </a:pathLst>
            </a:custGeom>
            <a:grpFill/>
            <a:ln w="9499" cap="flat">
              <a:noFill/>
              <a:prstDash val="solid"/>
              <a:miter/>
            </a:ln>
          </p:spPr>
          <p:txBody>
            <a:bodyPr rtlCol="0" anchor="ctr"/>
            <a:lstStyle/>
            <a:p>
              <a:endParaRPr lang="en-US" b="0" i="0">
                <a:solidFill>
                  <a:schemeClr val="bg1"/>
                </a:solidFill>
                <a:latin typeface="Tenorite" pitchFamily="2" charset="0"/>
              </a:endParaRPr>
            </a:p>
          </p:txBody>
        </p:sp>
        <p:sp>
          <p:nvSpPr>
            <p:cNvPr id="10" name="Freeform 9">
              <a:extLst>
                <a:ext uri="{FF2B5EF4-FFF2-40B4-BE49-F238E27FC236}">
                  <a16:creationId xmlns:a16="http://schemas.microsoft.com/office/drawing/2014/main" id="{FA355D7E-834D-8A45-9E0B-9FE9E68A1BBB}"/>
                </a:ext>
              </a:extLst>
            </p:cNvPr>
            <p:cNvSpPr/>
            <p:nvPr/>
          </p:nvSpPr>
          <p:spPr>
            <a:xfrm>
              <a:off x="2022583" y="3633461"/>
              <a:ext cx="654074" cy="967546"/>
            </a:xfrm>
            <a:custGeom>
              <a:avLst/>
              <a:gdLst>
                <a:gd name="connsiteX0" fmla="*/ 653759 w 654074"/>
                <a:gd name="connsiteY0" fmla="*/ 634482 h 967546"/>
                <a:gd name="connsiteX1" fmla="*/ 336695 w 654074"/>
                <a:gd name="connsiteY1" fmla="*/ 301639 h 967546"/>
                <a:gd name="connsiteX2" fmla="*/ 137985 w 654074"/>
                <a:gd name="connsiteY2" fmla="*/ 393448 h 967546"/>
                <a:gd name="connsiteX3" fmla="*/ 137985 w 654074"/>
                <a:gd name="connsiteY3" fmla="*/ -222 h 967546"/>
                <a:gd name="connsiteX4" fmla="*/ -315 w 654074"/>
                <a:gd name="connsiteY4" fmla="*/ -222 h 967546"/>
                <a:gd name="connsiteX5" fmla="*/ -315 w 654074"/>
                <a:gd name="connsiteY5" fmla="*/ 950838 h 967546"/>
                <a:gd name="connsiteX6" fmla="*/ 137985 w 654074"/>
                <a:gd name="connsiteY6" fmla="*/ 950838 h 967546"/>
                <a:gd name="connsiteX7" fmla="*/ 137985 w 654074"/>
                <a:gd name="connsiteY7" fmla="*/ 875515 h 967546"/>
                <a:gd name="connsiteX8" fmla="*/ 336695 w 654074"/>
                <a:gd name="connsiteY8" fmla="*/ 967324 h 967546"/>
                <a:gd name="connsiteX9" fmla="*/ 653759 w 654074"/>
                <a:gd name="connsiteY9" fmla="*/ 634482 h 967546"/>
                <a:gd name="connsiteX10" fmla="*/ 511280 w 654074"/>
                <a:gd name="connsiteY10" fmla="*/ 634482 h 967546"/>
                <a:gd name="connsiteX11" fmla="*/ 319883 w 654074"/>
                <a:gd name="connsiteY11" fmla="*/ 837238 h 967546"/>
                <a:gd name="connsiteX12" fmla="*/ 128581 w 654074"/>
                <a:gd name="connsiteY12" fmla="*/ 634482 h 967546"/>
                <a:gd name="connsiteX13" fmla="*/ 319883 w 654074"/>
                <a:gd name="connsiteY13" fmla="*/ 431725 h 967546"/>
                <a:gd name="connsiteX14" fmla="*/ 511280 w 654074"/>
                <a:gd name="connsiteY14" fmla="*/ 634482 h 96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74" h="967546">
                  <a:moveTo>
                    <a:pt x="653759" y="634482"/>
                  </a:moveTo>
                  <a:cubicBezTo>
                    <a:pt x="653759" y="441010"/>
                    <a:pt x="514130" y="301639"/>
                    <a:pt x="336695" y="301639"/>
                  </a:cubicBezTo>
                  <a:cubicBezTo>
                    <a:pt x="245984" y="301639"/>
                    <a:pt x="182343" y="337926"/>
                    <a:pt x="137985" y="393448"/>
                  </a:cubicBezTo>
                  <a:lnTo>
                    <a:pt x="137985" y="-222"/>
                  </a:lnTo>
                  <a:lnTo>
                    <a:pt x="-315" y="-222"/>
                  </a:lnTo>
                  <a:lnTo>
                    <a:pt x="-315" y="950838"/>
                  </a:lnTo>
                  <a:lnTo>
                    <a:pt x="137985" y="950838"/>
                  </a:lnTo>
                  <a:lnTo>
                    <a:pt x="137985" y="875515"/>
                  </a:lnTo>
                  <a:cubicBezTo>
                    <a:pt x="182343" y="931036"/>
                    <a:pt x="245984" y="967324"/>
                    <a:pt x="336695" y="967324"/>
                  </a:cubicBezTo>
                  <a:cubicBezTo>
                    <a:pt x="514130" y="967324"/>
                    <a:pt x="653759" y="827953"/>
                    <a:pt x="653759" y="634482"/>
                  </a:cubicBezTo>
                  <a:moveTo>
                    <a:pt x="511280" y="634482"/>
                  </a:moveTo>
                  <a:cubicBezTo>
                    <a:pt x="511280" y="745429"/>
                    <a:pt x="439091" y="837238"/>
                    <a:pt x="319883" y="837238"/>
                  </a:cubicBezTo>
                  <a:cubicBezTo>
                    <a:pt x="205900" y="837238"/>
                    <a:pt x="128581" y="750072"/>
                    <a:pt x="128581" y="634482"/>
                  </a:cubicBezTo>
                  <a:cubicBezTo>
                    <a:pt x="128581" y="518891"/>
                    <a:pt x="205995" y="431725"/>
                    <a:pt x="319883" y="431725"/>
                  </a:cubicBezTo>
                  <a:cubicBezTo>
                    <a:pt x="439091" y="431725"/>
                    <a:pt x="511280" y="523534"/>
                    <a:pt x="511280" y="634482"/>
                  </a:cubicBezTo>
                </a:path>
              </a:pathLst>
            </a:custGeom>
            <a:grpFill/>
            <a:ln w="9499" cap="flat">
              <a:noFill/>
              <a:prstDash val="solid"/>
              <a:miter/>
            </a:ln>
          </p:spPr>
          <p:txBody>
            <a:bodyPr rtlCol="0" anchor="ctr"/>
            <a:lstStyle/>
            <a:p>
              <a:endParaRPr lang="en-US" b="0" i="0">
                <a:solidFill>
                  <a:schemeClr val="bg1"/>
                </a:solidFill>
                <a:latin typeface="Tenorite" pitchFamily="2" charset="0"/>
              </a:endParaRPr>
            </a:p>
          </p:txBody>
        </p:sp>
        <p:sp>
          <p:nvSpPr>
            <p:cNvPr id="11" name="Freeform 10">
              <a:extLst>
                <a:ext uri="{FF2B5EF4-FFF2-40B4-BE49-F238E27FC236}">
                  <a16:creationId xmlns:a16="http://schemas.microsoft.com/office/drawing/2014/main" id="{81A69573-47B7-A546-9E2D-952C859FFC0B}"/>
                </a:ext>
              </a:extLst>
            </p:cNvPr>
            <p:cNvSpPr/>
            <p:nvPr/>
          </p:nvSpPr>
          <p:spPr>
            <a:xfrm>
              <a:off x="2791496" y="3760326"/>
              <a:ext cx="422688" cy="840776"/>
            </a:xfrm>
            <a:custGeom>
              <a:avLst/>
              <a:gdLst>
                <a:gd name="connsiteX0" fmla="*/ 381624 w 422688"/>
                <a:gd name="connsiteY0" fmla="*/ 316798 h 840776"/>
                <a:gd name="connsiteX1" fmla="*/ 381624 w 422688"/>
                <a:gd name="connsiteY1" fmla="*/ 191259 h 840776"/>
                <a:gd name="connsiteX2" fmla="*/ 138650 w 422688"/>
                <a:gd name="connsiteY2" fmla="*/ 191259 h 840776"/>
                <a:gd name="connsiteX3" fmla="*/ 138650 w 422688"/>
                <a:gd name="connsiteY3" fmla="*/ -222 h 840776"/>
                <a:gd name="connsiteX4" fmla="*/ -315 w 422688"/>
                <a:gd name="connsiteY4" fmla="*/ -222 h 840776"/>
                <a:gd name="connsiteX5" fmla="*/ -315 w 422688"/>
                <a:gd name="connsiteY5" fmla="*/ 594878 h 840776"/>
                <a:gd name="connsiteX6" fmla="*/ 227652 w 422688"/>
                <a:gd name="connsiteY6" fmla="*/ 840554 h 840776"/>
                <a:gd name="connsiteX7" fmla="*/ 422373 w 422688"/>
                <a:gd name="connsiteY7" fmla="*/ 777832 h 840776"/>
                <a:gd name="connsiteX8" fmla="*/ 367376 w 422688"/>
                <a:gd name="connsiteY8" fmla="*/ 667548 h 840776"/>
                <a:gd name="connsiteX9" fmla="*/ 239620 w 422688"/>
                <a:gd name="connsiteY9" fmla="*/ 710468 h 840776"/>
                <a:gd name="connsiteX10" fmla="*/ 138934 w 422688"/>
                <a:gd name="connsiteY10" fmla="*/ 592225 h 840776"/>
                <a:gd name="connsiteX11" fmla="*/ 138934 w 422688"/>
                <a:gd name="connsiteY11" fmla="*/ 316798 h 84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88" h="840776">
                  <a:moveTo>
                    <a:pt x="381624" y="316798"/>
                  </a:moveTo>
                  <a:lnTo>
                    <a:pt x="381624" y="191259"/>
                  </a:lnTo>
                  <a:lnTo>
                    <a:pt x="138650" y="191259"/>
                  </a:lnTo>
                  <a:lnTo>
                    <a:pt x="138650" y="-222"/>
                  </a:lnTo>
                  <a:lnTo>
                    <a:pt x="-315" y="-222"/>
                  </a:lnTo>
                  <a:lnTo>
                    <a:pt x="-315" y="594878"/>
                  </a:lnTo>
                  <a:cubicBezTo>
                    <a:pt x="-315" y="763336"/>
                    <a:pt x="83747" y="840554"/>
                    <a:pt x="227652" y="840554"/>
                  </a:cubicBezTo>
                  <a:cubicBezTo>
                    <a:pt x="297461" y="839999"/>
                    <a:pt x="365423" y="818108"/>
                    <a:pt x="422373" y="777832"/>
                  </a:cubicBezTo>
                  <a:lnTo>
                    <a:pt x="367376" y="667548"/>
                  </a:lnTo>
                  <a:cubicBezTo>
                    <a:pt x="329382" y="691329"/>
                    <a:pt x="282648" y="710468"/>
                    <a:pt x="239620" y="710468"/>
                  </a:cubicBezTo>
                  <a:cubicBezTo>
                    <a:pt x="183958" y="710468"/>
                    <a:pt x="138934" y="676738"/>
                    <a:pt x="138934" y="592225"/>
                  </a:cubicBezTo>
                  <a:lnTo>
                    <a:pt x="138934" y="316798"/>
                  </a:lnTo>
                  <a:close/>
                </a:path>
              </a:pathLst>
            </a:custGeom>
            <a:grpFill/>
            <a:ln w="9499" cap="flat">
              <a:noFill/>
              <a:prstDash val="solid"/>
              <a:miter/>
            </a:ln>
          </p:spPr>
          <p:txBody>
            <a:bodyPr rtlCol="0" anchor="ctr"/>
            <a:lstStyle/>
            <a:p>
              <a:endParaRPr lang="en-US" b="0" i="0">
                <a:solidFill>
                  <a:schemeClr val="bg1"/>
                </a:solidFill>
                <a:latin typeface="Tenorite" pitchFamily="2" charset="0"/>
              </a:endParaRPr>
            </a:p>
          </p:txBody>
        </p:sp>
        <p:sp>
          <p:nvSpPr>
            <p:cNvPr id="12" name="Freeform 11">
              <a:extLst>
                <a:ext uri="{FF2B5EF4-FFF2-40B4-BE49-F238E27FC236}">
                  <a16:creationId xmlns:a16="http://schemas.microsoft.com/office/drawing/2014/main" id="{DCFC03CE-4A1F-D949-90D2-2E3A367FAC00}"/>
                </a:ext>
              </a:extLst>
            </p:cNvPr>
            <p:cNvSpPr/>
            <p:nvPr/>
          </p:nvSpPr>
          <p:spPr>
            <a:xfrm>
              <a:off x="3312970" y="3935937"/>
              <a:ext cx="560798" cy="664408"/>
            </a:xfrm>
            <a:custGeom>
              <a:avLst/>
              <a:gdLst>
                <a:gd name="connsiteX0" fmla="*/ 508336 w 560798"/>
                <a:gd name="connsiteY0" fmla="*/ 46537 h 664408"/>
                <a:gd name="connsiteX1" fmla="*/ 287872 w 560798"/>
                <a:gd name="connsiteY1" fmla="*/ -173 h 664408"/>
                <a:gd name="connsiteX2" fmla="*/ 25616 w 560798"/>
                <a:gd name="connsiteY2" fmla="*/ 202583 h 664408"/>
                <a:gd name="connsiteX3" fmla="*/ 240854 w 560798"/>
                <a:gd name="connsiteY3" fmla="*/ 388191 h 664408"/>
                <a:gd name="connsiteX4" fmla="*/ 307344 w 560798"/>
                <a:gd name="connsiteY4" fmla="*/ 396718 h 664408"/>
                <a:gd name="connsiteX5" fmla="*/ 417244 w 560798"/>
                <a:gd name="connsiteY5" fmla="*/ 466735 h 664408"/>
                <a:gd name="connsiteX6" fmla="*/ 272864 w 560798"/>
                <a:gd name="connsiteY6" fmla="*/ 544048 h 664408"/>
                <a:gd name="connsiteX7" fmla="*/ 63895 w 560798"/>
                <a:gd name="connsiteY7" fmla="*/ 479336 h 664408"/>
                <a:gd name="connsiteX8" fmla="*/ -315 w 560798"/>
                <a:gd name="connsiteY8" fmla="*/ 582989 h 664408"/>
                <a:gd name="connsiteX9" fmla="*/ 271725 w 560798"/>
                <a:gd name="connsiteY9" fmla="*/ 664186 h 664408"/>
                <a:gd name="connsiteX10" fmla="*/ 560483 w 560798"/>
                <a:gd name="connsiteY10" fmla="*/ 457450 h 664408"/>
                <a:gd name="connsiteX11" fmla="*/ 339925 w 560798"/>
                <a:gd name="connsiteY11" fmla="*/ 270611 h 664408"/>
                <a:gd name="connsiteX12" fmla="*/ 274385 w 560798"/>
                <a:gd name="connsiteY12" fmla="*/ 260663 h 664408"/>
                <a:gd name="connsiteX13" fmla="*/ 169900 w 560798"/>
                <a:gd name="connsiteY13" fmla="*/ 195288 h 664408"/>
                <a:gd name="connsiteX14" fmla="*/ 289772 w 560798"/>
                <a:gd name="connsiteY14" fmla="*/ 120060 h 664408"/>
                <a:gd name="connsiteX15" fmla="*/ 459608 w 560798"/>
                <a:gd name="connsiteY15" fmla="*/ 160516 h 66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0798" h="664408">
                  <a:moveTo>
                    <a:pt x="508336" y="46537"/>
                  </a:moveTo>
                  <a:cubicBezTo>
                    <a:pt x="439269" y="14734"/>
                    <a:pt x="363936" y="-1227"/>
                    <a:pt x="287872" y="-173"/>
                  </a:cubicBezTo>
                  <a:cubicBezTo>
                    <a:pt x="126396" y="-173"/>
                    <a:pt x="25616" y="77803"/>
                    <a:pt x="25616" y="202583"/>
                  </a:cubicBezTo>
                  <a:cubicBezTo>
                    <a:pt x="25616" y="304909"/>
                    <a:pt x="99800" y="368957"/>
                    <a:pt x="240854" y="388191"/>
                  </a:cubicBezTo>
                  <a:lnTo>
                    <a:pt x="307344" y="396718"/>
                  </a:lnTo>
                  <a:cubicBezTo>
                    <a:pt x="383333" y="407329"/>
                    <a:pt x="417244" y="430447"/>
                    <a:pt x="417244" y="466735"/>
                  </a:cubicBezTo>
                  <a:cubicBezTo>
                    <a:pt x="417244" y="514108"/>
                    <a:pt x="368231" y="544048"/>
                    <a:pt x="272864" y="544048"/>
                  </a:cubicBezTo>
                  <a:cubicBezTo>
                    <a:pt x="170280" y="544048"/>
                    <a:pt x="108729" y="514298"/>
                    <a:pt x="63895" y="479336"/>
                  </a:cubicBezTo>
                  <a:lnTo>
                    <a:pt x="-315" y="582989"/>
                  </a:lnTo>
                  <a:cubicBezTo>
                    <a:pt x="91631" y="651679"/>
                    <a:pt x="206850" y="664186"/>
                    <a:pt x="271725" y="664186"/>
                  </a:cubicBezTo>
                  <a:cubicBezTo>
                    <a:pt x="454478" y="664186"/>
                    <a:pt x="560483" y="578915"/>
                    <a:pt x="560483" y="457450"/>
                  </a:cubicBezTo>
                  <a:cubicBezTo>
                    <a:pt x="560483" y="349155"/>
                    <a:pt x="478320" y="291076"/>
                    <a:pt x="339925" y="270611"/>
                  </a:cubicBezTo>
                  <a:lnTo>
                    <a:pt x="274385" y="260663"/>
                  </a:lnTo>
                  <a:cubicBezTo>
                    <a:pt x="216158" y="252135"/>
                    <a:pt x="169900" y="240197"/>
                    <a:pt x="169900" y="195288"/>
                  </a:cubicBezTo>
                  <a:cubicBezTo>
                    <a:pt x="169900" y="150378"/>
                    <a:pt x="213593" y="120060"/>
                    <a:pt x="289772" y="120060"/>
                  </a:cubicBezTo>
                  <a:cubicBezTo>
                    <a:pt x="348627" y="121323"/>
                    <a:pt x="406531" y="135117"/>
                    <a:pt x="459608" y="160516"/>
                  </a:cubicBezTo>
                  <a:close/>
                </a:path>
              </a:pathLst>
            </a:custGeom>
            <a:grpFill/>
            <a:ln w="9499" cap="flat">
              <a:noFill/>
              <a:prstDash val="solid"/>
              <a:miter/>
            </a:ln>
          </p:spPr>
          <p:txBody>
            <a:bodyPr rtlCol="0" anchor="ctr"/>
            <a:lstStyle/>
            <a:p>
              <a:endParaRPr lang="en-US" b="0" i="0">
                <a:solidFill>
                  <a:schemeClr val="bg1"/>
                </a:solidFill>
                <a:latin typeface="Tenorite" pitchFamily="2" charset="0"/>
              </a:endParaRPr>
            </a:p>
          </p:txBody>
        </p:sp>
        <p:sp>
          <p:nvSpPr>
            <p:cNvPr id="13" name="Freeform 12">
              <a:extLst>
                <a:ext uri="{FF2B5EF4-FFF2-40B4-BE49-F238E27FC236}">
                  <a16:creationId xmlns:a16="http://schemas.microsoft.com/office/drawing/2014/main" id="{6F8F3D3D-8892-B443-B016-8ACC42815735}"/>
                </a:ext>
              </a:extLst>
            </p:cNvPr>
            <p:cNvSpPr/>
            <p:nvPr/>
          </p:nvSpPr>
          <p:spPr>
            <a:xfrm>
              <a:off x="825757" y="3429000"/>
              <a:ext cx="536101" cy="534746"/>
            </a:xfrm>
            <a:custGeom>
              <a:avLst/>
              <a:gdLst>
                <a:gd name="connsiteX0" fmla="*/ 267736 w 536101"/>
                <a:gd name="connsiteY0" fmla="*/ -222 h 534746"/>
                <a:gd name="connsiteX1" fmla="*/ -315 w 536101"/>
                <a:gd name="connsiteY1" fmla="*/ 267151 h 534746"/>
                <a:gd name="connsiteX2" fmla="*/ 267736 w 536101"/>
                <a:gd name="connsiteY2" fmla="*/ 534524 h 534746"/>
                <a:gd name="connsiteX3" fmla="*/ 535787 w 536101"/>
                <a:gd name="connsiteY3" fmla="*/ 267151 h 534746"/>
                <a:gd name="connsiteX4" fmla="*/ 535787 w 536101"/>
                <a:gd name="connsiteY4" fmla="*/ 267056 h 534746"/>
                <a:gd name="connsiteX5" fmla="*/ 267736 w 536101"/>
                <a:gd name="connsiteY5" fmla="*/ -222 h 534746"/>
                <a:gd name="connsiteX6" fmla="*/ 267736 w 536101"/>
                <a:gd name="connsiteY6" fmla="*/ 339348 h 534746"/>
                <a:gd name="connsiteX7" fmla="*/ 195261 w 536101"/>
                <a:gd name="connsiteY7" fmla="*/ 267056 h 534746"/>
                <a:gd name="connsiteX8" fmla="*/ 267736 w 536101"/>
                <a:gd name="connsiteY8" fmla="*/ 194765 h 534746"/>
                <a:gd name="connsiteX9" fmla="*/ 340210 w 536101"/>
                <a:gd name="connsiteY9" fmla="*/ 267056 h 534746"/>
                <a:gd name="connsiteX10" fmla="*/ 267736 w 536101"/>
                <a:gd name="connsiteY10" fmla="*/ 339348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267736" y="-222"/>
                  </a:moveTo>
                  <a:cubicBezTo>
                    <a:pt x="119695" y="-222"/>
                    <a:pt x="-315" y="119485"/>
                    <a:pt x="-315" y="267151"/>
                  </a:cubicBezTo>
                  <a:cubicBezTo>
                    <a:pt x="-315" y="414817"/>
                    <a:pt x="119695" y="534524"/>
                    <a:pt x="267736" y="534524"/>
                  </a:cubicBezTo>
                  <a:cubicBezTo>
                    <a:pt x="415776" y="534524"/>
                    <a:pt x="535787" y="414817"/>
                    <a:pt x="535787" y="267151"/>
                  </a:cubicBezTo>
                  <a:cubicBezTo>
                    <a:pt x="535787" y="267120"/>
                    <a:pt x="535787" y="267088"/>
                    <a:pt x="535787" y="267056"/>
                  </a:cubicBezTo>
                  <a:cubicBezTo>
                    <a:pt x="535734" y="119427"/>
                    <a:pt x="415739" y="-222"/>
                    <a:pt x="267736" y="-222"/>
                  </a:cubicBezTo>
                  <a:close/>
                  <a:moveTo>
                    <a:pt x="267736" y="339348"/>
                  </a:moveTo>
                  <a:cubicBezTo>
                    <a:pt x="227709" y="339348"/>
                    <a:pt x="195261" y="306982"/>
                    <a:pt x="195261" y="267056"/>
                  </a:cubicBezTo>
                  <a:cubicBezTo>
                    <a:pt x="195261" y="227131"/>
                    <a:pt x="227709" y="194765"/>
                    <a:pt x="267736" y="194765"/>
                  </a:cubicBezTo>
                  <a:cubicBezTo>
                    <a:pt x="307762" y="194765"/>
                    <a:pt x="340210" y="227131"/>
                    <a:pt x="340210" y="267056"/>
                  </a:cubicBezTo>
                  <a:cubicBezTo>
                    <a:pt x="340158" y="306960"/>
                    <a:pt x="307740" y="339295"/>
                    <a:pt x="267736" y="339348"/>
                  </a:cubicBezTo>
                  <a:close/>
                </a:path>
              </a:pathLst>
            </a:custGeom>
            <a:grpFill/>
            <a:ln w="9499" cap="flat">
              <a:noFill/>
              <a:prstDash val="solid"/>
              <a:miter/>
            </a:ln>
          </p:spPr>
          <p:txBody>
            <a:bodyPr rtlCol="0" anchor="ctr"/>
            <a:lstStyle/>
            <a:p>
              <a:endParaRPr lang="en-US" b="0" i="0">
                <a:solidFill>
                  <a:schemeClr val="bg1"/>
                </a:solidFill>
                <a:latin typeface="Tenorite" pitchFamily="2" charset="0"/>
              </a:endParaRPr>
            </a:p>
          </p:txBody>
        </p:sp>
      </p:grpSp>
      <p:sp>
        <p:nvSpPr>
          <p:cNvPr id="2" name="Title 1">
            <a:extLst>
              <a:ext uri="{FF2B5EF4-FFF2-40B4-BE49-F238E27FC236}">
                <a16:creationId xmlns:a16="http://schemas.microsoft.com/office/drawing/2014/main" id="{C055E645-E043-5B84-9477-9C59AD91D431}"/>
              </a:ext>
            </a:extLst>
          </p:cNvPr>
          <p:cNvSpPr>
            <a:spLocks noGrp="1"/>
          </p:cNvSpPr>
          <p:nvPr>
            <p:ph type="title" hasCustomPrompt="1"/>
          </p:nvPr>
        </p:nvSpPr>
        <p:spPr>
          <a:xfrm>
            <a:off x="886353" y="1491522"/>
            <a:ext cx="10221358" cy="4006562"/>
          </a:xfrm>
          <a:prstGeom prst="rect">
            <a:avLst/>
          </a:prstGeom>
        </p:spPr>
        <p:txBody>
          <a:bodyPr lIns="0" tIns="0" rIns="0" bIns="0" anchor="t" anchorCtr="0"/>
          <a:lstStyle>
            <a:lvl1pPr>
              <a:lnSpc>
                <a:spcPct val="100000"/>
              </a:lnSpc>
              <a:defRPr sz="4800" b="1" i="0" spc="-20" baseline="0">
                <a:solidFill>
                  <a:schemeClr val="accent1"/>
                </a:solidFill>
                <a:latin typeface="Tenorite" pitchFamily="2" charset="0"/>
              </a:defRPr>
            </a:lvl1pPr>
          </a:lstStyle>
          <a:p>
            <a:r>
              <a:rPr lang="en-US"/>
              <a:t>Click to edit large call out page</a:t>
            </a:r>
          </a:p>
        </p:txBody>
      </p:sp>
      <p:sp>
        <p:nvSpPr>
          <p:cNvPr id="3" name="Graphic 4">
            <a:extLst>
              <a:ext uri="{FF2B5EF4-FFF2-40B4-BE49-F238E27FC236}">
                <a16:creationId xmlns:a16="http://schemas.microsoft.com/office/drawing/2014/main" id="{22FA7C0B-BCC5-0CC1-79A0-96AE38998ED5}"/>
              </a:ext>
            </a:extLst>
          </p:cNvPr>
          <p:cNvSpPr/>
          <p:nvPr/>
        </p:nvSpPr>
        <p:spPr>
          <a:xfrm rot="10800000">
            <a:off x="0" y="5502302"/>
            <a:ext cx="12199342" cy="1355697"/>
          </a:xfrm>
          <a:custGeom>
            <a:avLst/>
            <a:gdLst>
              <a:gd name="connsiteX0" fmla="*/ 0 w 12188674"/>
              <a:gd name="connsiteY0" fmla="*/ 0 h 3432382"/>
              <a:gd name="connsiteX1" fmla="*/ 0 w 12188674"/>
              <a:gd name="connsiteY1" fmla="*/ 1065535 h 3432382"/>
              <a:gd name="connsiteX2" fmla="*/ 542635 w 12188674"/>
              <a:gd name="connsiteY2" fmla="*/ 1113514 h 3432382"/>
              <a:gd name="connsiteX3" fmla="*/ 2055763 w 12188674"/>
              <a:gd name="connsiteY3" fmla="*/ 1115059 h 3432382"/>
              <a:gd name="connsiteX4" fmla="*/ 3826036 w 12188674"/>
              <a:gd name="connsiteY4" fmla="*/ 2014450 h 3432382"/>
              <a:gd name="connsiteX5" fmla="*/ 5754976 w 12188674"/>
              <a:gd name="connsiteY5" fmla="*/ 2644772 h 3432382"/>
              <a:gd name="connsiteX6" fmla="*/ 7834243 w 12188674"/>
              <a:gd name="connsiteY6" fmla="*/ 1884617 h 3432382"/>
              <a:gd name="connsiteX7" fmla="*/ 9697781 w 12188674"/>
              <a:gd name="connsiteY7" fmla="*/ 2341623 h 3432382"/>
              <a:gd name="connsiteX8" fmla="*/ 11279914 w 12188674"/>
              <a:gd name="connsiteY8" fmla="*/ 3257111 h 3432382"/>
              <a:gd name="connsiteX9" fmla="*/ 12188675 w 12188674"/>
              <a:gd name="connsiteY9" fmla="*/ 3432383 h 3432382"/>
              <a:gd name="connsiteX10" fmla="*/ 12188675 w 12188674"/>
              <a:gd name="connsiteY10" fmla="*/ 515 h 3432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88674" h="3432382">
                <a:moveTo>
                  <a:pt x="0" y="0"/>
                </a:moveTo>
                <a:lnTo>
                  <a:pt x="0" y="1065535"/>
                </a:lnTo>
                <a:cubicBezTo>
                  <a:pt x="176852" y="1098654"/>
                  <a:pt x="363724" y="1113308"/>
                  <a:pt x="542635" y="1113514"/>
                </a:cubicBezTo>
                <a:cubicBezTo>
                  <a:pt x="1048658" y="1114166"/>
                  <a:pt x="1562162" y="1035333"/>
                  <a:pt x="2055763" y="1115059"/>
                </a:cubicBezTo>
                <a:cubicBezTo>
                  <a:pt x="2771476" y="1230683"/>
                  <a:pt x="3297435" y="1650211"/>
                  <a:pt x="3826036" y="2014450"/>
                </a:cubicBezTo>
                <a:cubicBezTo>
                  <a:pt x="4354638" y="2378723"/>
                  <a:pt x="5030479" y="2727621"/>
                  <a:pt x="5754976" y="2644772"/>
                </a:cubicBezTo>
                <a:cubicBezTo>
                  <a:pt x="6529915" y="2556158"/>
                  <a:pt x="7066957" y="2002575"/>
                  <a:pt x="7834243" y="1884617"/>
                </a:cubicBezTo>
                <a:cubicBezTo>
                  <a:pt x="8498864" y="1782446"/>
                  <a:pt x="9172063" y="2033120"/>
                  <a:pt x="9697781" y="2341623"/>
                </a:cubicBezTo>
                <a:cubicBezTo>
                  <a:pt x="10223500" y="2650126"/>
                  <a:pt x="10680249" y="3027921"/>
                  <a:pt x="11279914" y="3257111"/>
                </a:cubicBezTo>
                <a:cubicBezTo>
                  <a:pt x="11554422" y="3362027"/>
                  <a:pt x="11875632" y="3426617"/>
                  <a:pt x="12188675" y="3432383"/>
                </a:cubicBezTo>
                <a:lnTo>
                  <a:pt x="12188675" y="515"/>
                </a:lnTo>
              </a:path>
            </a:pathLst>
          </a:custGeom>
          <a:solidFill>
            <a:schemeClr val="accent4"/>
          </a:solidFill>
          <a:ln w="3429" cap="flat">
            <a:noFill/>
            <a:prstDash val="solid"/>
            <a:miter/>
          </a:ln>
        </p:spPr>
        <p:txBody>
          <a:bodyPr rtlCol="0" anchor="ctr"/>
          <a:lstStyle/>
          <a:p>
            <a:endParaRPr lang="en-US"/>
          </a:p>
        </p:txBody>
      </p:sp>
      <p:sp>
        <p:nvSpPr>
          <p:cNvPr id="4" name="Graphic 8">
            <a:extLst>
              <a:ext uri="{FF2B5EF4-FFF2-40B4-BE49-F238E27FC236}">
                <a16:creationId xmlns:a16="http://schemas.microsoft.com/office/drawing/2014/main" id="{189E6962-D9E3-F282-79DB-63BB76E9014D}"/>
              </a:ext>
            </a:extLst>
          </p:cNvPr>
          <p:cNvSpPr/>
          <p:nvPr userDrawn="1"/>
        </p:nvSpPr>
        <p:spPr>
          <a:xfrm flipH="1">
            <a:off x="-2" y="5702300"/>
            <a:ext cx="12192001" cy="1155700"/>
          </a:xfrm>
          <a:custGeom>
            <a:avLst/>
            <a:gdLst>
              <a:gd name="connsiteX0" fmla="*/ 7768963 w 7787747"/>
              <a:gd name="connsiteY0" fmla="*/ 573293 h 1142010"/>
              <a:gd name="connsiteX1" fmla="*/ 7787748 w 7787747"/>
              <a:gd name="connsiteY1" fmla="*/ 568541 h 1142010"/>
              <a:gd name="connsiteX2" fmla="*/ 7787748 w 7787747"/>
              <a:gd name="connsiteY2" fmla="*/ 1142011 h 1142010"/>
              <a:gd name="connsiteX3" fmla="*/ 0 w 7787747"/>
              <a:gd name="connsiteY3" fmla="*/ 1142011 h 1142010"/>
              <a:gd name="connsiteX4" fmla="*/ 0 w 7787747"/>
              <a:gd name="connsiteY4" fmla="*/ 43400 h 1142010"/>
              <a:gd name="connsiteX5" fmla="*/ 523400 w 7787747"/>
              <a:gd name="connsiteY5" fmla="*/ 112357 h 1142010"/>
              <a:gd name="connsiteX6" fmla="*/ 1113818 w 7787747"/>
              <a:gd name="connsiteY6" fmla="*/ 115445 h 1142010"/>
              <a:gd name="connsiteX7" fmla="*/ 1239512 w 7787747"/>
              <a:gd name="connsiteY7" fmla="*/ 105897 h 1142010"/>
              <a:gd name="connsiteX8" fmla="*/ 2170799 w 7787747"/>
              <a:gd name="connsiteY8" fmla="*/ 2757 h 1142010"/>
              <a:gd name="connsiteX9" fmla="*/ 2505931 w 7787747"/>
              <a:gd name="connsiteY9" fmla="*/ 6151 h 1142010"/>
              <a:gd name="connsiteX10" fmla="*/ 4267770 w 7787747"/>
              <a:gd name="connsiteY10" fmla="*/ 457079 h 1142010"/>
              <a:gd name="connsiteX11" fmla="*/ 4932759 w 7787747"/>
              <a:gd name="connsiteY11" fmla="*/ 685324 h 1142010"/>
              <a:gd name="connsiteX12" fmla="*/ 5293443 w 7787747"/>
              <a:gd name="connsiteY12" fmla="*/ 781938 h 1142010"/>
              <a:gd name="connsiteX13" fmla="*/ 5763618 w 7787747"/>
              <a:gd name="connsiteY13" fmla="*/ 865042 h 1142010"/>
              <a:gd name="connsiteX14" fmla="*/ 6378688 w 7787747"/>
              <a:gd name="connsiteY14" fmla="*/ 881926 h 1142010"/>
              <a:gd name="connsiteX15" fmla="*/ 7655442 w 7787747"/>
              <a:gd name="connsiteY15" fmla="*/ 603315 h 1142010"/>
              <a:gd name="connsiteX16" fmla="*/ 7718519 w 7787747"/>
              <a:gd name="connsiteY16" fmla="*/ 586432 h 1142010"/>
              <a:gd name="connsiteX17" fmla="*/ 7768963 w 7787747"/>
              <a:gd name="connsiteY17" fmla="*/ 573315 h 1142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787747" h="1142010">
                <a:moveTo>
                  <a:pt x="7768963" y="573293"/>
                </a:moveTo>
                <a:cubicBezTo>
                  <a:pt x="7775225" y="571716"/>
                  <a:pt x="7781464" y="570117"/>
                  <a:pt x="7787748" y="568541"/>
                </a:cubicBezTo>
                <a:lnTo>
                  <a:pt x="7787748" y="1142011"/>
                </a:lnTo>
                <a:lnTo>
                  <a:pt x="0" y="1142011"/>
                </a:lnTo>
                <a:lnTo>
                  <a:pt x="0" y="43400"/>
                </a:lnTo>
                <a:cubicBezTo>
                  <a:pt x="169088" y="76576"/>
                  <a:pt x="344985" y="99700"/>
                  <a:pt x="523400" y="112357"/>
                </a:cubicBezTo>
                <a:cubicBezTo>
                  <a:pt x="719089" y="126219"/>
                  <a:pt x="917756" y="127445"/>
                  <a:pt x="1113818" y="115445"/>
                </a:cubicBezTo>
                <a:cubicBezTo>
                  <a:pt x="1155854" y="112883"/>
                  <a:pt x="1197782" y="109686"/>
                  <a:pt x="1239512" y="105897"/>
                </a:cubicBezTo>
                <a:cubicBezTo>
                  <a:pt x="1552313" y="77430"/>
                  <a:pt x="1854538" y="15940"/>
                  <a:pt x="2170799" y="2757"/>
                </a:cubicBezTo>
                <a:cubicBezTo>
                  <a:pt x="2284013" y="-1951"/>
                  <a:pt x="2395738" y="-506"/>
                  <a:pt x="2505931" y="6151"/>
                </a:cubicBezTo>
                <a:cubicBezTo>
                  <a:pt x="3141976" y="44539"/>
                  <a:pt x="3728103" y="256316"/>
                  <a:pt x="4267770" y="457079"/>
                </a:cubicBezTo>
                <a:cubicBezTo>
                  <a:pt x="4480603" y="536241"/>
                  <a:pt x="4702696" y="616147"/>
                  <a:pt x="4932759" y="685324"/>
                </a:cubicBezTo>
                <a:cubicBezTo>
                  <a:pt x="5050944" y="720886"/>
                  <a:pt x="5171230" y="753602"/>
                  <a:pt x="5293443" y="781938"/>
                </a:cubicBezTo>
                <a:cubicBezTo>
                  <a:pt x="5447248" y="817611"/>
                  <a:pt x="5604076" y="846341"/>
                  <a:pt x="5763618" y="865042"/>
                </a:cubicBezTo>
                <a:cubicBezTo>
                  <a:pt x="5964584" y="888627"/>
                  <a:pt x="6169863" y="896313"/>
                  <a:pt x="6378688" y="881926"/>
                </a:cubicBezTo>
                <a:cubicBezTo>
                  <a:pt x="6836582" y="850370"/>
                  <a:pt x="7243286" y="715521"/>
                  <a:pt x="7655442" y="603315"/>
                </a:cubicBezTo>
                <a:cubicBezTo>
                  <a:pt x="7676329" y="597621"/>
                  <a:pt x="7697347" y="591993"/>
                  <a:pt x="7718519" y="586432"/>
                </a:cubicBezTo>
                <a:cubicBezTo>
                  <a:pt x="7735246" y="582008"/>
                  <a:pt x="7752061" y="577650"/>
                  <a:pt x="7768963" y="573315"/>
                </a:cubicBezTo>
                <a:close/>
              </a:path>
            </a:pathLst>
          </a:custGeom>
          <a:solidFill>
            <a:srgbClr val="826DAA"/>
          </a:solidFill>
          <a:ln w="2189" cap="flat">
            <a:noFill/>
            <a:prstDash val="solid"/>
            <a:miter/>
          </a:ln>
        </p:spPr>
        <p:txBody>
          <a:bodyPr rtlCol="0" anchor="ctr"/>
          <a:lstStyle/>
          <a:p>
            <a:endParaRPr lang="en-US"/>
          </a:p>
        </p:txBody>
      </p:sp>
    </p:spTree>
    <p:extLst>
      <p:ext uri="{BB962C8B-B14F-4D97-AF65-F5344CB8AC3E}">
        <p14:creationId xmlns:p14="http://schemas.microsoft.com/office/powerpoint/2010/main" val="368947885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cSld name="Large Text Call Out 4">
    <p:bg>
      <p:bgPr>
        <a:solidFill>
          <a:schemeClr val="bg1"/>
        </a:solidFill>
        <a:effectLst/>
      </p:bgPr>
    </p:bg>
    <p:spTree>
      <p:nvGrpSpPr>
        <p:cNvPr id="1" name=""/>
        <p:cNvGrpSpPr/>
        <p:nvPr/>
      </p:nvGrpSpPr>
      <p:grpSpPr>
        <a:xfrm>
          <a:off x="0" y="0"/>
          <a:ext cx="0" cy="0"/>
          <a:chOff x="0" y="0"/>
          <a:chExt cx="0" cy="0"/>
        </a:xfrm>
      </p:grpSpPr>
      <p:grpSp>
        <p:nvGrpSpPr>
          <p:cNvPr id="5" name="Graphic 3">
            <a:extLst>
              <a:ext uri="{FF2B5EF4-FFF2-40B4-BE49-F238E27FC236}">
                <a16:creationId xmlns:a16="http://schemas.microsoft.com/office/drawing/2014/main" id="{B18CF81C-582E-0F42-81B9-B9193EB335B6}"/>
              </a:ext>
            </a:extLst>
          </p:cNvPr>
          <p:cNvGrpSpPr/>
          <p:nvPr/>
        </p:nvGrpSpPr>
        <p:grpSpPr>
          <a:xfrm>
            <a:off x="381550" y="255817"/>
            <a:ext cx="625911" cy="217910"/>
            <a:chOff x="448663" y="3429000"/>
            <a:chExt cx="3429000" cy="1193800"/>
          </a:xfrm>
          <a:solidFill>
            <a:schemeClr val="accent1"/>
          </a:solidFill>
        </p:grpSpPr>
        <p:sp>
          <p:nvSpPr>
            <p:cNvPr id="7" name="Freeform 6">
              <a:extLst>
                <a:ext uri="{FF2B5EF4-FFF2-40B4-BE49-F238E27FC236}">
                  <a16:creationId xmlns:a16="http://schemas.microsoft.com/office/drawing/2014/main" id="{CFF24332-B94B-C245-AFFF-ACD82F0449C5}"/>
                </a:ext>
              </a:extLst>
            </p:cNvPr>
            <p:cNvSpPr/>
            <p:nvPr/>
          </p:nvSpPr>
          <p:spPr>
            <a:xfrm>
              <a:off x="1213206"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267641 w 536101"/>
                <a:gd name="connsiteY4" fmla="*/ 339348 h 534746"/>
                <a:gd name="connsiteX5" fmla="*/ 195262 w 536101"/>
                <a:gd name="connsiteY5" fmla="*/ 267056 h 534746"/>
                <a:gd name="connsiteX6" fmla="*/ -315 w 536101"/>
                <a:gd name="connsiteY6" fmla="*/ 267056 h 534746"/>
                <a:gd name="connsiteX7" fmla="*/ 267641 w 536101"/>
                <a:gd name="connsiteY7" fmla="*/ 534524 h 534746"/>
                <a:gd name="connsiteX8" fmla="*/ 535787 w 536101"/>
                <a:gd name="connsiteY8" fmla="*/ 267246 h 534746"/>
                <a:gd name="connsiteX9" fmla="*/ 267831 w 536101"/>
                <a:gd name="connsiteY9" fmla="*/ -222 h 534746"/>
                <a:gd name="connsiteX10" fmla="*/ 267641 w 536101"/>
                <a:gd name="connsiteY10" fmla="*/ -222 h 534746"/>
                <a:gd name="connsiteX11" fmla="*/ -315 w 536101"/>
                <a:gd name="connsiteY11"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67704" y="339348"/>
                    <a:pt x="267673" y="339348"/>
                    <a:pt x="267641" y="339348"/>
                  </a:cubicBezTo>
                  <a:cubicBezTo>
                    <a:pt x="227652" y="339295"/>
                    <a:pt x="195262" y="306945"/>
                    <a:pt x="195262"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68" y="-222"/>
                    <a:pt x="267704" y="-222"/>
                    <a:pt x="267641" y="-222"/>
                  </a:cubicBezTo>
                  <a:cubicBezTo>
                    <a:pt x="119653" y="-222"/>
                    <a:pt x="-315" y="119442"/>
                    <a:pt x="-315" y="267056"/>
                  </a:cubicBezTo>
                </a:path>
              </a:pathLst>
            </a:custGeom>
            <a:grpFill/>
            <a:ln w="9499" cap="flat">
              <a:noFill/>
              <a:prstDash val="solid"/>
              <a:miter/>
            </a:ln>
          </p:spPr>
          <p:txBody>
            <a:bodyPr rtlCol="0" anchor="ctr"/>
            <a:lstStyle/>
            <a:p>
              <a:endParaRPr lang="en-US" b="0" i="0">
                <a:latin typeface="Tenorite" pitchFamily="2" charset="0"/>
              </a:endParaRPr>
            </a:p>
          </p:txBody>
        </p:sp>
        <p:sp>
          <p:nvSpPr>
            <p:cNvPr id="8" name="Freeform 7">
              <a:extLst>
                <a:ext uri="{FF2B5EF4-FFF2-40B4-BE49-F238E27FC236}">
                  <a16:creationId xmlns:a16="http://schemas.microsoft.com/office/drawing/2014/main" id="{5F388753-B021-F648-9C1F-93FCDFBF29DB}"/>
                </a:ext>
              </a:extLst>
            </p:cNvPr>
            <p:cNvSpPr/>
            <p:nvPr/>
          </p:nvSpPr>
          <p:spPr>
            <a:xfrm>
              <a:off x="448663"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195261 w 536101"/>
                <a:gd name="connsiteY4" fmla="*/ 267056 h 534746"/>
                <a:gd name="connsiteX5" fmla="*/ -315 w 536101"/>
                <a:gd name="connsiteY5" fmla="*/ 267056 h 534746"/>
                <a:gd name="connsiteX6" fmla="*/ 267641 w 536101"/>
                <a:gd name="connsiteY6" fmla="*/ 534524 h 534746"/>
                <a:gd name="connsiteX7" fmla="*/ 535787 w 536101"/>
                <a:gd name="connsiteY7" fmla="*/ 267246 h 534746"/>
                <a:gd name="connsiteX8" fmla="*/ 267831 w 536101"/>
                <a:gd name="connsiteY8" fmla="*/ -222 h 534746"/>
                <a:gd name="connsiteX9" fmla="*/ 267736 w 536101"/>
                <a:gd name="connsiteY9" fmla="*/ -222 h 534746"/>
                <a:gd name="connsiteX10" fmla="*/ -315 w 536101"/>
                <a:gd name="connsiteY10"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27731" y="339295"/>
                    <a:pt x="195314" y="306960"/>
                    <a:pt x="195261"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99" y="-222"/>
                    <a:pt x="267768" y="-222"/>
                    <a:pt x="267736" y="-222"/>
                  </a:cubicBezTo>
                  <a:cubicBezTo>
                    <a:pt x="119732" y="-222"/>
                    <a:pt x="-263" y="119427"/>
                    <a:pt x="-315" y="267056"/>
                  </a:cubicBezTo>
                </a:path>
              </a:pathLst>
            </a:custGeom>
            <a:grpFill/>
            <a:ln w="9499" cap="flat">
              <a:noFill/>
              <a:prstDash val="solid"/>
              <a:miter/>
            </a:ln>
          </p:spPr>
          <p:txBody>
            <a:bodyPr rtlCol="0" anchor="ctr"/>
            <a:lstStyle/>
            <a:p>
              <a:endParaRPr lang="en-US" b="0" i="0">
                <a:latin typeface="Tenorite" pitchFamily="2" charset="0"/>
              </a:endParaRPr>
            </a:p>
          </p:txBody>
        </p:sp>
        <p:sp>
          <p:nvSpPr>
            <p:cNvPr id="10" name="Freeform 9">
              <a:extLst>
                <a:ext uri="{FF2B5EF4-FFF2-40B4-BE49-F238E27FC236}">
                  <a16:creationId xmlns:a16="http://schemas.microsoft.com/office/drawing/2014/main" id="{FE9590FD-A5A2-154A-A50B-5C8C1553E0B1}"/>
                </a:ext>
              </a:extLst>
            </p:cNvPr>
            <p:cNvSpPr/>
            <p:nvPr/>
          </p:nvSpPr>
          <p:spPr>
            <a:xfrm>
              <a:off x="2022583" y="3633461"/>
              <a:ext cx="654074" cy="967546"/>
            </a:xfrm>
            <a:custGeom>
              <a:avLst/>
              <a:gdLst>
                <a:gd name="connsiteX0" fmla="*/ 653759 w 654074"/>
                <a:gd name="connsiteY0" fmla="*/ 634482 h 967546"/>
                <a:gd name="connsiteX1" fmla="*/ 336695 w 654074"/>
                <a:gd name="connsiteY1" fmla="*/ 301639 h 967546"/>
                <a:gd name="connsiteX2" fmla="*/ 137985 w 654074"/>
                <a:gd name="connsiteY2" fmla="*/ 393448 h 967546"/>
                <a:gd name="connsiteX3" fmla="*/ 137985 w 654074"/>
                <a:gd name="connsiteY3" fmla="*/ -222 h 967546"/>
                <a:gd name="connsiteX4" fmla="*/ -315 w 654074"/>
                <a:gd name="connsiteY4" fmla="*/ -222 h 967546"/>
                <a:gd name="connsiteX5" fmla="*/ -315 w 654074"/>
                <a:gd name="connsiteY5" fmla="*/ 950838 h 967546"/>
                <a:gd name="connsiteX6" fmla="*/ 137985 w 654074"/>
                <a:gd name="connsiteY6" fmla="*/ 950838 h 967546"/>
                <a:gd name="connsiteX7" fmla="*/ 137985 w 654074"/>
                <a:gd name="connsiteY7" fmla="*/ 875515 h 967546"/>
                <a:gd name="connsiteX8" fmla="*/ 336695 w 654074"/>
                <a:gd name="connsiteY8" fmla="*/ 967324 h 967546"/>
                <a:gd name="connsiteX9" fmla="*/ 653759 w 654074"/>
                <a:gd name="connsiteY9" fmla="*/ 634482 h 967546"/>
                <a:gd name="connsiteX10" fmla="*/ 511280 w 654074"/>
                <a:gd name="connsiteY10" fmla="*/ 634482 h 967546"/>
                <a:gd name="connsiteX11" fmla="*/ 319883 w 654074"/>
                <a:gd name="connsiteY11" fmla="*/ 837238 h 967546"/>
                <a:gd name="connsiteX12" fmla="*/ 128581 w 654074"/>
                <a:gd name="connsiteY12" fmla="*/ 634482 h 967546"/>
                <a:gd name="connsiteX13" fmla="*/ 319883 w 654074"/>
                <a:gd name="connsiteY13" fmla="*/ 431725 h 967546"/>
                <a:gd name="connsiteX14" fmla="*/ 511280 w 654074"/>
                <a:gd name="connsiteY14" fmla="*/ 634482 h 96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74" h="967546">
                  <a:moveTo>
                    <a:pt x="653759" y="634482"/>
                  </a:moveTo>
                  <a:cubicBezTo>
                    <a:pt x="653759" y="441010"/>
                    <a:pt x="514130" y="301639"/>
                    <a:pt x="336695" y="301639"/>
                  </a:cubicBezTo>
                  <a:cubicBezTo>
                    <a:pt x="245984" y="301639"/>
                    <a:pt x="182343" y="337926"/>
                    <a:pt x="137985" y="393448"/>
                  </a:cubicBezTo>
                  <a:lnTo>
                    <a:pt x="137985" y="-222"/>
                  </a:lnTo>
                  <a:lnTo>
                    <a:pt x="-315" y="-222"/>
                  </a:lnTo>
                  <a:lnTo>
                    <a:pt x="-315" y="950838"/>
                  </a:lnTo>
                  <a:lnTo>
                    <a:pt x="137985" y="950838"/>
                  </a:lnTo>
                  <a:lnTo>
                    <a:pt x="137985" y="875515"/>
                  </a:lnTo>
                  <a:cubicBezTo>
                    <a:pt x="182343" y="931036"/>
                    <a:pt x="245984" y="967324"/>
                    <a:pt x="336695" y="967324"/>
                  </a:cubicBezTo>
                  <a:cubicBezTo>
                    <a:pt x="514130" y="967324"/>
                    <a:pt x="653759" y="827953"/>
                    <a:pt x="653759" y="634482"/>
                  </a:cubicBezTo>
                  <a:moveTo>
                    <a:pt x="511280" y="634482"/>
                  </a:moveTo>
                  <a:cubicBezTo>
                    <a:pt x="511280" y="745429"/>
                    <a:pt x="439091" y="837238"/>
                    <a:pt x="319883" y="837238"/>
                  </a:cubicBezTo>
                  <a:cubicBezTo>
                    <a:pt x="205900" y="837238"/>
                    <a:pt x="128581" y="750072"/>
                    <a:pt x="128581" y="634482"/>
                  </a:cubicBezTo>
                  <a:cubicBezTo>
                    <a:pt x="128581" y="518891"/>
                    <a:pt x="205995" y="431725"/>
                    <a:pt x="319883" y="431725"/>
                  </a:cubicBezTo>
                  <a:cubicBezTo>
                    <a:pt x="439091" y="431725"/>
                    <a:pt x="511280" y="523534"/>
                    <a:pt x="511280" y="634482"/>
                  </a:cubicBezTo>
                </a:path>
              </a:pathLst>
            </a:custGeom>
            <a:grpFill/>
            <a:ln w="9499" cap="flat">
              <a:noFill/>
              <a:prstDash val="solid"/>
              <a:miter/>
            </a:ln>
          </p:spPr>
          <p:txBody>
            <a:bodyPr rtlCol="0" anchor="ctr"/>
            <a:lstStyle/>
            <a:p>
              <a:endParaRPr lang="en-US" b="0" i="0">
                <a:latin typeface="Tenorite" pitchFamily="2" charset="0"/>
              </a:endParaRPr>
            </a:p>
          </p:txBody>
        </p:sp>
        <p:sp>
          <p:nvSpPr>
            <p:cNvPr id="11" name="Freeform 10">
              <a:extLst>
                <a:ext uri="{FF2B5EF4-FFF2-40B4-BE49-F238E27FC236}">
                  <a16:creationId xmlns:a16="http://schemas.microsoft.com/office/drawing/2014/main" id="{734F4A39-CFAF-9243-ACEA-2CC1FBABA6CA}"/>
                </a:ext>
              </a:extLst>
            </p:cNvPr>
            <p:cNvSpPr/>
            <p:nvPr/>
          </p:nvSpPr>
          <p:spPr>
            <a:xfrm>
              <a:off x="2791496" y="3760326"/>
              <a:ext cx="422688" cy="840776"/>
            </a:xfrm>
            <a:custGeom>
              <a:avLst/>
              <a:gdLst>
                <a:gd name="connsiteX0" fmla="*/ 381624 w 422688"/>
                <a:gd name="connsiteY0" fmla="*/ 316798 h 840776"/>
                <a:gd name="connsiteX1" fmla="*/ 381624 w 422688"/>
                <a:gd name="connsiteY1" fmla="*/ 191259 h 840776"/>
                <a:gd name="connsiteX2" fmla="*/ 138650 w 422688"/>
                <a:gd name="connsiteY2" fmla="*/ 191259 h 840776"/>
                <a:gd name="connsiteX3" fmla="*/ 138650 w 422688"/>
                <a:gd name="connsiteY3" fmla="*/ -222 h 840776"/>
                <a:gd name="connsiteX4" fmla="*/ -315 w 422688"/>
                <a:gd name="connsiteY4" fmla="*/ -222 h 840776"/>
                <a:gd name="connsiteX5" fmla="*/ -315 w 422688"/>
                <a:gd name="connsiteY5" fmla="*/ 594878 h 840776"/>
                <a:gd name="connsiteX6" fmla="*/ 227652 w 422688"/>
                <a:gd name="connsiteY6" fmla="*/ 840554 h 840776"/>
                <a:gd name="connsiteX7" fmla="*/ 422373 w 422688"/>
                <a:gd name="connsiteY7" fmla="*/ 777832 h 840776"/>
                <a:gd name="connsiteX8" fmla="*/ 367376 w 422688"/>
                <a:gd name="connsiteY8" fmla="*/ 667548 h 840776"/>
                <a:gd name="connsiteX9" fmla="*/ 239620 w 422688"/>
                <a:gd name="connsiteY9" fmla="*/ 710468 h 840776"/>
                <a:gd name="connsiteX10" fmla="*/ 138934 w 422688"/>
                <a:gd name="connsiteY10" fmla="*/ 592225 h 840776"/>
                <a:gd name="connsiteX11" fmla="*/ 138934 w 422688"/>
                <a:gd name="connsiteY11" fmla="*/ 316798 h 84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88" h="840776">
                  <a:moveTo>
                    <a:pt x="381624" y="316798"/>
                  </a:moveTo>
                  <a:lnTo>
                    <a:pt x="381624" y="191259"/>
                  </a:lnTo>
                  <a:lnTo>
                    <a:pt x="138650" y="191259"/>
                  </a:lnTo>
                  <a:lnTo>
                    <a:pt x="138650" y="-222"/>
                  </a:lnTo>
                  <a:lnTo>
                    <a:pt x="-315" y="-222"/>
                  </a:lnTo>
                  <a:lnTo>
                    <a:pt x="-315" y="594878"/>
                  </a:lnTo>
                  <a:cubicBezTo>
                    <a:pt x="-315" y="763336"/>
                    <a:pt x="83747" y="840554"/>
                    <a:pt x="227652" y="840554"/>
                  </a:cubicBezTo>
                  <a:cubicBezTo>
                    <a:pt x="297461" y="839999"/>
                    <a:pt x="365423" y="818108"/>
                    <a:pt x="422373" y="777832"/>
                  </a:cubicBezTo>
                  <a:lnTo>
                    <a:pt x="367376" y="667548"/>
                  </a:lnTo>
                  <a:cubicBezTo>
                    <a:pt x="329382" y="691329"/>
                    <a:pt x="282648" y="710468"/>
                    <a:pt x="239620" y="710468"/>
                  </a:cubicBezTo>
                  <a:cubicBezTo>
                    <a:pt x="183958" y="710468"/>
                    <a:pt x="138934" y="676738"/>
                    <a:pt x="138934" y="592225"/>
                  </a:cubicBezTo>
                  <a:lnTo>
                    <a:pt x="138934" y="316798"/>
                  </a:lnTo>
                  <a:close/>
                </a:path>
              </a:pathLst>
            </a:custGeom>
            <a:grpFill/>
            <a:ln w="9499" cap="flat">
              <a:noFill/>
              <a:prstDash val="solid"/>
              <a:miter/>
            </a:ln>
          </p:spPr>
          <p:txBody>
            <a:bodyPr rtlCol="0" anchor="ctr"/>
            <a:lstStyle/>
            <a:p>
              <a:endParaRPr lang="en-US" b="0" i="0">
                <a:latin typeface="Tenorite" pitchFamily="2" charset="0"/>
              </a:endParaRPr>
            </a:p>
          </p:txBody>
        </p:sp>
        <p:sp>
          <p:nvSpPr>
            <p:cNvPr id="12" name="Freeform 11">
              <a:extLst>
                <a:ext uri="{FF2B5EF4-FFF2-40B4-BE49-F238E27FC236}">
                  <a16:creationId xmlns:a16="http://schemas.microsoft.com/office/drawing/2014/main" id="{27ACF3BD-B6AD-7049-9D55-8A9AB8CCBAA8}"/>
                </a:ext>
              </a:extLst>
            </p:cNvPr>
            <p:cNvSpPr/>
            <p:nvPr/>
          </p:nvSpPr>
          <p:spPr>
            <a:xfrm>
              <a:off x="3312970" y="3935937"/>
              <a:ext cx="560798" cy="664408"/>
            </a:xfrm>
            <a:custGeom>
              <a:avLst/>
              <a:gdLst>
                <a:gd name="connsiteX0" fmla="*/ 508336 w 560798"/>
                <a:gd name="connsiteY0" fmla="*/ 46537 h 664408"/>
                <a:gd name="connsiteX1" fmla="*/ 287872 w 560798"/>
                <a:gd name="connsiteY1" fmla="*/ -173 h 664408"/>
                <a:gd name="connsiteX2" fmla="*/ 25616 w 560798"/>
                <a:gd name="connsiteY2" fmla="*/ 202583 h 664408"/>
                <a:gd name="connsiteX3" fmla="*/ 240854 w 560798"/>
                <a:gd name="connsiteY3" fmla="*/ 388191 h 664408"/>
                <a:gd name="connsiteX4" fmla="*/ 307344 w 560798"/>
                <a:gd name="connsiteY4" fmla="*/ 396718 h 664408"/>
                <a:gd name="connsiteX5" fmla="*/ 417244 w 560798"/>
                <a:gd name="connsiteY5" fmla="*/ 466735 h 664408"/>
                <a:gd name="connsiteX6" fmla="*/ 272864 w 560798"/>
                <a:gd name="connsiteY6" fmla="*/ 544048 h 664408"/>
                <a:gd name="connsiteX7" fmla="*/ 63895 w 560798"/>
                <a:gd name="connsiteY7" fmla="*/ 479336 h 664408"/>
                <a:gd name="connsiteX8" fmla="*/ -315 w 560798"/>
                <a:gd name="connsiteY8" fmla="*/ 582989 h 664408"/>
                <a:gd name="connsiteX9" fmla="*/ 271725 w 560798"/>
                <a:gd name="connsiteY9" fmla="*/ 664186 h 664408"/>
                <a:gd name="connsiteX10" fmla="*/ 560483 w 560798"/>
                <a:gd name="connsiteY10" fmla="*/ 457450 h 664408"/>
                <a:gd name="connsiteX11" fmla="*/ 339925 w 560798"/>
                <a:gd name="connsiteY11" fmla="*/ 270611 h 664408"/>
                <a:gd name="connsiteX12" fmla="*/ 274385 w 560798"/>
                <a:gd name="connsiteY12" fmla="*/ 260663 h 664408"/>
                <a:gd name="connsiteX13" fmla="*/ 169900 w 560798"/>
                <a:gd name="connsiteY13" fmla="*/ 195288 h 664408"/>
                <a:gd name="connsiteX14" fmla="*/ 289772 w 560798"/>
                <a:gd name="connsiteY14" fmla="*/ 120060 h 664408"/>
                <a:gd name="connsiteX15" fmla="*/ 459608 w 560798"/>
                <a:gd name="connsiteY15" fmla="*/ 160516 h 66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0798" h="664408">
                  <a:moveTo>
                    <a:pt x="508336" y="46537"/>
                  </a:moveTo>
                  <a:cubicBezTo>
                    <a:pt x="439269" y="14734"/>
                    <a:pt x="363936" y="-1227"/>
                    <a:pt x="287872" y="-173"/>
                  </a:cubicBezTo>
                  <a:cubicBezTo>
                    <a:pt x="126396" y="-173"/>
                    <a:pt x="25616" y="77803"/>
                    <a:pt x="25616" y="202583"/>
                  </a:cubicBezTo>
                  <a:cubicBezTo>
                    <a:pt x="25616" y="304909"/>
                    <a:pt x="99800" y="368957"/>
                    <a:pt x="240854" y="388191"/>
                  </a:cubicBezTo>
                  <a:lnTo>
                    <a:pt x="307344" y="396718"/>
                  </a:lnTo>
                  <a:cubicBezTo>
                    <a:pt x="383333" y="407329"/>
                    <a:pt x="417244" y="430447"/>
                    <a:pt x="417244" y="466735"/>
                  </a:cubicBezTo>
                  <a:cubicBezTo>
                    <a:pt x="417244" y="514108"/>
                    <a:pt x="368231" y="544048"/>
                    <a:pt x="272864" y="544048"/>
                  </a:cubicBezTo>
                  <a:cubicBezTo>
                    <a:pt x="170280" y="544048"/>
                    <a:pt x="108729" y="514298"/>
                    <a:pt x="63895" y="479336"/>
                  </a:cubicBezTo>
                  <a:lnTo>
                    <a:pt x="-315" y="582989"/>
                  </a:lnTo>
                  <a:cubicBezTo>
                    <a:pt x="91631" y="651679"/>
                    <a:pt x="206850" y="664186"/>
                    <a:pt x="271725" y="664186"/>
                  </a:cubicBezTo>
                  <a:cubicBezTo>
                    <a:pt x="454478" y="664186"/>
                    <a:pt x="560483" y="578915"/>
                    <a:pt x="560483" y="457450"/>
                  </a:cubicBezTo>
                  <a:cubicBezTo>
                    <a:pt x="560483" y="349155"/>
                    <a:pt x="478320" y="291076"/>
                    <a:pt x="339925" y="270611"/>
                  </a:cubicBezTo>
                  <a:lnTo>
                    <a:pt x="274385" y="260663"/>
                  </a:lnTo>
                  <a:cubicBezTo>
                    <a:pt x="216158" y="252135"/>
                    <a:pt x="169900" y="240197"/>
                    <a:pt x="169900" y="195288"/>
                  </a:cubicBezTo>
                  <a:cubicBezTo>
                    <a:pt x="169900" y="150378"/>
                    <a:pt x="213593" y="120060"/>
                    <a:pt x="289772" y="120060"/>
                  </a:cubicBezTo>
                  <a:cubicBezTo>
                    <a:pt x="348627" y="121323"/>
                    <a:pt x="406531" y="135117"/>
                    <a:pt x="459608" y="160516"/>
                  </a:cubicBezTo>
                  <a:close/>
                </a:path>
              </a:pathLst>
            </a:custGeom>
            <a:grpFill/>
            <a:ln w="9499" cap="flat">
              <a:noFill/>
              <a:prstDash val="solid"/>
              <a:miter/>
            </a:ln>
          </p:spPr>
          <p:txBody>
            <a:bodyPr rtlCol="0" anchor="ctr"/>
            <a:lstStyle/>
            <a:p>
              <a:endParaRPr lang="en-US" b="0" i="0">
                <a:latin typeface="Tenorite" pitchFamily="2" charset="0"/>
              </a:endParaRPr>
            </a:p>
          </p:txBody>
        </p:sp>
        <p:sp>
          <p:nvSpPr>
            <p:cNvPr id="13" name="Freeform 12">
              <a:extLst>
                <a:ext uri="{FF2B5EF4-FFF2-40B4-BE49-F238E27FC236}">
                  <a16:creationId xmlns:a16="http://schemas.microsoft.com/office/drawing/2014/main" id="{E7BC081D-2F22-6546-826D-4241D873AC25}"/>
                </a:ext>
              </a:extLst>
            </p:cNvPr>
            <p:cNvSpPr/>
            <p:nvPr/>
          </p:nvSpPr>
          <p:spPr>
            <a:xfrm>
              <a:off x="825757" y="3429000"/>
              <a:ext cx="536101" cy="534746"/>
            </a:xfrm>
            <a:custGeom>
              <a:avLst/>
              <a:gdLst>
                <a:gd name="connsiteX0" fmla="*/ 267736 w 536101"/>
                <a:gd name="connsiteY0" fmla="*/ -222 h 534746"/>
                <a:gd name="connsiteX1" fmla="*/ -315 w 536101"/>
                <a:gd name="connsiteY1" fmla="*/ 267151 h 534746"/>
                <a:gd name="connsiteX2" fmla="*/ 267736 w 536101"/>
                <a:gd name="connsiteY2" fmla="*/ 534524 h 534746"/>
                <a:gd name="connsiteX3" fmla="*/ 535787 w 536101"/>
                <a:gd name="connsiteY3" fmla="*/ 267151 h 534746"/>
                <a:gd name="connsiteX4" fmla="*/ 535787 w 536101"/>
                <a:gd name="connsiteY4" fmla="*/ 267056 h 534746"/>
                <a:gd name="connsiteX5" fmla="*/ 267736 w 536101"/>
                <a:gd name="connsiteY5" fmla="*/ -222 h 534746"/>
                <a:gd name="connsiteX6" fmla="*/ 267736 w 536101"/>
                <a:gd name="connsiteY6" fmla="*/ 339348 h 534746"/>
                <a:gd name="connsiteX7" fmla="*/ 195261 w 536101"/>
                <a:gd name="connsiteY7" fmla="*/ 267056 h 534746"/>
                <a:gd name="connsiteX8" fmla="*/ 267736 w 536101"/>
                <a:gd name="connsiteY8" fmla="*/ 194765 h 534746"/>
                <a:gd name="connsiteX9" fmla="*/ 340210 w 536101"/>
                <a:gd name="connsiteY9" fmla="*/ 267056 h 534746"/>
                <a:gd name="connsiteX10" fmla="*/ 267736 w 536101"/>
                <a:gd name="connsiteY10" fmla="*/ 339348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267736" y="-222"/>
                  </a:moveTo>
                  <a:cubicBezTo>
                    <a:pt x="119695" y="-222"/>
                    <a:pt x="-315" y="119485"/>
                    <a:pt x="-315" y="267151"/>
                  </a:cubicBezTo>
                  <a:cubicBezTo>
                    <a:pt x="-315" y="414817"/>
                    <a:pt x="119695" y="534524"/>
                    <a:pt x="267736" y="534524"/>
                  </a:cubicBezTo>
                  <a:cubicBezTo>
                    <a:pt x="415776" y="534524"/>
                    <a:pt x="535787" y="414817"/>
                    <a:pt x="535787" y="267151"/>
                  </a:cubicBezTo>
                  <a:cubicBezTo>
                    <a:pt x="535787" y="267120"/>
                    <a:pt x="535787" y="267088"/>
                    <a:pt x="535787" y="267056"/>
                  </a:cubicBezTo>
                  <a:cubicBezTo>
                    <a:pt x="535734" y="119427"/>
                    <a:pt x="415739" y="-222"/>
                    <a:pt x="267736" y="-222"/>
                  </a:cubicBezTo>
                  <a:close/>
                  <a:moveTo>
                    <a:pt x="267736" y="339348"/>
                  </a:moveTo>
                  <a:cubicBezTo>
                    <a:pt x="227709" y="339348"/>
                    <a:pt x="195261" y="306982"/>
                    <a:pt x="195261" y="267056"/>
                  </a:cubicBezTo>
                  <a:cubicBezTo>
                    <a:pt x="195261" y="227131"/>
                    <a:pt x="227709" y="194765"/>
                    <a:pt x="267736" y="194765"/>
                  </a:cubicBezTo>
                  <a:cubicBezTo>
                    <a:pt x="307762" y="194765"/>
                    <a:pt x="340210" y="227131"/>
                    <a:pt x="340210" y="267056"/>
                  </a:cubicBezTo>
                  <a:cubicBezTo>
                    <a:pt x="340158" y="306960"/>
                    <a:pt x="307740" y="339295"/>
                    <a:pt x="267736" y="339348"/>
                  </a:cubicBezTo>
                  <a:close/>
                </a:path>
              </a:pathLst>
            </a:custGeom>
            <a:grpFill/>
            <a:ln w="9499" cap="flat">
              <a:noFill/>
              <a:prstDash val="solid"/>
              <a:miter/>
            </a:ln>
          </p:spPr>
          <p:txBody>
            <a:bodyPr rtlCol="0" anchor="ctr"/>
            <a:lstStyle/>
            <a:p>
              <a:endParaRPr lang="en-US" b="0" i="0">
                <a:latin typeface="Tenorite" pitchFamily="2" charset="0"/>
              </a:endParaRPr>
            </a:p>
          </p:txBody>
        </p:sp>
      </p:grpSp>
      <p:sp>
        <p:nvSpPr>
          <p:cNvPr id="2" name="Title 1">
            <a:extLst>
              <a:ext uri="{FF2B5EF4-FFF2-40B4-BE49-F238E27FC236}">
                <a16:creationId xmlns:a16="http://schemas.microsoft.com/office/drawing/2014/main" id="{0A9148F1-3779-F3A7-DAAD-5F8B92970231}"/>
              </a:ext>
            </a:extLst>
          </p:cNvPr>
          <p:cNvSpPr>
            <a:spLocks noGrp="1"/>
          </p:cNvSpPr>
          <p:nvPr>
            <p:ph type="title" hasCustomPrompt="1"/>
          </p:nvPr>
        </p:nvSpPr>
        <p:spPr>
          <a:xfrm>
            <a:off x="886353" y="1491522"/>
            <a:ext cx="10221358" cy="4440152"/>
          </a:xfrm>
          <a:prstGeom prst="rect">
            <a:avLst/>
          </a:prstGeom>
        </p:spPr>
        <p:txBody>
          <a:bodyPr lIns="0" tIns="0" rIns="0" bIns="0" anchor="t" anchorCtr="0"/>
          <a:lstStyle>
            <a:lvl1pPr>
              <a:lnSpc>
                <a:spcPct val="100000"/>
              </a:lnSpc>
              <a:defRPr sz="4800" b="1" i="0" spc="-20" baseline="0">
                <a:solidFill>
                  <a:schemeClr val="accent1"/>
                </a:solidFill>
                <a:latin typeface="Tenorite" pitchFamily="2" charset="0"/>
              </a:defRPr>
            </a:lvl1pPr>
          </a:lstStyle>
          <a:p>
            <a:r>
              <a:rPr lang="en-US"/>
              <a:t>Click to edit large call out page</a:t>
            </a:r>
          </a:p>
        </p:txBody>
      </p:sp>
      <p:sp>
        <p:nvSpPr>
          <p:cNvPr id="3" name="Graphic 8">
            <a:extLst>
              <a:ext uri="{FF2B5EF4-FFF2-40B4-BE49-F238E27FC236}">
                <a16:creationId xmlns:a16="http://schemas.microsoft.com/office/drawing/2014/main" id="{D8CC9476-FE55-5025-6B49-8E9C577DFB0B}"/>
              </a:ext>
            </a:extLst>
          </p:cNvPr>
          <p:cNvSpPr/>
          <p:nvPr userDrawn="1"/>
        </p:nvSpPr>
        <p:spPr>
          <a:xfrm>
            <a:off x="0" y="6051550"/>
            <a:ext cx="12192000" cy="806450"/>
          </a:xfrm>
          <a:custGeom>
            <a:avLst/>
            <a:gdLst>
              <a:gd name="connsiteX0" fmla="*/ 7772400 w 7772400"/>
              <a:gd name="connsiteY0" fmla="*/ 220712 h 972280"/>
              <a:gd name="connsiteX1" fmla="*/ 7772400 w 7772400"/>
              <a:gd name="connsiteY1" fmla="*/ 972280 h 972280"/>
              <a:gd name="connsiteX2" fmla="*/ 0 w 7772400"/>
              <a:gd name="connsiteY2" fmla="*/ 972280 h 972280"/>
              <a:gd name="connsiteX3" fmla="*/ 0 w 7772400"/>
              <a:gd name="connsiteY3" fmla="*/ 46906 h 972280"/>
              <a:gd name="connsiteX4" fmla="*/ 463104 w 7772400"/>
              <a:gd name="connsiteY4" fmla="*/ 33132 h 972280"/>
              <a:gd name="connsiteX5" fmla="*/ 1328205 w 7772400"/>
              <a:gd name="connsiteY5" fmla="*/ 65366 h 972280"/>
              <a:gd name="connsiteX6" fmla="*/ 1984546 w 7772400"/>
              <a:gd name="connsiteY6" fmla="*/ 157711 h 972280"/>
              <a:gd name="connsiteX7" fmla="*/ 2607389 w 7772400"/>
              <a:gd name="connsiteY7" fmla="*/ 264531 h 972280"/>
              <a:gd name="connsiteX8" fmla="*/ 3712054 w 7772400"/>
              <a:gd name="connsiteY8" fmla="*/ 353328 h 972280"/>
              <a:gd name="connsiteX9" fmla="*/ 5104124 w 7772400"/>
              <a:gd name="connsiteY9" fmla="*/ 134192 h 972280"/>
              <a:gd name="connsiteX10" fmla="*/ 5789935 w 7772400"/>
              <a:gd name="connsiteY10" fmla="*/ 22446 h 972280"/>
              <a:gd name="connsiteX11" fmla="*/ 6192917 w 7772400"/>
              <a:gd name="connsiteY11" fmla="*/ 0 h 972280"/>
              <a:gd name="connsiteX12" fmla="*/ 6513206 w 7772400"/>
              <a:gd name="connsiteY12" fmla="*/ 14212 h 972280"/>
              <a:gd name="connsiteX13" fmla="*/ 7254911 w 7772400"/>
              <a:gd name="connsiteY13" fmla="*/ 124251 h 972280"/>
              <a:gd name="connsiteX14" fmla="*/ 7772400 w 7772400"/>
              <a:gd name="connsiteY14" fmla="*/ 220734 h 972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72400" h="972280">
                <a:moveTo>
                  <a:pt x="7772400" y="220712"/>
                </a:moveTo>
                <a:lnTo>
                  <a:pt x="7772400" y="972280"/>
                </a:lnTo>
                <a:lnTo>
                  <a:pt x="0" y="972280"/>
                </a:lnTo>
                <a:lnTo>
                  <a:pt x="0" y="46906"/>
                </a:lnTo>
                <a:cubicBezTo>
                  <a:pt x="154353" y="40118"/>
                  <a:pt x="308816" y="35037"/>
                  <a:pt x="463104" y="33132"/>
                </a:cubicBezTo>
                <a:cubicBezTo>
                  <a:pt x="752522" y="29563"/>
                  <a:pt x="1041436" y="37161"/>
                  <a:pt x="1328205" y="65366"/>
                </a:cubicBezTo>
                <a:cubicBezTo>
                  <a:pt x="1548459" y="87024"/>
                  <a:pt x="1766853" y="120769"/>
                  <a:pt x="1984546" y="157711"/>
                </a:cubicBezTo>
                <a:cubicBezTo>
                  <a:pt x="2192452" y="192989"/>
                  <a:pt x="2399745" y="231179"/>
                  <a:pt x="2607389" y="264531"/>
                </a:cubicBezTo>
                <a:cubicBezTo>
                  <a:pt x="2972626" y="323174"/>
                  <a:pt x="3338980" y="366817"/>
                  <a:pt x="3712054" y="353328"/>
                </a:cubicBezTo>
                <a:cubicBezTo>
                  <a:pt x="4186696" y="336116"/>
                  <a:pt x="4644261" y="226756"/>
                  <a:pt x="5104124" y="134192"/>
                </a:cubicBezTo>
                <a:cubicBezTo>
                  <a:pt x="5331363" y="88447"/>
                  <a:pt x="5559193" y="46819"/>
                  <a:pt x="5789935" y="22446"/>
                </a:cubicBezTo>
                <a:cubicBezTo>
                  <a:pt x="5923139" y="8365"/>
                  <a:pt x="6057305" y="44"/>
                  <a:pt x="6192917" y="0"/>
                </a:cubicBezTo>
                <a:cubicBezTo>
                  <a:pt x="6300417" y="-44"/>
                  <a:pt x="6407129" y="5168"/>
                  <a:pt x="6513206" y="14212"/>
                </a:cubicBezTo>
                <a:cubicBezTo>
                  <a:pt x="6762842" y="35475"/>
                  <a:pt x="7009172" y="78067"/>
                  <a:pt x="7254911" y="124251"/>
                </a:cubicBezTo>
                <a:cubicBezTo>
                  <a:pt x="7427415" y="156682"/>
                  <a:pt x="7599590" y="190887"/>
                  <a:pt x="7772400" y="220734"/>
                </a:cubicBezTo>
                <a:close/>
              </a:path>
            </a:pathLst>
          </a:custGeom>
          <a:solidFill>
            <a:schemeClr val="accent5"/>
          </a:solidFill>
          <a:ln w="2189" cap="flat">
            <a:noFill/>
            <a:prstDash val="solid"/>
            <a:miter/>
          </a:ln>
        </p:spPr>
        <p:txBody>
          <a:bodyPr rtlCol="0" anchor="ctr"/>
          <a:lstStyle/>
          <a:p>
            <a:endParaRPr lang="en-US"/>
          </a:p>
        </p:txBody>
      </p:sp>
      <p:sp>
        <p:nvSpPr>
          <p:cNvPr id="6" name="Graphic 8">
            <a:extLst>
              <a:ext uri="{FF2B5EF4-FFF2-40B4-BE49-F238E27FC236}">
                <a16:creationId xmlns:a16="http://schemas.microsoft.com/office/drawing/2014/main" id="{40C4190C-B5B8-19D9-97C5-9C831054C0FC}"/>
              </a:ext>
            </a:extLst>
          </p:cNvPr>
          <p:cNvSpPr/>
          <p:nvPr userDrawn="1"/>
        </p:nvSpPr>
        <p:spPr>
          <a:xfrm>
            <a:off x="-2" y="5702300"/>
            <a:ext cx="12192001" cy="1155700"/>
          </a:xfrm>
          <a:custGeom>
            <a:avLst/>
            <a:gdLst>
              <a:gd name="connsiteX0" fmla="*/ 7768963 w 7787747"/>
              <a:gd name="connsiteY0" fmla="*/ 573293 h 1142010"/>
              <a:gd name="connsiteX1" fmla="*/ 7787748 w 7787747"/>
              <a:gd name="connsiteY1" fmla="*/ 568541 h 1142010"/>
              <a:gd name="connsiteX2" fmla="*/ 7787748 w 7787747"/>
              <a:gd name="connsiteY2" fmla="*/ 1142011 h 1142010"/>
              <a:gd name="connsiteX3" fmla="*/ 0 w 7787747"/>
              <a:gd name="connsiteY3" fmla="*/ 1142011 h 1142010"/>
              <a:gd name="connsiteX4" fmla="*/ 0 w 7787747"/>
              <a:gd name="connsiteY4" fmla="*/ 43400 h 1142010"/>
              <a:gd name="connsiteX5" fmla="*/ 523400 w 7787747"/>
              <a:gd name="connsiteY5" fmla="*/ 112357 h 1142010"/>
              <a:gd name="connsiteX6" fmla="*/ 1113818 w 7787747"/>
              <a:gd name="connsiteY6" fmla="*/ 115445 h 1142010"/>
              <a:gd name="connsiteX7" fmla="*/ 1239512 w 7787747"/>
              <a:gd name="connsiteY7" fmla="*/ 105897 h 1142010"/>
              <a:gd name="connsiteX8" fmla="*/ 2170799 w 7787747"/>
              <a:gd name="connsiteY8" fmla="*/ 2757 h 1142010"/>
              <a:gd name="connsiteX9" fmla="*/ 2505931 w 7787747"/>
              <a:gd name="connsiteY9" fmla="*/ 6151 h 1142010"/>
              <a:gd name="connsiteX10" fmla="*/ 4267770 w 7787747"/>
              <a:gd name="connsiteY10" fmla="*/ 457079 h 1142010"/>
              <a:gd name="connsiteX11" fmla="*/ 4932759 w 7787747"/>
              <a:gd name="connsiteY11" fmla="*/ 685324 h 1142010"/>
              <a:gd name="connsiteX12" fmla="*/ 5293443 w 7787747"/>
              <a:gd name="connsiteY12" fmla="*/ 781938 h 1142010"/>
              <a:gd name="connsiteX13" fmla="*/ 5763618 w 7787747"/>
              <a:gd name="connsiteY13" fmla="*/ 865042 h 1142010"/>
              <a:gd name="connsiteX14" fmla="*/ 6378688 w 7787747"/>
              <a:gd name="connsiteY14" fmla="*/ 881926 h 1142010"/>
              <a:gd name="connsiteX15" fmla="*/ 7655442 w 7787747"/>
              <a:gd name="connsiteY15" fmla="*/ 603315 h 1142010"/>
              <a:gd name="connsiteX16" fmla="*/ 7718519 w 7787747"/>
              <a:gd name="connsiteY16" fmla="*/ 586432 h 1142010"/>
              <a:gd name="connsiteX17" fmla="*/ 7768963 w 7787747"/>
              <a:gd name="connsiteY17" fmla="*/ 573315 h 1142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787747" h="1142010">
                <a:moveTo>
                  <a:pt x="7768963" y="573293"/>
                </a:moveTo>
                <a:cubicBezTo>
                  <a:pt x="7775225" y="571716"/>
                  <a:pt x="7781464" y="570117"/>
                  <a:pt x="7787748" y="568541"/>
                </a:cubicBezTo>
                <a:lnTo>
                  <a:pt x="7787748" y="1142011"/>
                </a:lnTo>
                <a:lnTo>
                  <a:pt x="0" y="1142011"/>
                </a:lnTo>
                <a:lnTo>
                  <a:pt x="0" y="43400"/>
                </a:lnTo>
                <a:cubicBezTo>
                  <a:pt x="169088" y="76576"/>
                  <a:pt x="344985" y="99700"/>
                  <a:pt x="523400" y="112357"/>
                </a:cubicBezTo>
                <a:cubicBezTo>
                  <a:pt x="719089" y="126219"/>
                  <a:pt x="917756" y="127445"/>
                  <a:pt x="1113818" y="115445"/>
                </a:cubicBezTo>
                <a:cubicBezTo>
                  <a:pt x="1155854" y="112883"/>
                  <a:pt x="1197782" y="109686"/>
                  <a:pt x="1239512" y="105897"/>
                </a:cubicBezTo>
                <a:cubicBezTo>
                  <a:pt x="1552313" y="77430"/>
                  <a:pt x="1854538" y="15940"/>
                  <a:pt x="2170799" y="2757"/>
                </a:cubicBezTo>
                <a:cubicBezTo>
                  <a:pt x="2284013" y="-1951"/>
                  <a:pt x="2395738" y="-506"/>
                  <a:pt x="2505931" y="6151"/>
                </a:cubicBezTo>
                <a:cubicBezTo>
                  <a:pt x="3141976" y="44539"/>
                  <a:pt x="3728103" y="256316"/>
                  <a:pt x="4267770" y="457079"/>
                </a:cubicBezTo>
                <a:cubicBezTo>
                  <a:pt x="4480603" y="536241"/>
                  <a:pt x="4702696" y="616147"/>
                  <a:pt x="4932759" y="685324"/>
                </a:cubicBezTo>
                <a:cubicBezTo>
                  <a:pt x="5050944" y="720886"/>
                  <a:pt x="5171230" y="753602"/>
                  <a:pt x="5293443" y="781938"/>
                </a:cubicBezTo>
                <a:cubicBezTo>
                  <a:pt x="5447248" y="817611"/>
                  <a:pt x="5604076" y="846341"/>
                  <a:pt x="5763618" y="865042"/>
                </a:cubicBezTo>
                <a:cubicBezTo>
                  <a:pt x="5964584" y="888627"/>
                  <a:pt x="6169863" y="896313"/>
                  <a:pt x="6378688" y="881926"/>
                </a:cubicBezTo>
                <a:cubicBezTo>
                  <a:pt x="6836582" y="850370"/>
                  <a:pt x="7243286" y="715521"/>
                  <a:pt x="7655442" y="603315"/>
                </a:cubicBezTo>
                <a:cubicBezTo>
                  <a:pt x="7676329" y="597621"/>
                  <a:pt x="7697347" y="591993"/>
                  <a:pt x="7718519" y="586432"/>
                </a:cubicBezTo>
                <a:cubicBezTo>
                  <a:pt x="7735246" y="582008"/>
                  <a:pt x="7752061" y="577650"/>
                  <a:pt x="7768963" y="573315"/>
                </a:cubicBezTo>
                <a:close/>
              </a:path>
            </a:pathLst>
          </a:custGeom>
          <a:solidFill>
            <a:srgbClr val="EA6B69"/>
          </a:solidFill>
          <a:ln w="2189" cap="flat">
            <a:noFill/>
            <a:prstDash val="solid"/>
            <a:miter/>
          </a:ln>
        </p:spPr>
        <p:txBody>
          <a:bodyPr rtlCol="0" anchor="ctr"/>
          <a:lstStyle/>
          <a:p>
            <a:endParaRPr lang="en-US"/>
          </a:p>
        </p:txBody>
      </p:sp>
    </p:spTree>
    <p:extLst>
      <p:ext uri="{BB962C8B-B14F-4D97-AF65-F5344CB8AC3E}">
        <p14:creationId xmlns:p14="http://schemas.microsoft.com/office/powerpoint/2010/main" val="73600629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cSld name="Large Text Call Out 5">
    <p:bg>
      <p:bgPr>
        <a:solidFill>
          <a:schemeClr val="bg1"/>
        </a:solidFill>
        <a:effectLst/>
      </p:bgPr>
    </p:bg>
    <p:spTree>
      <p:nvGrpSpPr>
        <p:cNvPr id="1" name=""/>
        <p:cNvGrpSpPr/>
        <p:nvPr/>
      </p:nvGrpSpPr>
      <p:grpSpPr>
        <a:xfrm>
          <a:off x="0" y="0"/>
          <a:ext cx="0" cy="0"/>
          <a:chOff x="0" y="0"/>
          <a:chExt cx="0" cy="0"/>
        </a:xfrm>
      </p:grpSpPr>
      <p:sp>
        <p:nvSpPr>
          <p:cNvPr id="4" name="Graphic 8">
            <a:extLst>
              <a:ext uri="{FF2B5EF4-FFF2-40B4-BE49-F238E27FC236}">
                <a16:creationId xmlns:a16="http://schemas.microsoft.com/office/drawing/2014/main" id="{843D9832-8B7B-13D6-2562-FDCB811069DE}"/>
              </a:ext>
            </a:extLst>
          </p:cNvPr>
          <p:cNvSpPr/>
          <p:nvPr userDrawn="1"/>
        </p:nvSpPr>
        <p:spPr>
          <a:xfrm>
            <a:off x="0" y="6051550"/>
            <a:ext cx="12192000" cy="806450"/>
          </a:xfrm>
          <a:custGeom>
            <a:avLst/>
            <a:gdLst>
              <a:gd name="connsiteX0" fmla="*/ 7772400 w 7772400"/>
              <a:gd name="connsiteY0" fmla="*/ 220712 h 972280"/>
              <a:gd name="connsiteX1" fmla="*/ 7772400 w 7772400"/>
              <a:gd name="connsiteY1" fmla="*/ 972280 h 972280"/>
              <a:gd name="connsiteX2" fmla="*/ 0 w 7772400"/>
              <a:gd name="connsiteY2" fmla="*/ 972280 h 972280"/>
              <a:gd name="connsiteX3" fmla="*/ 0 w 7772400"/>
              <a:gd name="connsiteY3" fmla="*/ 46906 h 972280"/>
              <a:gd name="connsiteX4" fmla="*/ 463104 w 7772400"/>
              <a:gd name="connsiteY4" fmla="*/ 33132 h 972280"/>
              <a:gd name="connsiteX5" fmla="*/ 1328205 w 7772400"/>
              <a:gd name="connsiteY5" fmla="*/ 65366 h 972280"/>
              <a:gd name="connsiteX6" fmla="*/ 1984546 w 7772400"/>
              <a:gd name="connsiteY6" fmla="*/ 157711 h 972280"/>
              <a:gd name="connsiteX7" fmla="*/ 2607389 w 7772400"/>
              <a:gd name="connsiteY7" fmla="*/ 264531 h 972280"/>
              <a:gd name="connsiteX8" fmla="*/ 3712054 w 7772400"/>
              <a:gd name="connsiteY8" fmla="*/ 353328 h 972280"/>
              <a:gd name="connsiteX9" fmla="*/ 5104124 w 7772400"/>
              <a:gd name="connsiteY9" fmla="*/ 134192 h 972280"/>
              <a:gd name="connsiteX10" fmla="*/ 5789935 w 7772400"/>
              <a:gd name="connsiteY10" fmla="*/ 22446 h 972280"/>
              <a:gd name="connsiteX11" fmla="*/ 6192917 w 7772400"/>
              <a:gd name="connsiteY11" fmla="*/ 0 h 972280"/>
              <a:gd name="connsiteX12" fmla="*/ 6513206 w 7772400"/>
              <a:gd name="connsiteY12" fmla="*/ 14212 h 972280"/>
              <a:gd name="connsiteX13" fmla="*/ 7254911 w 7772400"/>
              <a:gd name="connsiteY13" fmla="*/ 124251 h 972280"/>
              <a:gd name="connsiteX14" fmla="*/ 7772400 w 7772400"/>
              <a:gd name="connsiteY14" fmla="*/ 220734 h 972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72400" h="972280">
                <a:moveTo>
                  <a:pt x="7772400" y="220712"/>
                </a:moveTo>
                <a:lnTo>
                  <a:pt x="7772400" y="972280"/>
                </a:lnTo>
                <a:lnTo>
                  <a:pt x="0" y="972280"/>
                </a:lnTo>
                <a:lnTo>
                  <a:pt x="0" y="46906"/>
                </a:lnTo>
                <a:cubicBezTo>
                  <a:pt x="154353" y="40118"/>
                  <a:pt x="308816" y="35037"/>
                  <a:pt x="463104" y="33132"/>
                </a:cubicBezTo>
                <a:cubicBezTo>
                  <a:pt x="752522" y="29563"/>
                  <a:pt x="1041436" y="37161"/>
                  <a:pt x="1328205" y="65366"/>
                </a:cubicBezTo>
                <a:cubicBezTo>
                  <a:pt x="1548459" y="87024"/>
                  <a:pt x="1766853" y="120769"/>
                  <a:pt x="1984546" y="157711"/>
                </a:cubicBezTo>
                <a:cubicBezTo>
                  <a:pt x="2192452" y="192989"/>
                  <a:pt x="2399745" y="231179"/>
                  <a:pt x="2607389" y="264531"/>
                </a:cubicBezTo>
                <a:cubicBezTo>
                  <a:pt x="2972626" y="323174"/>
                  <a:pt x="3338980" y="366817"/>
                  <a:pt x="3712054" y="353328"/>
                </a:cubicBezTo>
                <a:cubicBezTo>
                  <a:pt x="4186696" y="336116"/>
                  <a:pt x="4644261" y="226756"/>
                  <a:pt x="5104124" y="134192"/>
                </a:cubicBezTo>
                <a:cubicBezTo>
                  <a:pt x="5331363" y="88447"/>
                  <a:pt x="5559193" y="46819"/>
                  <a:pt x="5789935" y="22446"/>
                </a:cubicBezTo>
                <a:cubicBezTo>
                  <a:pt x="5923139" y="8365"/>
                  <a:pt x="6057305" y="44"/>
                  <a:pt x="6192917" y="0"/>
                </a:cubicBezTo>
                <a:cubicBezTo>
                  <a:pt x="6300417" y="-44"/>
                  <a:pt x="6407129" y="5168"/>
                  <a:pt x="6513206" y="14212"/>
                </a:cubicBezTo>
                <a:cubicBezTo>
                  <a:pt x="6762842" y="35475"/>
                  <a:pt x="7009172" y="78067"/>
                  <a:pt x="7254911" y="124251"/>
                </a:cubicBezTo>
                <a:cubicBezTo>
                  <a:pt x="7427415" y="156682"/>
                  <a:pt x="7599590" y="190887"/>
                  <a:pt x="7772400" y="220734"/>
                </a:cubicBezTo>
                <a:close/>
              </a:path>
            </a:pathLst>
          </a:custGeom>
          <a:solidFill>
            <a:schemeClr val="accent6"/>
          </a:solidFill>
          <a:ln w="2189" cap="flat">
            <a:noFill/>
            <a:prstDash val="solid"/>
            <a:miter/>
          </a:ln>
        </p:spPr>
        <p:txBody>
          <a:bodyPr rtlCol="0" anchor="ctr"/>
          <a:lstStyle/>
          <a:p>
            <a:endParaRPr lang="en-US"/>
          </a:p>
        </p:txBody>
      </p:sp>
      <p:grpSp>
        <p:nvGrpSpPr>
          <p:cNvPr id="5" name="Graphic 3">
            <a:extLst>
              <a:ext uri="{FF2B5EF4-FFF2-40B4-BE49-F238E27FC236}">
                <a16:creationId xmlns:a16="http://schemas.microsoft.com/office/drawing/2014/main" id="{B18CF81C-582E-0F42-81B9-B9193EB335B6}"/>
              </a:ext>
            </a:extLst>
          </p:cNvPr>
          <p:cNvGrpSpPr/>
          <p:nvPr/>
        </p:nvGrpSpPr>
        <p:grpSpPr>
          <a:xfrm>
            <a:off x="381550" y="255817"/>
            <a:ext cx="625911" cy="217910"/>
            <a:chOff x="448663" y="3429000"/>
            <a:chExt cx="3429000" cy="1193800"/>
          </a:xfrm>
          <a:solidFill>
            <a:schemeClr val="accent1"/>
          </a:solidFill>
        </p:grpSpPr>
        <p:sp>
          <p:nvSpPr>
            <p:cNvPr id="7" name="Freeform 6">
              <a:extLst>
                <a:ext uri="{FF2B5EF4-FFF2-40B4-BE49-F238E27FC236}">
                  <a16:creationId xmlns:a16="http://schemas.microsoft.com/office/drawing/2014/main" id="{CFF24332-B94B-C245-AFFF-ACD82F0449C5}"/>
                </a:ext>
              </a:extLst>
            </p:cNvPr>
            <p:cNvSpPr/>
            <p:nvPr/>
          </p:nvSpPr>
          <p:spPr>
            <a:xfrm>
              <a:off x="1213206"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267641 w 536101"/>
                <a:gd name="connsiteY4" fmla="*/ 339348 h 534746"/>
                <a:gd name="connsiteX5" fmla="*/ 195262 w 536101"/>
                <a:gd name="connsiteY5" fmla="*/ 267056 h 534746"/>
                <a:gd name="connsiteX6" fmla="*/ -315 w 536101"/>
                <a:gd name="connsiteY6" fmla="*/ 267056 h 534746"/>
                <a:gd name="connsiteX7" fmla="*/ 267641 w 536101"/>
                <a:gd name="connsiteY7" fmla="*/ 534524 h 534746"/>
                <a:gd name="connsiteX8" fmla="*/ 535787 w 536101"/>
                <a:gd name="connsiteY8" fmla="*/ 267246 h 534746"/>
                <a:gd name="connsiteX9" fmla="*/ 267831 w 536101"/>
                <a:gd name="connsiteY9" fmla="*/ -222 h 534746"/>
                <a:gd name="connsiteX10" fmla="*/ 267641 w 536101"/>
                <a:gd name="connsiteY10" fmla="*/ -222 h 534746"/>
                <a:gd name="connsiteX11" fmla="*/ -315 w 536101"/>
                <a:gd name="connsiteY11"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67704" y="339348"/>
                    <a:pt x="267673" y="339348"/>
                    <a:pt x="267641" y="339348"/>
                  </a:cubicBezTo>
                  <a:cubicBezTo>
                    <a:pt x="227652" y="339295"/>
                    <a:pt x="195262" y="306945"/>
                    <a:pt x="195262"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68" y="-222"/>
                    <a:pt x="267704" y="-222"/>
                    <a:pt x="267641" y="-222"/>
                  </a:cubicBezTo>
                  <a:cubicBezTo>
                    <a:pt x="119653" y="-222"/>
                    <a:pt x="-315" y="119442"/>
                    <a:pt x="-315" y="267056"/>
                  </a:cubicBezTo>
                </a:path>
              </a:pathLst>
            </a:custGeom>
            <a:grpFill/>
            <a:ln w="9499" cap="flat">
              <a:noFill/>
              <a:prstDash val="solid"/>
              <a:miter/>
            </a:ln>
          </p:spPr>
          <p:txBody>
            <a:bodyPr rtlCol="0" anchor="ctr"/>
            <a:lstStyle/>
            <a:p>
              <a:endParaRPr lang="en-US" b="0" i="0">
                <a:latin typeface="Tenorite" pitchFamily="2" charset="0"/>
              </a:endParaRPr>
            </a:p>
          </p:txBody>
        </p:sp>
        <p:sp>
          <p:nvSpPr>
            <p:cNvPr id="8" name="Freeform 7">
              <a:extLst>
                <a:ext uri="{FF2B5EF4-FFF2-40B4-BE49-F238E27FC236}">
                  <a16:creationId xmlns:a16="http://schemas.microsoft.com/office/drawing/2014/main" id="{5F388753-B021-F648-9C1F-93FCDFBF29DB}"/>
                </a:ext>
              </a:extLst>
            </p:cNvPr>
            <p:cNvSpPr/>
            <p:nvPr/>
          </p:nvSpPr>
          <p:spPr>
            <a:xfrm>
              <a:off x="448663"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195261 w 536101"/>
                <a:gd name="connsiteY4" fmla="*/ 267056 h 534746"/>
                <a:gd name="connsiteX5" fmla="*/ -315 w 536101"/>
                <a:gd name="connsiteY5" fmla="*/ 267056 h 534746"/>
                <a:gd name="connsiteX6" fmla="*/ 267641 w 536101"/>
                <a:gd name="connsiteY6" fmla="*/ 534524 h 534746"/>
                <a:gd name="connsiteX7" fmla="*/ 535787 w 536101"/>
                <a:gd name="connsiteY7" fmla="*/ 267246 h 534746"/>
                <a:gd name="connsiteX8" fmla="*/ 267831 w 536101"/>
                <a:gd name="connsiteY8" fmla="*/ -222 h 534746"/>
                <a:gd name="connsiteX9" fmla="*/ 267736 w 536101"/>
                <a:gd name="connsiteY9" fmla="*/ -222 h 534746"/>
                <a:gd name="connsiteX10" fmla="*/ -315 w 536101"/>
                <a:gd name="connsiteY10"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27731" y="339295"/>
                    <a:pt x="195314" y="306960"/>
                    <a:pt x="195261"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99" y="-222"/>
                    <a:pt x="267768" y="-222"/>
                    <a:pt x="267736" y="-222"/>
                  </a:cubicBezTo>
                  <a:cubicBezTo>
                    <a:pt x="119732" y="-222"/>
                    <a:pt x="-263" y="119427"/>
                    <a:pt x="-315" y="267056"/>
                  </a:cubicBezTo>
                </a:path>
              </a:pathLst>
            </a:custGeom>
            <a:grpFill/>
            <a:ln w="9499" cap="flat">
              <a:noFill/>
              <a:prstDash val="solid"/>
              <a:miter/>
            </a:ln>
          </p:spPr>
          <p:txBody>
            <a:bodyPr rtlCol="0" anchor="ctr"/>
            <a:lstStyle/>
            <a:p>
              <a:endParaRPr lang="en-US" b="0" i="0">
                <a:latin typeface="Tenorite" pitchFamily="2" charset="0"/>
              </a:endParaRPr>
            </a:p>
          </p:txBody>
        </p:sp>
        <p:sp>
          <p:nvSpPr>
            <p:cNvPr id="10" name="Freeform 9">
              <a:extLst>
                <a:ext uri="{FF2B5EF4-FFF2-40B4-BE49-F238E27FC236}">
                  <a16:creationId xmlns:a16="http://schemas.microsoft.com/office/drawing/2014/main" id="{FE9590FD-A5A2-154A-A50B-5C8C1553E0B1}"/>
                </a:ext>
              </a:extLst>
            </p:cNvPr>
            <p:cNvSpPr/>
            <p:nvPr/>
          </p:nvSpPr>
          <p:spPr>
            <a:xfrm>
              <a:off x="2022583" y="3633461"/>
              <a:ext cx="654074" cy="967546"/>
            </a:xfrm>
            <a:custGeom>
              <a:avLst/>
              <a:gdLst>
                <a:gd name="connsiteX0" fmla="*/ 653759 w 654074"/>
                <a:gd name="connsiteY0" fmla="*/ 634482 h 967546"/>
                <a:gd name="connsiteX1" fmla="*/ 336695 w 654074"/>
                <a:gd name="connsiteY1" fmla="*/ 301639 h 967546"/>
                <a:gd name="connsiteX2" fmla="*/ 137985 w 654074"/>
                <a:gd name="connsiteY2" fmla="*/ 393448 h 967546"/>
                <a:gd name="connsiteX3" fmla="*/ 137985 w 654074"/>
                <a:gd name="connsiteY3" fmla="*/ -222 h 967546"/>
                <a:gd name="connsiteX4" fmla="*/ -315 w 654074"/>
                <a:gd name="connsiteY4" fmla="*/ -222 h 967546"/>
                <a:gd name="connsiteX5" fmla="*/ -315 w 654074"/>
                <a:gd name="connsiteY5" fmla="*/ 950838 h 967546"/>
                <a:gd name="connsiteX6" fmla="*/ 137985 w 654074"/>
                <a:gd name="connsiteY6" fmla="*/ 950838 h 967546"/>
                <a:gd name="connsiteX7" fmla="*/ 137985 w 654074"/>
                <a:gd name="connsiteY7" fmla="*/ 875515 h 967546"/>
                <a:gd name="connsiteX8" fmla="*/ 336695 w 654074"/>
                <a:gd name="connsiteY8" fmla="*/ 967324 h 967546"/>
                <a:gd name="connsiteX9" fmla="*/ 653759 w 654074"/>
                <a:gd name="connsiteY9" fmla="*/ 634482 h 967546"/>
                <a:gd name="connsiteX10" fmla="*/ 511280 w 654074"/>
                <a:gd name="connsiteY10" fmla="*/ 634482 h 967546"/>
                <a:gd name="connsiteX11" fmla="*/ 319883 w 654074"/>
                <a:gd name="connsiteY11" fmla="*/ 837238 h 967546"/>
                <a:gd name="connsiteX12" fmla="*/ 128581 w 654074"/>
                <a:gd name="connsiteY12" fmla="*/ 634482 h 967546"/>
                <a:gd name="connsiteX13" fmla="*/ 319883 w 654074"/>
                <a:gd name="connsiteY13" fmla="*/ 431725 h 967546"/>
                <a:gd name="connsiteX14" fmla="*/ 511280 w 654074"/>
                <a:gd name="connsiteY14" fmla="*/ 634482 h 96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74" h="967546">
                  <a:moveTo>
                    <a:pt x="653759" y="634482"/>
                  </a:moveTo>
                  <a:cubicBezTo>
                    <a:pt x="653759" y="441010"/>
                    <a:pt x="514130" y="301639"/>
                    <a:pt x="336695" y="301639"/>
                  </a:cubicBezTo>
                  <a:cubicBezTo>
                    <a:pt x="245984" y="301639"/>
                    <a:pt x="182343" y="337926"/>
                    <a:pt x="137985" y="393448"/>
                  </a:cubicBezTo>
                  <a:lnTo>
                    <a:pt x="137985" y="-222"/>
                  </a:lnTo>
                  <a:lnTo>
                    <a:pt x="-315" y="-222"/>
                  </a:lnTo>
                  <a:lnTo>
                    <a:pt x="-315" y="950838"/>
                  </a:lnTo>
                  <a:lnTo>
                    <a:pt x="137985" y="950838"/>
                  </a:lnTo>
                  <a:lnTo>
                    <a:pt x="137985" y="875515"/>
                  </a:lnTo>
                  <a:cubicBezTo>
                    <a:pt x="182343" y="931036"/>
                    <a:pt x="245984" y="967324"/>
                    <a:pt x="336695" y="967324"/>
                  </a:cubicBezTo>
                  <a:cubicBezTo>
                    <a:pt x="514130" y="967324"/>
                    <a:pt x="653759" y="827953"/>
                    <a:pt x="653759" y="634482"/>
                  </a:cubicBezTo>
                  <a:moveTo>
                    <a:pt x="511280" y="634482"/>
                  </a:moveTo>
                  <a:cubicBezTo>
                    <a:pt x="511280" y="745429"/>
                    <a:pt x="439091" y="837238"/>
                    <a:pt x="319883" y="837238"/>
                  </a:cubicBezTo>
                  <a:cubicBezTo>
                    <a:pt x="205900" y="837238"/>
                    <a:pt x="128581" y="750072"/>
                    <a:pt x="128581" y="634482"/>
                  </a:cubicBezTo>
                  <a:cubicBezTo>
                    <a:pt x="128581" y="518891"/>
                    <a:pt x="205995" y="431725"/>
                    <a:pt x="319883" y="431725"/>
                  </a:cubicBezTo>
                  <a:cubicBezTo>
                    <a:pt x="439091" y="431725"/>
                    <a:pt x="511280" y="523534"/>
                    <a:pt x="511280" y="634482"/>
                  </a:cubicBezTo>
                </a:path>
              </a:pathLst>
            </a:custGeom>
            <a:grpFill/>
            <a:ln w="9499" cap="flat">
              <a:noFill/>
              <a:prstDash val="solid"/>
              <a:miter/>
            </a:ln>
          </p:spPr>
          <p:txBody>
            <a:bodyPr rtlCol="0" anchor="ctr"/>
            <a:lstStyle/>
            <a:p>
              <a:endParaRPr lang="en-US" b="0" i="0">
                <a:latin typeface="Tenorite" pitchFamily="2" charset="0"/>
              </a:endParaRPr>
            </a:p>
          </p:txBody>
        </p:sp>
        <p:sp>
          <p:nvSpPr>
            <p:cNvPr id="11" name="Freeform 10">
              <a:extLst>
                <a:ext uri="{FF2B5EF4-FFF2-40B4-BE49-F238E27FC236}">
                  <a16:creationId xmlns:a16="http://schemas.microsoft.com/office/drawing/2014/main" id="{734F4A39-CFAF-9243-ACEA-2CC1FBABA6CA}"/>
                </a:ext>
              </a:extLst>
            </p:cNvPr>
            <p:cNvSpPr/>
            <p:nvPr/>
          </p:nvSpPr>
          <p:spPr>
            <a:xfrm>
              <a:off x="2791496" y="3760326"/>
              <a:ext cx="422688" cy="840776"/>
            </a:xfrm>
            <a:custGeom>
              <a:avLst/>
              <a:gdLst>
                <a:gd name="connsiteX0" fmla="*/ 381624 w 422688"/>
                <a:gd name="connsiteY0" fmla="*/ 316798 h 840776"/>
                <a:gd name="connsiteX1" fmla="*/ 381624 w 422688"/>
                <a:gd name="connsiteY1" fmla="*/ 191259 h 840776"/>
                <a:gd name="connsiteX2" fmla="*/ 138650 w 422688"/>
                <a:gd name="connsiteY2" fmla="*/ 191259 h 840776"/>
                <a:gd name="connsiteX3" fmla="*/ 138650 w 422688"/>
                <a:gd name="connsiteY3" fmla="*/ -222 h 840776"/>
                <a:gd name="connsiteX4" fmla="*/ -315 w 422688"/>
                <a:gd name="connsiteY4" fmla="*/ -222 h 840776"/>
                <a:gd name="connsiteX5" fmla="*/ -315 w 422688"/>
                <a:gd name="connsiteY5" fmla="*/ 594878 h 840776"/>
                <a:gd name="connsiteX6" fmla="*/ 227652 w 422688"/>
                <a:gd name="connsiteY6" fmla="*/ 840554 h 840776"/>
                <a:gd name="connsiteX7" fmla="*/ 422373 w 422688"/>
                <a:gd name="connsiteY7" fmla="*/ 777832 h 840776"/>
                <a:gd name="connsiteX8" fmla="*/ 367376 w 422688"/>
                <a:gd name="connsiteY8" fmla="*/ 667548 h 840776"/>
                <a:gd name="connsiteX9" fmla="*/ 239620 w 422688"/>
                <a:gd name="connsiteY9" fmla="*/ 710468 h 840776"/>
                <a:gd name="connsiteX10" fmla="*/ 138934 w 422688"/>
                <a:gd name="connsiteY10" fmla="*/ 592225 h 840776"/>
                <a:gd name="connsiteX11" fmla="*/ 138934 w 422688"/>
                <a:gd name="connsiteY11" fmla="*/ 316798 h 84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88" h="840776">
                  <a:moveTo>
                    <a:pt x="381624" y="316798"/>
                  </a:moveTo>
                  <a:lnTo>
                    <a:pt x="381624" y="191259"/>
                  </a:lnTo>
                  <a:lnTo>
                    <a:pt x="138650" y="191259"/>
                  </a:lnTo>
                  <a:lnTo>
                    <a:pt x="138650" y="-222"/>
                  </a:lnTo>
                  <a:lnTo>
                    <a:pt x="-315" y="-222"/>
                  </a:lnTo>
                  <a:lnTo>
                    <a:pt x="-315" y="594878"/>
                  </a:lnTo>
                  <a:cubicBezTo>
                    <a:pt x="-315" y="763336"/>
                    <a:pt x="83747" y="840554"/>
                    <a:pt x="227652" y="840554"/>
                  </a:cubicBezTo>
                  <a:cubicBezTo>
                    <a:pt x="297461" y="839999"/>
                    <a:pt x="365423" y="818108"/>
                    <a:pt x="422373" y="777832"/>
                  </a:cubicBezTo>
                  <a:lnTo>
                    <a:pt x="367376" y="667548"/>
                  </a:lnTo>
                  <a:cubicBezTo>
                    <a:pt x="329382" y="691329"/>
                    <a:pt x="282648" y="710468"/>
                    <a:pt x="239620" y="710468"/>
                  </a:cubicBezTo>
                  <a:cubicBezTo>
                    <a:pt x="183958" y="710468"/>
                    <a:pt x="138934" y="676738"/>
                    <a:pt x="138934" y="592225"/>
                  </a:cubicBezTo>
                  <a:lnTo>
                    <a:pt x="138934" y="316798"/>
                  </a:lnTo>
                  <a:close/>
                </a:path>
              </a:pathLst>
            </a:custGeom>
            <a:grpFill/>
            <a:ln w="9499" cap="flat">
              <a:noFill/>
              <a:prstDash val="solid"/>
              <a:miter/>
            </a:ln>
          </p:spPr>
          <p:txBody>
            <a:bodyPr rtlCol="0" anchor="ctr"/>
            <a:lstStyle/>
            <a:p>
              <a:endParaRPr lang="en-US" b="0" i="0">
                <a:latin typeface="Tenorite" pitchFamily="2" charset="0"/>
              </a:endParaRPr>
            </a:p>
          </p:txBody>
        </p:sp>
        <p:sp>
          <p:nvSpPr>
            <p:cNvPr id="12" name="Freeform 11">
              <a:extLst>
                <a:ext uri="{FF2B5EF4-FFF2-40B4-BE49-F238E27FC236}">
                  <a16:creationId xmlns:a16="http://schemas.microsoft.com/office/drawing/2014/main" id="{27ACF3BD-B6AD-7049-9D55-8A9AB8CCBAA8}"/>
                </a:ext>
              </a:extLst>
            </p:cNvPr>
            <p:cNvSpPr/>
            <p:nvPr/>
          </p:nvSpPr>
          <p:spPr>
            <a:xfrm>
              <a:off x="3312970" y="3935937"/>
              <a:ext cx="560798" cy="664408"/>
            </a:xfrm>
            <a:custGeom>
              <a:avLst/>
              <a:gdLst>
                <a:gd name="connsiteX0" fmla="*/ 508336 w 560798"/>
                <a:gd name="connsiteY0" fmla="*/ 46537 h 664408"/>
                <a:gd name="connsiteX1" fmla="*/ 287872 w 560798"/>
                <a:gd name="connsiteY1" fmla="*/ -173 h 664408"/>
                <a:gd name="connsiteX2" fmla="*/ 25616 w 560798"/>
                <a:gd name="connsiteY2" fmla="*/ 202583 h 664408"/>
                <a:gd name="connsiteX3" fmla="*/ 240854 w 560798"/>
                <a:gd name="connsiteY3" fmla="*/ 388191 h 664408"/>
                <a:gd name="connsiteX4" fmla="*/ 307344 w 560798"/>
                <a:gd name="connsiteY4" fmla="*/ 396718 h 664408"/>
                <a:gd name="connsiteX5" fmla="*/ 417244 w 560798"/>
                <a:gd name="connsiteY5" fmla="*/ 466735 h 664408"/>
                <a:gd name="connsiteX6" fmla="*/ 272864 w 560798"/>
                <a:gd name="connsiteY6" fmla="*/ 544048 h 664408"/>
                <a:gd name="connsiteX7" fmla="*/ 63895 w 560798"/>
                <a:gd name="connsiteY7" fmla="*/ 479336 h 664408"/>
                <a:gd name="connsiteX8" fmla="*/ -315 w 560798"/>
                <a:gd name="connsiteY8" fmla="*/ 582989 h 664408"/>
                <a:gd name="connsiteX9" fmla="*/ 271725 w 560798"/>
                <a:gd name="connsiteY9" fmla="*/ 664186 h 664408"/>
                <a:gd name="connsiteX10" fmla="*/ 560483 w 560798"/>
                <a:gd name="connsiteY10" fmla="*/ 457450 h 664408"/>
                <a:gd name="connsiteX11" fmla="*/ 339925 w 560798"/>
                <a:gd name="connsiteY11" fmla="*/ 270611 h 664408"/>
                <a:gd name="connsiteX12" fmla="*/ 274385 w 560798"/>
                <a:gd name="connsiteY12" fmla="*/ 260663 h 664408"/>
                <a:gd name="connsiteX13" fmla="*/ 169900 w 560798"/>
                <a:gd name="connsiteY13" fmla="*/ 195288 h 664408"/>
                <a:gd name="connsiteX14" fmla="*/ 289772 w 560798"/>
                <a:gd name="connsiteY14" fmla="*/ 120060 h 664408"/>
                <a:gd name="connsiteX15" fmla="*/ 459608 w 560798"/>
                <a:gd name="connsiteY15" fmla="*/ 160516 h 66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0798" h="664408">
                  <a:moveTo>
                    <a:pt x="508336" y="46537"/>
                  </a:moveTo>
                  <a:cubicBezTo>
                    <a:pt x="439269" y="14734"/>
                    <a:pt x="363936" y="-1227"/>
                    <a:pt x="287872" y="-173"/>
                  </a:cubicBezTo>
                  <a:cubicBezTo>
                    <a:pt x="126396" y="-173"/>
                    <a:pt x="25616" y="77803"/>
                    <a:pt x="25616" y="202583"/>
                  </a:cubicBezTo>
                  <a:cubicBezTo>
                    <a:pt x="25616" y="304909"/>
                    <a:pt x="99800" y="368957"/>
                    <a:pt x="240854" y="388191"/>
                  </a:cubicBezTo>
                  <a:lnTo>
                    <a:pt x="307344" y="396718"/>
                  </a:lnTo>
                  <a:cubicBezTo>
                    <a:pt x="383333" y="407329"/>
                    <a:pt x="417244" y="430447"/>
                    <a:pt x="417244" y="466735"/>
                  </a:cubicBezTo>
                  <a:cubicBezTo>
                    <a:pt x="417244" y="514108"/>
                    <a:pt x="368231" y="544048"/>
                    <a:pt x="272864" y="544048"/>
                  </a:cubicBezTo>
                  <a:cubicBezTo>
                    <a:pt x="170280" y="544048"/>
                    <a:pt x="108729" y="514298"/>
                    <a:pt x="63895" y="479336"/>
                  </a:cubicBezTo>
                  <a:lnTo>
                    <a:pt x="-315" y="582989"/>
                  </a:lnTo>
                  <a:cubicBezTo>
                    <a:pt x="91631" y="651679"/>
                    <a:pt x="206850" y="664186"/>
                    <a:pt x="271725" y="664186"/>
                  </a:cubicBezTo>
                  <a:cubicBezTo>
                    <a:pt x="454478" y="664186"/>
                    <a:pt x="560483" y="578915"/>
                    <a:pt x="560483" y="457450"/>
                  </a:cubicBezTo>
                  <a:cubicBezTo>
                    <a:pt x="560483" y="349155"/>
                    <a:pt x="478320" y="291076"/>
                    <a:pt x="339925" y="270611"/>
                  </a:cubicBezTo>
                  <a:lnTo>
                    <a:pt x="274385" y="260663"/>
                  </a:lnTo>
                  <a:cubicBezTo>
                    <a:pt x="216158" y="252135"/>
                    <a:pt x="169900" y="240197"/>
                    <a:pt x="169900" y="195288"/>
                  </a:cubicBezTo>
                  <a:cubicBezTo>
                    <a:pt x="169900" y="150378"/>
                    <a:pt x="213593" y="120060"/>
                    <a:pt x="289772" y="120060"/>
                  </a:cubicBezTo>
                  <a:cubicBezTo>
                    <a:pt x="348627" y="121323"/>
                    <a:pt x="406531" y="135117"/>
                    <a:pt x="459608" y="160516"/>
                  </a:cubicBezTo>
                  <a:close/>
                </a:path>
              </a:pathLst>
            </a:custGeom>
            <a:grpFill/>
            <a:ln w="9499" cap="flat">
              <a:noFill/>
              <a:prstDash val="solid"/>
              <a:miter/>
            </a:ln>
          </p:spPr>
          <p:txBody>
            <a:bodyPr rtlCol="0" anchor="ctr"/>
            <a:lstStyle/>
            <a:p>
              <a:endParaRPr lang="en-US" b="0" i="0">
                <a:latin typeface="Tenorite" pitchFamily="2" charset="0"/>
              </a:endParaRPr>
            </a:p>
          </p:txBody>
        </p:sp>
        <p:sp>
          <p:nvSpPr>
            <p:cNvPr id="13" name="Freeform 12">
              <a:extLst>
                <a:ext uri="{FF2B5EF4-FFF2-40B4-BE49-F238E27FC236}">
                  <a16:creationId xmlns:a16="http://schemas.microsoft.com/office/drawing/2014/main" id="{E7BC081D-2F22-6546-826D-4241D873AC25}"/>
                </a:ext>
              </a:extLst>
            </p:cNvPr>
            <p:cNvSpPr/>
            <p:nvPr/>
          </p:nvSpPr>
          <p:spPr>
            <a:xfrm>
              <a:off x="825757" y="3429000"/>
              <a:ext cx="536101" cy="534746"/>
            </a:xfrm>
            <a:custGeom>
              <a:avLst/>
              <a:gdLst>
                <a:gd name="connsiteX0" fmla="*/ 267736 w 536101"/>
                <a:gd name="connsiteY0" fmla="*/ -222 h 534746"/>
                <a:gd name="connsiteX1" fmla="*/ -315 w 536101"/>
                <a:gd name="connsiteY1" fmla="*/ 267151 h 534746"/>
                <a:gd name="connsiteX2" fmla="*/ 267736 w 536101"/>
                <a:gd name="connsiteY2" fmla="*/ 534524 h 534746"/>
                <a:gd name="connsiteX3" fmla="*/ 535787 w 536101"/>
                <a:gd name="connsiteY3" fmla="*/ 267151 h 534746"/>
                <a:gd name="connsiteX4" fmla="*/ 535787 w 536101"/>
                <a:gd name="connsiteY4" fmla="*/ 267056 h 534746"/>
                <a:gd name="connsiteX5" fmla="*/ 267736 w 536101"/>
                <a:gd name="connsiteY5" fmla="*/ -222 h 534746"/>
                <a:gd name="connsiteX6" fmla="*/ 267736 w 536101"/>
                <a:gd name="connsiteY6" fmla="*/ 339348 h 534746"/>
                <a:gd name="connsiteX7" fmla="*/ 195261 w 536101"/>
                <a:gd name="connsiteY7" fmla="*/ 267056 h 534746"/>
                <a:gd name="connsiteX8" fmla="*/ 267736 w 536101"/>
                <a:gd name="connsiteY8" fmla="*/ 194765 h 534746"/>
                <a:gd name="connsiteX9" fmla="*/ 340210 w 536101"/>
                <a:gd name="connsiteY9" fmla="*/ 267056 h 534746"/>
                <a:gd name="connsiteX10" fmla="*/ 267736 w 536101"/>
                <a:gd name="connsiteY10" fmla="*/ 339348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267736" y="-222"/>
                  </a:moveTo>
                  <a:cubicBezTo>
                    <a:pt x="119695" y="-222"/>
                    <a:pt x="-315" y="119485"/>
                    <a:pt x="-315" y="267151"/>
                  </a:cubicBezTo>
                  <a:cubicBezTo>
                    <a:pt x="-315" y="414817"/>
                    <a:pt x="119695" y="534524"/>
                    <a:pt x="267736" y="534524"/>
                  </a:cubicBezTo>
                  <a:cubicBezTo>
                    <a:pt x="415776" y="534524"/>
                    <a:pt x="535787" y="414817"/>
                    <a:pt x="535787" y="267151"/>
                  </a:cubicBezTo>
                  <a:cubicBezTo>
                    <a:pt x="535787" y="267120"/>
                    <a:pt x="535787" y="267088"/>
                    <a:pt x="535787" y="267056"/>
                  </a:cubicBezTo>
                  <a:cubicBezTo>
                    <a:pt x="535734" y="119427"/>
                    <a:pt x="415739" y="-222"/>
                    <a:pt x="267736" y="-222"/>
                  </a:cubicBezTo>
                  <a:close/>
                  <a:moveTo>
                    <a:pt x="267736" y="339348"/>
                  </a:moveTo>
                  <a:cubicBezTo>
                    <a:pt x="227709" y="339348"/>
                    <a:pt x="195261" y="306982"/>
                    <a:pt x="195261" y="267056"/>
                  </a:cubicBezTo>
                  <a:cubicBezTo>
                    <a:pt x="195261" y="227131"/>
                    <a:pt x="227709" y="194765"/>
                    <a:pt x="267736" y="194765"/>
                  </a:cubicBezTo>
                  <a:cubicBezTo>
                    <a:pt x="307762" y="194765"/>
                    <a:pt x="340210" y="227131"/>
                    <a:pt x="340210" y="267056"/>
                  </a:cubicBezTo>
                  <a:cubicBezTo>
                    <a:pt x="340158" y="306960"/>
                    <a:pt x="307740" y="339295"/>
                    <a:pt x="267736" y="339348"/>
                  </a:cubicBezTo>
                  <a:close/>
                </a:path>
              </a:pathLst>
            </a:custGeom>
            <a:grpFill/>
            <a:ln w="9499" cap="flat">
              <a:noFill/>
              <a:prstDash val="solid"/>
              <a:miter/>
            </a:ln>
          </p:spPr>
          <p:txBody>
            <a:bodyPr rtlCol="0" anchor="ctr"/>
            <a:lstStyle/>
            <a:p>
              <a:endParaRPr lang="en-US" b="0" i="0">
                <a:latin typeface="Tenorite" pitchFamily="2" charset="0"/>
              </a:endParaRPr>
            </a:p>
          </p:txBody>
        </p:sp>
      </p:grpSp>
      <p:sp>
        <p:nvSpPr>
          <p:cNvPr id="2" name="Title 1">
            <a:extLst>
              <a:ext uri="{FF2B5EF4-FFF2-40B4-BE49-F238E27FC236}">
                <a16:creationId xmlns:a16="http://schemas.microsoft.com/office/drawing/2014/main" id="{FB361B91-395B-EFD9-C1BB-25AC0C4ADED6}"/>
              </a:ext>
            </a:extLst>
          </p:cNvPr>
          <p:cNvSpPr>
            <a:spLocks noGrp="1"/>
          </p:cNvSpPr>
          <p:nvPr>
            <p:ph type="title" hasCustomPrompt="1"/>
          </p:nvPr>
        </p:nvSpPr>
        <p:spPr>
          <a:xfrm>
            <a:off x="886353" y="1491521"/>
            <a:ext cx="10221358" cy="4654445"/>
          </a:xfrm>
          <a:prstGeom prst="rect">
            <a:avLst/>
          </a:prstGeom>
        </p:spPr>
        <p:txBody>
          <a:bodyPr lIns="0" tIns="0" rIns="0" bIns="0" anchor="t" anchorCtr="0"/>
          <a:lstStyle>
            <a:lvl1pPr>
              <a:lnSpc>
                <a:spcPct val="100000"/>
              </a:lnSpc>
              <a:defRPr sz="4800" b="1" i="0" spc="-20" baseline="0">
                <a:solidFill>
                  <a:schemeClr val="accent1"/>
                </a:solidFill>
                <a:latin typeface="Tenorite" pitchFamily="2" charset="0"/>
              </a:defRPr>
            </a:lvl1pPr>
          </a:lstStyle>
          <a:p>
            <a:r>
              <a:rPr lang="en-US"/>
              <a:t>Click to edit large call out page</a:t>
            </a:r>
          </a:p>
        </p:txBody>
      </p:sp>
      <p:sp>
        <p:nvSpPr>
          <p:cNvPr id="3" name="Graphic 8">
            <a:extLst>
              <a:ext uri="{FF2B5EF4-FFF2-40B4-BE49-F238E27FC236}">
                <a16:creationId xmlns:a16="http://schemas.microsoft.com/office/drawing/2014/main" id="{6E934460-4A97-CDF9-ED9A-B325AA0DD5E1}"/>
              </a:ext>
            </a:extLst>
          </p:cNvPr>
          <p:cNvSpPr/>
          <p:nvPr/>
        </p:nvSpPr>
        <p:spPr>
          <a:xfrm flipH="1">
            <a:off x="-2" y="5702300"/>
            <a:ext cx="12192001" cy="1155700"/>
          </a:xfrm>
          <a:custGeom>
            <a:avLst/>
            <a:gdLst>
              <a:gd name="connsiteX0" fmla="*/ 7768963 w 7787747"/>
              <a:gd name="connsiteY0" fmla="*/ 573293 h 1142010"/>
              <a:gd name="connsiteX1" fmla="*/ 7787748 w 7787747"/>
              <a:gd name="connsiteY1" fmla="*/ 568541 h 1142010"/>
              <a:gd name="connsiteX2" fmla="*/ 7787748 w 7787747"/>
              <a:gd name="connsiteY2" fmla="*/ 1142011 h 1142010"/>
              <a:gd name="connsiteX3" fmla="*/ 0 w 7787747"/>
              <a:gd name="connsiteY3" fmla="*/ 1142011 h 1142010"/>
              <a:gd name="connsiteX4" fmla="*/ 0 w 7787747"/>
              <a:gd name="connsiteY4" fmla="*/ 43400 h 1142010"/>
              <a:gd name="connsiteX5" fmla="*/ 523400 w 7787747"/>
              <a:gd name="connsiteY5" fmla="*/ 112357 h 1142010"/>
              <a:gd name="connsiteX6" fmla="*/ 1113818 w 7787747"/>
              <a:gd name="connsiteY6" fmla="*/ 115445 h 1142010"/>
              <a:gd name="connsiteX7" fmla="*/ 1239512 w 7787747"/>
              <a:gd name="connsiteY7" fmla="*/ 105897 h 1142010"/>
              <a:gd name="connsiteX8" fmla="*/ 2170799 w 7787747"/>
              <a:gd name="connsiteY8" fmla="*/ 2757 h 1142010"/>
              <a:gd name="connsiteX9" fmla="*/ 2505931 w 7787747"/>
              <a:gd name="connsiteY9" fmla="*/ 6151 h 1142010"/>
              <a:gd name="connsiteX10" fmla="*/ 4267770 w 7787747"/>
              <a:gd name="connsiteY10" fmla="*/ 457079 h 1142010"/>
              <a:gd name="connsiteX11" fmla="*/ 4932759 w 7787747"/>
              <a:gd name="connsiteY11" fmla="*/ 685324 h 1142010"/>
              <a:gd name="connsiteX12" fmla="*/ 5293443 w 7787747"/>
              <a:gd name="connsiteY12" fmla="*/ 781938 h 1142010"/>
              <a:gd name="connsiteX13" fmla="*/ 5763618 w 7787747"/>
              <a:gd name="connsiteY13" fmla="*/ 865042 h 1142010"/>
              <a:gd name="connsiteX14" fmla="*/ 6378688 w 7787747"/>
              <a:gd name="connsiteY14" fmla="*/ 881926 h 1142010"/>
              <a:gd name="connsiteX15" fmla="*/ 7655442 w 7787747"/>
              <a:gd name="connsiteY15" fmla="*/ 603315 h 1142010"/>
              <a:gd name="connsiteX16" fmla="*/ 7718519 w 7787747"/>
              <a:gd name="connsiteY16" fmla="*/ 586432 h 1142010"/>
              <a:gd name="connsiteX17" fmla="*/ 7768963 w 7787747"/>
              <a:gd name="connsiteY17" fmla="*/ 573315 h 1142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787747" h="1142010">
                <a:moveTo>
                  <a:pt x="7768963" y="573293"/>
                </a:moveTo>
                <a:cubicBezTo>
                  <a:pt x="7775225" y="571716"/>
                  <a:pt x="7781464" y="570117"/>
                  <a:pt x="7787748" y="568541"/>
                </a:cubicBezTo>
                <a:lnTo>
                  <a:pt x="7787748" y="1142011"/>
                </a:lnTo>
                <a:lnTo>
                  <a:pt x="0" y="1142011"/>
                </a:lnTo>
                <a:lnTo>
                  <a:pt x="0" y="43400"/>
                </a:lnTo>
                <a:cubicBezTo>
                  <a:pt x="169088" y="76576"/>
                  <a:pt x="344985" y="99700"/>
                  <a:pt x="523400" y="112357"/>
                </a:cubicBezTo>
                <a:cubicBezTo>
                  <a:pt x="719089" y="126219"/>
                  <a:pt x="917756" y="127445"/>
                  <a:pt x="1113818" y="115445"/>
                </a:cubicBezTo>
                <a:cubicBezTo>
                  <a:pt x="1155854" y="112883"/>
                  <a:pt x="1197782" y="109686"/>
                  <a:pt x="1239512" y="105897"/>
                </a:cubicBezTo>
                <a:cubicBezTo>
                  <a:pt x="1552313" y="77430"/>
                  <a:pt x="1854538" y="15940"/>
                  <a:pt x="2170799" y="2757"/>
                </a:cubicBezTo>
                <a:cubicBezTo>
                  <a:pt x="2284013" y="-1951"/>
                  <a:pt x="2395738" y="-506"/>
                  <a:pt x="2505931" y="6151"/>
                </a:cubicBezTo>
                <a:cubicBezTo>
                  <a:pt x="3141976" y="44539"/>
                  <a:pt x="3728103" y="256316"/>
                  <a:pt x="4267770" y="457079"/>
                </a:cubicBezTo>
                <a:cubicBezTo>
                  <a:pt x="4480603" y="536241"/>
                  <a:pt x="4702696" y="616147"/>
                  <a:pt x="4932759" y="685324"/>
                </a:cubicBezTo>
                <a:cubicBezTo>
                  <a:pt x="5050944" y="720886"/>
                  <a:pt x="5171230" y="753602"/>
                  <a:pt x="5293443" y="781938"/>
                </a:cubicBezTo>
                <a:cubicBezTo>
                  <a:pt x="5447248" y="817611"/>
                  <a:pt x="5604076" y="846341"/>
                  <a:pt x="5763618" y="865042"/>
                </a:cubicBezTo>
                <a:cubicBezTo>
                  <a:pt x="5964584" y="888627"/>
                  <a:pt x="6169863" y="896313"/>
                  <a:pt x="6378688" y="881926"/>
                </a:cubicBezTo>
                <a:cubicBezTo>
                  <a:pt x="6836582" y="850370"/>
                  <a:pt x="7243286" y="715521"/>
                  <a:pt x="7655442" y="603315"/>
                </a:cubicBezTo>
                <a:cubicBezTo>
                  <a:pt x="7676329" y="597621"/>
                  <a:pt x="7697347" y="591993"/>
                  <a:pt x="7718519" y="586432"/>
                </a:cubicBezTo>
                <a:cubicBezTo>
                  <a:pt x="7735246" y="582008"/>
                  <a:pt x="7752061" y="577650"/>
                  <a:pt x="7768963" y="573315"/>
                </a:cubicBezTo>
                <a:close/>
              </a:path>
            </a:pathLst>
          </a:custGeom>
          <a:solidFill>
            <a:srgbClr val="6CBFE5"/>
          </a:solidFill>
          <a:ln w="2189" cap="flat">
            <a:noFill/>
            <a:prstDash val="solid"/>
            <a:miter/>
          </a:ln>
        </p:spPr>
        <p:txBody>
          <a:bodyPr rtlCol="0" anchor="ctr"/>
          <a:lstStyle/>
          <a:p>
            <a:endParaRPr lang="en-US"/>
          </a:p>
        </p:txBody>
      </p:sp>
    </p:spTree>
    <p:extLst>
      <p:ext uri="{BB962C8B-B14F-4D97-AF65-F5344CB8AC3E}">
        <p14:creationId xmlns:p14="http://schemas.microsoft.com/office/powerpoint/2010/main" val="141851745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Text and Photos 1">
    <p:spTree>
      <p:nvGrpSpPr>
        <p:cNvPr id="1" name=""/>
        <p:cNvGrpSpPr/>
        <p:nvPr/>
      </p:nvGrpSpPr>
      <p:grpSpPr>
        <a:xfrm>
          <a:off x="0" y="0"/>
          <a:ext cx="0" cy="0"/>
          <a:chOff x="0" y="0"/>
          <a:chExt cx="0" cy="0"/>
        </a:xfrm>
      </p:grpSpPr>
      <p:sp>
        <p:nvSpPr>
          <p:cNvPr id="3" name="Flowchart: Document 4">
            <a:extLst>
              <a:ext uri="{FF2B5EF4-FFF2-40B4-BE49-F238E27FC236}">
                <a16:creationId xmlns:a16="http://schemas.microsoft.com/office/drawing/2014/main" id="{FF1CEF1B-09C8-8BBE-2218-674745AED74A}"/>
              </a:ext>
            </a:extLst>
          </p:cNvPr>
          <p:cNvSpPr/>
          <p:nvPr userDrawn="1"/>
        </p:nvSpPr>
        <p:spPr>
          <a:xfrm rot="5400000">
            <a:off x="6457951" y="1123951"/>
            <a:ext cx="6857998" cy="4610100"/>
          </a:xfrm>
          <a:custGeom>
            <a:avLst/>
            <a:gdLst>
              <a:gd name="connsiteX0" fmla="*/ 0 w 21600"/>
              <a:gd name="connsiteY0" fmla="*/ 0 h 21600"/>
              <a:gd name="connsiteX1" fmla="*/ 21600 w 21600"/>
              <a:gd name="connsiteY1" fmla="*/ 0 h 21600"/>
              <a:gd name="connsiteX2" fmla="*/ 21600 w 21600"/>
              <a:gd name="connsiteY2" fmla="*/ 17322 h 21600"/>
              <a:gd name="connsiteX3" fmla="*/ 0 w 21600"/>
              <a:gd name="connsiteY3" fmla="*/ 20172 h 21600"/>
              <a:gd name="connsiteX4" fmla="*/ 0 w 21600"/>
              <a:gd name="connsiteY4" fmla="*/ 0 h 21600"/>
              <a:gd name="connsiteX0" fmla="*/ 0 w 21600"/>
              <a:gd name="connsiteY0" fmla="*/ 0 h 20666"/>
              <a:gd name="connsiteX1" fmla="*/ 21600 w 21600"/>
              <a:gd name="connsiteY1" fmla="*/ 0 h 20666"/>
              <a:gd name="connsiteX2" fmla="*/ 21600 w 21600"/>
              <a:gd name="connsiteY2" fmla="*/ 17322 h 20666"/>
              <a:gd name="connsiteX3" fmla="*/ 0 w 21600"/>
              <a:gd name="connsiteY3" fmla="*/ 20172 h 20666"/>
              <a:gd name="connsiteX4" fmla="*/ 0 w 21600"/>
              <a:gd name="connsiteY4" fmla="*/ 0 h 206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00" h="20666">
                <a:moveTo>
                  <a:pt x="0" y="0"/>
                </a:moveTo>
                <a:lnTo>
                  <a:pt x="21600" y="0"/>
                </a:lnTo>
                <a:lnTo>
                  <a:pt x="21600" y="17322"/>
                </a:lnTo>
                <a:cubicBezTo>
                  <a:pt x="12202" y="4717"/>
                  <a:pt x="10800" y="23922"/>
                  <a:pt x="0" y="20172"/>
                </a:cubicBez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Tenorite" pitchFamily="2" charset="0"/>
            </a:endParaRPr>
          </a:p>
        </p:txBody>
      </p:sp>
      <p:sp>
        <p:nvSpPr>
          <p:cNvPr id="4" name="Freeform 3">
            <a:extLst>
              <a:ext uri="{FF2B5EF4-FFF2-40B4-BE49-F238E27FC236}">
                <a16:creationId xmlns:a16="http://schemas.microsoft.com/office/drawing/2014/main" id="{38C626A8-0B3A-E9BC-E46C-2809FAB285FC}"/>
              </a:ext>
            </a:extLst>
          </p:cNvPr>
          <p:cNvSpPr/>
          <p:nvPr/>
        </p:nvSpPr>
        <p:spPr>
          <a:xfrm flipH="1" flipV="1">
            <a:off x="8152907" y="57"/>
            <a:ext cx="4039087" cy="6483334"/>
          </a:xfrm>
          <a:custGeom>
            <a:avLst/>
            <a:gdLst>
              <a:gd name="connsiteX0" fmla="*/ 5725573 w 5725572"/>
              <a:gd name="connsiteY0" fmla="*/ 5667247 h 5667246"/>
              <a:gd name="connsiteX1" fmla="*/ 0 w 5725572"/>
              <a:gd name="connsiteY1" fmla="*/ 5667247 h 5667246"/>
              <a:gd name="connsiteX2" fmla="*/ 0 w 5725572"/>
              <a:gd name="connsiteY2" fmla="*/ 0 h 5667246"/>
              <a:gd name="connsiteX3" fmla="*/ 81248 w 5725572"/>
              <a:gd name="connsiteY3" fmla="*/ 148412 h 5667246"/>
              <a:gd name="connsiteX4" fmla="*/ 1054894 w 5725572"/>
              <a:gd name="connsiteY4" fmla="*/ 1477642 h 5667246"/>
              <a:gd name="connsiteX5" fmla="*/ 2622233 w 5725572"/>
              <a:gd name="connsiteY5" fmla="*/ 2716627 h 5667246"/>
              <a:gd name="connsiteX6" fmla="*/ 5524500 w 5725572"/>
              <a:gd name="connsiteY6" fmla="*/ 5056846 h 5667246"/>
              <a:gd name="connsiteX7" fmla="*/ 5725573 w 5725572"/>
              <a:gd name="connsiteY7" fmla="*/ 5667247 h 5667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25572" h="5667246">
                <a:moveTo>
                  <a:pt x="5725573" y="5667247"/>
                </a:moveTo>
                <a:lnTo>
                  <a:pt x="0" y="5667247"/>
                </a:lnTo>
                <a:lnTo>
                  <a:pt x="0" y="0"/>
                </a:lnTo>
                <a:cubicBezTo>
                  <a:pt x="26861" y="50454"/>
                  <a:pt x="53912" y="99956"/>
                  <a:pt x="81248" y="148412"/>
                </a:cubicBezTo>
                <a:cubicBezTo>
                  <a:pt x="403098" y="721019"/>
                  <a:pt x="747808" y="1152451"/>
                  <a:pt x="1054894" y="1477642"/>
                </a:cubicBezTo>
                <a:cubicBezTo>
                  <a:pt x="1567339" y="2020168"/>
                  <a:pt x="2102644" y="2401621"/>
                  <a:pt x="2622233" y="2716627"/>
                </a:cubicBezTo>
                <a:cubicBezTo>
                  <a:pt x="3841337" y="3455543"/>
                  <a:pt x="4974241" y="3828618"/>
                  <a:pt x="5524500" y="5056846"/>
                </a:cubicBezTo>
                <a:cubicBezTo>
                  <a:pt x="5615940" y="5260852"/>
                  <a:pt x="5680996" y="5465620"/>
                  <a:pt x="5725573" y="5667247"/>
                </a:cubicBezTo>
                <a:close/>
              </a:path>
            </a:pathLst>
          </a:custGeom>
          <a:solidFill>
            <a:srgbClr val="EA5F84"/>
          </a:solidFill>
          <a:ln w="0" cap="flat">
            <a:noFill/>
            <a:prstDash val="solid"/>
            <a:miter/>
          </a:ln>
        </p:spPr>
        <p:txBody>
          <a:bodyPr rtlCol="0" anchor="ctr"/>
          <a:lstStyle/>
          <a:p>
            <a:endParaRPr lang="en-US" b="1" i="0">
              <a:latin typeface="Tenorite" pitchFamily="2" charset="0"/>
            </a:endParaRPr>
          </a:p>
        </p:txBody>
      </p:sp>
      <p:sp>
        <p:nvSpPr>
          <p:cNvPr id="14" name="Picture Placeholder 3">
            <a:extLst>
              <a:ext uri="{FF2B5EF4-FFF2-40B4-BE49-F238E27FC236}">
                <a16:creationId xmlns:a16="http://schemas.microsoft.com/office/drawing/2014/main" id="{E7C2C340-51C6-E84F-8DEF-C59EAA802F51}"/>
              </a:ext>
            </a:extLst>
          </p:cNvPr>
          <p:cNvSpPr>
            <a:spLocks noGrp="1"/>
          </p:cNvSpPr>
          <p:nvPr>
            <p:ph type="pic" sz="quarter" idx="10" hasCustomPrompt="1"/>
          </p:nvPr>
        </p:nvSpPr>
        <p:spPr>
          <a:xfrm>
            <a:off x="6926785" y="525049"/>
            <a:ext cx="4722395" cy="5787188"/>
          </a:xfrm>
          <a:prstGeom prst="roundRect">
            <a:avLst>
              <a:gd name="adj" fmla="val 1609"/>
            </a:avLst>
          </a:prstGeom>
          <a:solidFill>
            <a:schemeClr val="tx2">
              <a:lumMod val="10000"/>
              <a:lumOff val="90000"/>
            </a:schemeClr>
          </a:solidFill>
        </p:spPr>
        <p:txBody>
          <a:bodyPr anchor="ctr"/>
          <a:lstStyle>
            <a:lvl1pPr marL="0" indent="0" algn="ctr">
              <a:buNone/>
              <a:defRPr sz="1800" b="0" i="0">
                <a:solidFill>
                  <a:schemeClr val="accent1">
                    <a:lumMod val="25000"/>
                    <a:lumOff val="75000"/>
                  </a:schemeClr>
                </a:solidFill>
                <a:latin typeface="Tenorite" pitchFamily="2" charset="0"/>
              </a:defRPr>
            </a:lvl1pPr>
          </a:lstStyle>
          <a:p>
            <a:r>
              <a:rPr lang="en-US"/>
              <a:t>Click to edit picture</a:t>
            </a:r>
            <a:br>
              <a:rPr lang="en-US"/>
            </a:br>
            <a:br>
              <a:rPr lang="en-US"/>
            </a:br>
            <a:br>
              <a:rPr lang="en-US"/>
            </a:br>
            <a:br>
              <a:rPr lang="en-US"/>
            </a:br>
            <a:br>
              <a:rPr lang="en-US"/>
            </a:br>
            <a:endParaRPr lang="en-US"/>
          </a:p>
        </p:txBody>
      </p:sp>
      <p:sp>
        <p:nvSpPr>
          <p:cNvPr id="6" name="Title 1">
            <a:extLst>
              <a:ext uri="{FF2B5EF4-FFF2-40B4-BE49-F238E27FC236}">
                <a16:creationId xmlns:a16="http://schemas.microsoft.com/office/drawing/2014/main" id="{D252B194-A7FB-FC5D-BC91-E9F467D1C6C3}"/>
              </a:ext>
            </a:extLst>
          </p:cNvPr>
          <p:cNvSpPr>
            <a:spLocks noGrp="1"/>
          </p:cNvSpPr>
          <p:nvPr>
            <p:ph type="title" hasCustomPrompt="1"/>
          </p:nvPr>
        </p:nvSpPr>
        <p:spPr>
          <a:xfrm>
            <a:off x="381001" y="381001"/>
            <a:ext cx="5924550" cy="491836"/>
          </a:xfrm>
          <a:prstGeom prst="rect">
            <a:avLst/>
          </a:prstGeom>
        </p:spPr>
        <p:txBody>
          <a:bodyPr lIns="0" tIns="0" rIns="0" bIns="0"/>
          <a:lstStyle>
            <a:lvl1pPr>
              <a:lnSpc>
                <a:spcPct val="100000"/>
              </a:lnSpc>
              <a:defRPr sz="2800" b="1" i="0" spc="-20" baseline="0">
                <a:solidFill>
                  <a:schemeClr val="tx2"/>
                </a:solidFill>
                <a:latin typeface="Tenorite" pitchFamily="2" charset="0"/>
              </a:defRPr>
            </a:lvl1pPr>
          </a:lstStyle>
          <a:p>
            <a:r>
              <a:rPr lang="en-US"/>
              <a:t>Enter page title (Sentence case)</a:t>
            </a:r>
          </a:p>
        </p:txBody>
      </p:sp>
      <p:sp>
        <p:nvSpPr>
          <p:cNvPr id="10" name="Text Placeholder 3">
            <a:extLst>
              <a:ext uri="{FF2B5EF4-FFF2-40B4-BE49-F238E27FC236}">
                <a16:creationId xmlns:a16="http://schemas.microsoft.com/office/drawing/2014/main" id="{49882B8A-5BF4-E65C-1163-B802DBA58B13}"/>
              </a:ext>
            </a:extLst>
          </p:cNvPr>
          <p:cNvSpPr>
            <a:spLocks noGrp="1"/>
          </p:cNvSpPr>
          <p:nvPr>
            <p:ph type="body" sz="quarter" idx="15" hasCustomPrompt="1"/>
          </p:nvPr>
        </p:nvSpPr>
        <p:spPr>
          <a:xfrm>
            <a:off x="381002" y="1380682"/>
            <a:ext cx="5924550" cy="4937568"/>
          </a:xfrm>
          <a:prstGeom prst="rect">
            <a:avLst/>
          </a:prstGeom>
        </p:spPr>
        <p:txBody>
          <a:bodyPr lIns="0" rIns="0">
            <a:noAutofit/>
          </a:bodyPr>
          <a:lstStyle>
            <a:lvl1pPr marL="228600" indent="-228600">
              <a:lnSpc>
                <a:spcPct val="100000"/>
              </a:lnSpc>
              <a:buClrTx/>
              <a:buFont typeface="Arial" panose="020B0604020202020204" pitchFamily="34" charset="0"/>
              <a:buChar char="•"/>
              <a:tabLst/>
              <a:defRPr sz="2000" b="0" i="0">
                <a:latin typeface="Tenorite" pitchFamily="2" charset="0"/>
              </a:defRPr>
            </a:lvl1pPr>
            <a:lvl2pPr marL="404813" indent="-230188">
              <a:lnSpc>
                <a:spcPct val="100000"/>
              </a:lnSpc>
              <a:buClrTx/>
              <a:buFont typeface="Arial" panose="020B0604020202020204" pitchFamily="34" charset="0"/>
              <a:buChar char="•"/>
              <a:tabLst/>
              <a:defRPr sz="1600" b="0" i="0">
                <a:latin typeface="Tenorite" pitchFamily="2" charset="0"/>
              </a:defRPr>
            </a:lvl2pPr>
            <a:lvl3pPr marL="573088" indent="-168275">
              <a:lnSpc>
                <a:spcPct val="100000"/>
              </a:lnSpc>
              <a:buClrTx/>
              <a:buFont typeface="Arial" panose="020B0604020202020204" pitchFamily="34" charset="0"/>
              <a:buChar char="•"/>
              <a:tabLst/>
              <a:defRPr sz="1600" b="0"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main paragraph text</a:t>
            </a:r>
          </a:p>
          <a:p>
            <a:pPr lvl="1"/>
            <a:r>
              <a:rPr lang="en-US"/>
              <a:t>Second level</a:t>
            </a:r>
          </a:p>
          <a:p>
            <a:pPr lvl="2"/>
            <a:r>
              <a:rPr lang="en-US"/>
              <a:t>Third level</a:t>
            </a:r>
          </a:p>
        </p:txBody>
      </p:sp>
    </p:spTree>
    <p:extLst>
      <p:ext uri="{BB962C8B-B14F-4D97-AF65-F5344CB8AC3E}">
        <p14:creationId xmlns:p14="http://schemas.microsoft.com/office/powerpoint/2010/main" val="387944001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cSld name="Text and Photos 2">
    <p:spTree>
      <p:nvGrpSpPr>
        <p:cNvPr id="1" name=""/>
        <p:cNvGrpSpPr/>
        <p:nvPr/>
      </p:nvGrpSpPr>
      <p:grpSpPr>
        <a:xfrm>
          <a:off x="0" y="0"/>
          <a:ext cx="0" cy="0"/>
          <a:chOff x="0" y="0"/>
          <a:chExt cx="0" cy="0"/>
        </a:xfrm>
      </p:grpSpPr>
      <p:sp>
        <p:nvSpPr>
          <p:cNvPr id="4" name="Freeform: Shape 8">
            <a:extLst>
              <a:ext uri="{FF2B5EF4-FFF2-40B4-BE49-F238E27FC236}">
                <a16:creationId xmlns:a16="http://schemas.microsoft.com/office/drawing/2014/main" id="{99118A86-C785-4803-0958-BC68400DCFFF}"/>
              </a:ext>
            </a:extLst>
          </p:cNvPr>
          <p:cNvSpPr/>
          <p:nvPr userDrawn="1"/>
        </p:nvSpPr>
        <p:spPr>
          <a:xfrm rot="5400000" flipH="1">
            <a:off x="-1831898" y="1821176"/>
            <a:ext cx="6862372" cy="3211276"/>
          </a:xfrm>
          <a:custGeom>
            <a:avLst/>
            <a:gdLst>
              <a:gd name="connsiteX0" fmla="*/ 12176569 w 12192000"/>
              <a:gd name="connsiteY0" fmla="*/ 960256 h 960255"/>
              <a:gd name="connsiteX1" fmla="*/ 0 w 12192000"/>
              <a:gd name="connsiteY1" fmla="*/ 960256 h 960255"/>
              <a:gd name="connsiteX2" fmla="*/ 0 w 12192000"/>
              <a:gd name="connsiteY2" fmla="*/ 6613 h 960255"/>
              <a:gd name="connsiteX3" fmla="*/ 9130538 w 12192000"/>
              <a:gd name="connsiteY3" fmla="*/ 528900 h 960255"/>
              <a:gd name="connsiteX4" fmla="*/ 12192000 w 12192000"/>
              <a:gd name="connsiteY4" fmla="*/ 218957 h 960255"/>
              <a:gd name="connsiteX5" fmla="*/ 12176569 w 12192000"/>
              <a:gd name="connsiteY5" fmla="*/ 960256 h 960255"/>
              <a:gd name="connsiteX0" fmla="*/ 12176569 w 12176569"/>
              <a:gd name="connsiteY0" fmla="*/ 960256 h 960256"/>
              <a:gd name="connsiteX1" fmla="*/ 0 w 12176569"/>
              <a:gd name="connsiteY1" fmla="*/ 960256 h 960256"/>
              <a:gd name="connsiteX2" fmla="*/ 0 w 12176569"/>
              <a:gd name="connsiteY2" fmla="*/ 6613 h 960256"/>
              <a:gd name="connsiteX3" fmla="*/ 9130538 w 12176569"/>
              <a:gd name="connsiteY3" fmla="*/ 528900 h 960256"/>
              <a:gd name="connsiteX4" fmla="*/ 12159915 w 12176569"/>
              <a:gd name="connsiteY4" fmla="*/ 787888 h 960256"/>
              <a:gd name="connsiteX5" fmla="*/ 12176569 w 12176569"/>
              <a:gd name="connsiteY5" fmla="*/ 960256 h 960256"/>
              <a:gd name="connsiteX0" fmla="*/ 12176569 w 12176569"/>
              <a:gd name="connsiteY0" fmla="*/ 957752 h 986274"/>
              <a:gd name="connsiteX1" fmla="*/ 0 w 12176569"/>
              <a:gd name="connsiteY1" fmla="*/ 957752 h 986274"/>
              <a:gd name="connsiteX2" fmla="*/ 0 w 12176569"/>
              <a:gd name="connsiteY2" fmla="*/ 4109 h 986274"/>
              <a:gd name="connsiteX3" fmla="*/ 9397907 w 12176569"/>
              <a:gd name="connsiteY3" fmla="*/ 981151 h 986274"/>
              <a:gd name="connsiteX4" fmla="*/ 12159915 w 12176569"/>
              <a:gd name="connsiteY4" fmla="*/ 785384 h 986274"/>
              <a:gd name="connsiteX5" fmla="*/ 12176569 w 12176569"/>
              <a:gd name="connsiteY5" fmla="*/ 957752 h 986274"/>
              <a:gd name="connsiteX0" fmla="*/ 12176569 w 12176569"/>
              <a:gd name="connsiteY0" fmla="*/ 958405 h 958405"/>
              <a:gd name="connsiteX1" fmla="*/ 0 w 12176569"/>
              <a:gd name="connsiteY1" fmla="*/ 958405 h 958405"/>
              <a:gd name="connsiteX2" fmla="*/ 0 w 12176569"/>
              <a:gd name="connsiteY2" fmla="*/ 4762 h 958405"/>
              <a:gd name="connsiteX3" fmla="*/ 9365822 w 12176569"/>
              <a:gd name="connsiteY3" fmla="*/ 816882 h 958405"/>
              <a:gd name="connsiteX4" fmla="*/ 12159915 w 12176569"/>
              <a:gd name="connsiteY4" fmla="*/ 786037 h 958405"/>
              <a:gd name="connsiteX5" fmla="*/ 12176569 w 12176569"/>
              <a:gd name="connsiteY5" fmla="*/ 958405 h 958405"/>
              <a:gd name="connsiteX0" fmla="*/ 12176569 w 12176569"/>
              <a:gd name="connsiteY0" fmla="*/ 960369 h 960369"/>
              <a:gd name="connsiteX1" fmla="*/ 0 w 12176569"/>
              <a:gd name="connsiteY1" fmla="*/ 960369 h 960369"/>
              <a:gd name="connsiteX2" fmla="*/ 0 w 12176569"/>
              <a:gd name="connsiteY2" fmla="*/ 6726 h 960369"/>
              <a:gd name="connsiteX3" fmla="*/ 9365822 w 12176569"/>
              <a:gd name="connsiteY3" fmla="*/ 818846 h 960369"/>
              <a:gd name="connsiteX4" fmla="*/ 12159915 w 12176569"/>
              <a:gd name="connsiteY4" fmla="*/ 788001 h 960369"/>
              <a:gd name="connsiteX5" fmla="*/ 12176569 w 12176569"/>
              <a:gd name="connsiteY5" fmla="*/ 960369 h 960369"/>
              <a:gd name="connsiteX0" fmla="*/ 12176569 w 12176569"/>
              <a:gd name="connsiteY0" fmla="*/ 960369 h 960369"/>
              <a:gd name="connsiteX1" fmla="*/ 0 w 12176569"/>
              <a:gd name="connsiteY1" fmla="*/ 960369 h 960369"/>
              <a:gd name="connsiteX2" fmla="*/ 0 w 12176569"/>
              <a:gd name="connsiteY2" fmla="*/ 6726 h 960369"/>
              <a:gd name="connsiteX3" fmla="*/ 9365822 w 12176569"/>
              <a:gd name="connsiteY3" fmla="*/ 818846 h 960369"/>
              <a:gd name="connsiteX4" fmla="*/ 12159915 w 12176569"/>
              <a:gd name="connsiteY4" fmla="*/ 788001 h 960369"/>
              <a:gd name="connsiteX5" fmla="*/ 12176569 w 12176569"/>
              <a:gd name="connsiteY5" fmla="*/ 960369 h 960369"/>
              <a:gd name="connsiteX0" fmla="*/ 12176569 w 12176569"/>
              <a:gd name="connsiteY0" fmla="*/ 960369 h 960369"/>
              <a:gd name="connsiteX1" fmla="*/ 0 w 12176569"/>
              <a:gd name="connsiteY1" fmla="*/ 960369 h 960369"/>
              <a:gd name="connsiteX2" fmla="*/ 0 w 12176569"/>
              <a:gd name="connsiteY2" fmla="*/ 6726 h 960369"/>
              <a:gd name="connsiteX3" fmla="*/ 9365822 w 12176569"/>
              <a:gd name="connsiteY3" fmla="*/ 818846 h 960369"/>
              <a:gd name="connsiteX4" fmla="*/ 12159915 w 12176569"/>
              <a:gd name="connsiteY4" fmla="*/ 788001 h 960369"/>
              <a:gd name="connsiteX5" fmla="*/ 12176569 w 12176569"/>
              <a:gd name="connsiteY5" fmla="*/ 960369 h 960369"/>
              <a:gd name="connsiteX0" fmla="*/ 12176569 w 12176569"/>
              <a:gd name="connsiteY0" fmla="*/ 953643 h 953643"/>
              <a:gd name="connsiteX1" fmla="*/ 0 w 12176569"/>
              <a:gd name="connsiteY1" fmla="*/ 953643 h 953643"/>
              <a:gd name="connsiteX2" fmla="*/ 0 w 12176569"/>
              <a:gd name="connsiteY2" fmla="*/ 0 h 953643"/>
              <a:gd name="connsiteX3" fmla="*/ 9365822 w 12176569"/>
              <a:gd name="connsiteY3" fmla="*/ 812120 h 953643"/>
              <a:gd name="connsiteX4" fmla="*/ 12159915 w 12176569"/>
              <a:gd name="connsiteY4" fmla="*/ 781275 h 953643"/>
              <a:gd name="connsiteX5" fmla="*/ 12176569 w 12176569"/>
              <a:gd name="connsiteY5" fmla="*/ 953643 h 953643"/>
              <a:gd name="connsiteX0" fmla="*/ 12176569 w 12176569"/>
              <a:gd name="connsiteY0" fmla="*/ 1096516 h 1096516"/>
              <a:gd name="connsiteX1" fmla="*/ 0 w 12176569"/>
              <a:gd name="connsiteY1" fmla="*/ 1096516 h 1096516"/>
              <a:gd name="connsiteX2" fmla="*/ 0 w 12176569"/>
              <a:gd name="connsiteY2" fmla="*/ 0 h 1096516"/>
              <a:gd name="connsiteX3" fmla="*/ 9365822 w 12176569"/>
              <a:gd name="connsiteY3" fmla="*/ 954993 h 1096516"/>
              <a:gd name="connsiteX4" fmla="*/ 12159915 w 12176569"/>
              <a:gd name="connsiteY4" fmla="*/ 924148 h 1096516"/>
              <a:gd name="connsiteX5" fmla="*/ 12176569 w 12176569"/>
              <a:gd name="connsiteY5" fmla="*/ 1096516 h 1096516"/>
              <a:gd name="connsiteX0" fmla="*/ 12176569 w 12176569"/>
              <a:gd name="connsiteY0" fmla="*/ 1096516 h 1096516"/>
              <a:gd name="connsiteX1" fmla="*/ 0 w 12176569"/>
              <a:gd name="connsiteY1" fmla="*/ 1096516 h 1096516"/>
              <a:gd name="connsiteX2" fmla="*/ 0 w 12176569"/>
              <a:gd name="connsiteY2" fmla="*/ 0 h 1096516"/>
              <a:gd name="connsiteX3" fmla="*/ 9365822 w 12176569"/>
              <a:gd name="connsiteY3" fmla="*/ 954993 h 1096516"/>
              <a:gd name="connsiteX4" fmla="*/ 12159915 w 12176569"/>
              <a:gd name="connsiteY4" fmla="*/ 924148 h 1096516"/>
              <a:gd name="connsiteX5" fmla="*/ 12176569 w 12176569"/>
              <a:gd name="connsiteY5" fmla="*/ 1096516 h 1096516"/>
              <a:gd name="connsiteX0" fmla="*/ 12176569 w 12176569"/>
              <a:gd name="connsiteY0" fmla="*/ 1096516 h 1096516"/>
              <a:gd name="connsiteX1" fmla="*/ 0 w 12176569"/>
              <a:gd name="connsiteY1" fmla="*/ 1096516 h 1096516"/>
              <a:gd name="connsiteX2" fmla="*/ 0 w 12176569"/>
              <a:gd name="connsiteY2" fmla="*/ 0 h 1096516"/>
              <a:gd name="connsiteX3" fmla="*/ 9365822 w 12176569"/>
              <a:gd name="connsiteY3" fmla="*/ 954993 h 1096516"/>
              <a:gd name="connsiteX4" fmla="*/ 12159915 w 12176569"/>
              <a:gd name="connsiteY4" fmla="*/ 924148 h 1096516"/>
              <a:gd name="connsiteX5" fmla="*/ 12176569 w 12176569"/>
              <a:gd name="connsiteY5" fmla="*/ 1096516 h 1096516"/>
              <a:gd name="connsiteX0" fmla="*/ 12176573 w 12176573"/>
              <a:gd name="connsiteY0" fmla="*/ 1188901 h 1188901"/>
              <a:gd name="connsiteX1" fmla="*/ 4 w 12176573"/>
              <a:gd name="connsiteY1" fmla="*/ 1188901 h 1188901"/>
              <a:gd name="connsiteX2" fmla="*/ 0 w 12176573"/>
              <a:gd name="connsiteY2" fmla="*/ 0 h 1188901"/>
              <a:gd name="connsiteX3" fmla="*/ 9365826 w 12176573"/>
              <a:gd name="connsiteY3" fmla="*/ 1047378 h 1188901"/>
              <a:gd name="connsiteX4" fmla="*/ 12159919 w 12176573"/>
              <a:gd name="connsiteY4" fmla="*/ 1016533 h 1188901"/>
              <a:gd name="connsiteX5" fmla="*/ 12176573 w 12176573"/>
              <a:gd name="connsiteY5" fmla="*/ 1188901 h 1188901"/>
              <a:gd name="connsiteX0" fmla="*/ 12176573 w 12176573"/>
              <a:gd name="connsiteY0" fmla="*/ 1188901 h 1188901"/>
              <a:gd name="connsiteX1" fmla="*/ 4 w 12176573"/>
              <a:gd name="connsiteY1" fmla="*/ 1188901 h 1188901"/>
              <a:gd name="connsiteX2" fmla="*/ 0 w 12176573"/>
              <a:gd name="connsiteY2" fmla="*/ 0 h 1188901"/>
              <a:gd name="connsiteX3" fmla="*/ 9365826 w 12176573"/>
              <a:gd name="connsiteY3" fmla="*/ 1047378 h 1188901"/>
              <a:gd name="connsiteX4" fmla="*/ 12159919 w 12176573"/>
              <a:gd name="connsiteY4" fmla="*/ 1016533 h 1188901"/>
              <a:gd name="connsiteX5" fmla="*/ 12176573 w 12176573"/>
              <a:gd name="connsiteY5" fmla="*/ 1188901 h 1188901"/>
              <a:gd name="connsiteX0" fmla="*/ 12176573 w 12176573"/>
              <a:gd name="connsiteY0" fmla="*/ 1188901 h 1188901"/>
              <a:gd name="connsiteX1" fmla="*/ 4 w 12176573"/>
              <a:gd name="connsiteY1" fmla="*/ 1188901 h 1188901"/>
              <a:gd name="connsiteX2" fmla="*/ 0 w 12176573"/>
              <a:gd name="connsiteY2" fmla="*/ 0 h 1188901"/>
              <a:gd name="connsiteX3" fmla="*/ 9365826 w 12176573"/>
              <a:gd name="connsiteY3" fmla="*/ 1047378 h 1188901"/>
              <a:gd name="connsiteX4" fmla="*/ 12159919 w 12176573"/>
              <a:gd name="connsiteY4" fmla="*/ 1016533 h 1188901"/>
              <a:gd name="connsiteX5" fmla="*/ 12176573 w 12176573"/>
              <a:gd name="connsiteY5" fmla="*/ 1188901 h 1188901"/>
              <a:gd name="connsiteX0" fmla="*/ 12176573 w 12192009"/>
              <a:gd name="connsiteY0" fmla="*/ 1188901 h 1188901"/>
              <a:gd name="connsiteX1" fmla="*/ 4 w 12192009"/>
              <a:gd name="connsiteY1" fmla="*/ 1188901 h 1188901"/>
              <a:gd name="connsiteX2" fmla="*/ 0 w 12192009"/>
              <a:gd name="connsiteY2" fmla="*/ 0 h 1188901"/>
              <a:gd name="connsiteX3" fmla="*/ 9365826 w 12192009"/>
              <a:gd name="connsiteY3" fmla="*/ 1047378 h 1188901"/>
              <a:gd name="connsiteX4" fmla="*/ 12192009 w 12192009"/>
              <a:gd name="connsiteY4" fmla="*/ 1015459 h 1188901"/>
              <a:gd name="connsiteX5" fmla="*/ 12176573 w 12192009"/>
              <a:gd name="connsiteY5" fmla="*/ 1188901 h 1188901"/>
              <a:gd name="connsiteX0" fmla="*/ 12176573 w 12192009"/>
              <a:gd name="connsiteY0" fmla="*/ 1189624 h 1189624"/>
              <a:gd name="connsiteX1" fmla="*/ 4 w 12192009"/>
              <a:gd name="connsiteY1" fmla="*/ 1189624 h 1189624"/>
              <a:gd name="connsiteX2" fmla="*/ 0 w 12192009"/>
              <a:gd name="connsiteY2" fmla="*/ 723 h 1189624"/>
              <a:gd name="connsiteX3" fmla="*/ 12192009 w 12192009"/>
              <a:gd name="connsiteY3" fmla="*/ 1016182 h 1189624"/>
              <a:gd name="connsiteX4" fmla="*/ 12176573 w 12192009"/>
              <a:gd name="connsiteY4" fmla="*/ 1189624 h 1189624"/>
              <a:gd name="connsiteX0" fmla="*/ 12176573 w 12202692"/>
              <a:gd name="connsiteY0" fmla="*/ 1189625 h 1189625"/>
              <a:gd name="connsiteX1" fmla="*/ 4 w 12202692"/>
              <a:gd name="connsiteY1" fmla="*/ 1189625 h 1189625"/>
              <a:gd name="connsiteX2" fmla="*/ 0 w 12202692"/>
              <a:gd name="connsiteY2" fmla="*/ 724 h 1189625"/>
              <a:gd name="connsiteX3" fmla="*/ 12202693 w 12202692"/>
              <a:gd name="connsiteY3" fmla="*/ 1014034 h 1189625"/>
              <a:gd name="connsiteX4" fmla="*/ 12176573 w 12202692"/>
              <a:gd name="connsiteY4" fmla="*/ 1189625 h 1189625"/>
              <a:gd name="connsiteX0" fmla="*/ 12210469 w 12210469"/>
              <a:gd name="connsiteY0" fmla="*/ 1190941 h 1190941"/>
              <a:gd name="connsiteX1" fmla="*/ 4 w 12210469"/>
              <a:gd name="connsiteY1" fmla="*/ 1189625 h 1190941"/>
              <a:gd name="connsiteX2" fmla="*/ 0 w 12210469"/>
              <a:gd name="connsiteY2" fmla="*/ 724 h 1190941"/>
              <a:gd name="connsiteX3" fmla="*/ 12202693 w 12210469"/>
              <a:gd name="connsiteY3" fmla="*/ 1014034 h 1190941"/>
              <a:gd name="connsiteX4" fmla="*/ 12210469 w 12210469"/>
              <a:gd name="connsiteY4" fmla="*/ 1190941 h 11909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0469" h="1190941">
                <a:moveTo>
                  <a:pt x="12210469" y="1190941"/>
                </a:moveTo>
                <a:lnTo>
                  <a:pt x="4" y="1189625"/>
                </a:lnTo>
                <a:cubicBezTo>
                  <a:pt x="3" y="793325"/>
                  <a:pt x="1" y="397024"/>
                  <a:pt x="0" y="724"/>
                </a:cubicBezTo>
                <a:cubicBezTo>
                  <a:pt x="2032001" y="-28183"/>
                  <a:pt x="10173264" y="815884"/>
                  <a:pt x="12202693" y="1014034"/>
                </a:cubicBezTo>
                <a:lnTo>
                  <a:pt x="12210469" y="1190941"/>
                </a:lnTo>
                <a:close/>
              </a:path>
            </a:pathLst>
          </a:custGeom>
          <a:solidFill>
            <a:schemeClr val="accent6"/>
          </a:solidFill>
          <a:ln w="6350" cap="flat">
            <a:noFill/>
            <a:prstDash val="solid"/>
            <a:miter/>
          </a:ln>
        </p:spPr>
        <p:txBody>
          <a:bodyPr rtlCol="0" anchor="ctr"/>
          <a:lstStyle/>
          <a:p>
            <a:endParaRPr lang="en-US" b="0" i="0">
              <a:latin typeface="Tenorite" pitchFamily="2" charset="0"/>
            </a:endParaRPr>
          </a:p>
        </p:txBody>
      </p:sp>
      <p:grpSp>
        <p:nvGrpSpPr>
          <p:cNvPr id="6" name="Group 5">
            <a:extLst>
              <a:ext uri="{FF2B5EF4-FFF2-40B4-BE49-F238E27FC236}">
                <a16:creationId xmlns:a16="http://schemas.microsoft.com/office/drawing/2014/main" id="{A192441D-B0E1-3A13-9331-A7D162118BAA}"/>
              </a:ext>
            </a:extLst>
          </p:cNvPr>
          <p:cNvGrpSpPr/>
          <p:nvPr/>
        </p:nvGrpSpPr>
        <p:grpSpPr>
          <a:xfrm flipV="1">
            <a:off x="-1" y="0"/>
            <a:ext cx="5098899" cy="6089650"/>
            <a:chOff x="2614898" y="2367219"/>
            <a:chExt cx="4444841" cy="3851999"/>
          </a:xfrm>
          <a:solidFill>
            <a:srgbClr val="6CBFE5"/>
          </a:solidFill>
        </p:grpSpPr>
        <p:sp>
          <p:nvSpPr>
            <p:cNvPr id="7" name="Freeform 6">
              <a:extLst>
                <a:ext uri="{FF2B5EF4-FFF2-40B4-BE49-F238E27FC236}">
                  <a16:creationId xmlns:a16="http://schemas.microsoft.com/office/drawing/2014/main" id="{C0623230-5F73-1B3F-97F1-A5A922A6BE73}"/>
                </a:ext>
              </a:extLst>
            </p:cNvPr>
            <p:cNvSpPr/>
            <p:nvPr/>
          </p:nvSpPr>
          <p:spPr>
            <a:xfrm>
              <a:off x="2614898" y="2367219"/>
              <a:ext cx="4444841" cy="3851999"/>
            </a:xfrm>
            <a:custGeom>
              <a:avLst/>
              <a:gdLst>
                <a:gd name="connsiteX0" fmla="*/ 4444841 w 4444841"/>
                <a:gd name="connsiteY0" fmla="*/ 3852000 h 3851999"/>
                <a:gd name="connsiteX1" fmla="*/ 0 w 4444841"/>
                <a:gd name="connsiteY1" fmla="*/ 3852000 h 3851999"/>
                <a:gd name="connsiteX2" fmla="*/ 0 w 4444841"/>
                <a:gd name="connsiteY2" fmla="*/ 0 h 3851999"/>
                <a:gd name="connsiteX3" fmla="*/ 374999 w 4444841"/>
                <a:gd name="connsiteY3" fmla="*/ 596348 h 3851999"/>
                <a:gd name="connsiteX4" fmla="*/ 4444841 w 4444841"/>
                <a:gd name="connsiteY4" fmla="*/ 3852000 h 3851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44841" h="3851999">
                  <a:moveTo>
                    <a:pt x="4444841" y="3852000"/>
                  </a:moveTo>
                  <a:lnTo>
                    <a:pt x="0" y="3852000"/>
                  </a:lnTo>
                  <a:lnTo>
                    <a:pt x="0" y="0"/>
                  </a:lnTo>
                  <a:cubicBezTo>
                    <a:pt x="113919" y="198275"/>
                    <a:pt x="238506" y="397502"/>
                    <a:pt x="374999" y="596348"/>
                  </a:cubicBezTo>
                  <a:cubicBezTo>
                    <a:pt x="1532096" y="2283304"/>
                    <a:pt x="3072670" y="3272111"/>
                    <a:pt x="4444841" y="3852000"/>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8" name="Freeform 7">
              <a:extLst>
                <a:ext uri="{FF2B5EF4-FFF2-40B4-BE49-F238E27FC236}">
                  <a16:creationId xmlns:a16="http://schemas.microsoft.com/office/drawing/2014/main" id="{071C7A11-8E5C-D28C-6451-92699C7E0569}"/>
                </a:ext>
              </a:extLst>
            </p:cNvPr>
            <p:cNvSpPr/>
            <p:nvPr/>
          </p:nvSpPr>
          <p:spPr>
            <a:xfrm>
              <a:off x="2614898" y="2367219"/>
              <a:ext cx="4444841" cy="3851999"/>
            </a:xfrm>
            <a:custGeom>
              <a:avLst/>
              <a:gdLst>
                <a:gd name="connsiteX0" fmla="*/ 4444841 w 4444841"/>
                <a:gd name="connsiteY0" fmla="*/ 3852000 h 3851999"/>
                <a:gd name="connsiteX1" fmla="*/ 0 w 4444841"/>
                <a:gd name="connsiteY1" fmla="*/ 3852000 h 3851999"/>
                <a:gd name="connsiteX2" fmla="*/ 0 w 4444841"/>
                <a:gd name="connsiteY2" fmla="*/ 0 h 3851999"/>
                <a:gd name="connsiteX3" fmla="*/ 374999 w 4444841"/>
                <a:gd name="connsiteY3" fmla="*/ 596348 h 3851999"/>
                <a:gd name="connsiteX4" fmla="*/ 4444841 w 4444841"/>
                <a:gd name="connsiteY4" fmla="*/ 3852000 h 3851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44841" h="3851999">
                  <a:moveTo>
                    <a:pt x="4444841" y="3852000"/>
                  </a:moveTo>
                  <a:lnTo>
                    <a:pt x="0" y="3852000"/>
                  </a:lnTo>
                  <a:lnTo>
                    <a:pt x="0" y="0"/>
                  </a:lnTo>
                  <a:cubicBezTo>
                    <a:pt x="113919" y="198275"/>
                    <a:pt x="238506" y="397502"/>
                    <a:pt x="374999" y="596348"/>
                  </a:cubicBezTo>
                  <a:cubicBezTo>
                    <a:pt x="1532096" y="2283304"/>
                    <a:pt x="3072670" y="3272111"/>
                    <a:pt x="4444841" y="3852000"/>
                  </a:cubicBezTo>
                  <a:close/>
                </a:path>
              </a:pathLst>
            </a:custGeom>
            <a:grpFill/>
            <a:ln w="0" cap="flat">
              <a:noFill/>
              <a:prstDash val="solid"/>
              <a:miter/>
            </a:ln>
          </p:spPr>
          <p:txBody>
            <a:bodyPr rtlCol="0" anchor="ctr"/>
            <a:lstStyle/>
            <a:p>
              <a:endParaRPr lang="en-US" b="1" i="0">
                <a:latin typeface="Tenorite" pitchFamily="2" charset="0"/>
              </a:endParaRPr>
            </a:p>
          </p:txBody>
        </p:sp>
      </p:grpSp>
      <p:sp>
        <p:nvSpPr>
          <p:cNvPr id="17" name="Picture Placeholder 3">
            <a:extLst>
              <a:ext uri="{FF2B5EF4-FFF2-40B4-BE49-F238E27FC236}">
                <a16:creationId xmlns:a16="http://schemas.microsoft.com/office/drawing/2014/main" id="{7A1A4A12-7776-7441-9A42-209E81C20348}"/>
              </a:ext>
            </a:extLst>
          </p:cNvPr>
          <p:cNvSpPr>
            <a:spLocks noGrp="1"/>
          </p:cNvSpPr>
          <p:nvPr>
            <p:ph type="pic" sz="quarter" idx="10" hasCustomPrompt="1"/>
          </p:nvPr>
        </p:nvSpPr>
        <p:spPr>
          <a:xfrm>
            <a:off x="541421" y="523375"/>
            <a:ext cx="4722395" cy="5787188"/>
          </a:xfrm>
          <a:prstGeom prst="roundRect">
            <a:avLst>
              <a:gd name="adj" fmla="val 1609"/>
            </a:avLst>
          </a:prstGeom>
          <a:solidFill>
            <a:schemeClr val="tx2">
              <a:lumMod val="10000"/>
              <a:lumOff val="90000"/>
            </a:schemeClr>
          </a:solidFill>
          <a:effectLst>
            <a:outerShdw blurRad="469900" dist="38100" dir="2700000" algn="tl" rotWithShape="0">
              <a:prstClr val="black">
                <a:alpha val="20000"/>
              </a:prstClr>
            </a:outerShdw>
          </a:effectLst>
        </p:spPr>
        <p:txBody>
          <a:bodyPr anchor="ctr"/>
          <a:lstStyle>
            <a:lvl1pPr marL="0" indent="0" algn="ctr">
              <a:buNone/>
              <a:defRPr sz="1800" b="0" i="0">
                <a:solidFill>
                  <a:schemeClr val="accent1">
                    <a:lumMod val="25000"/>
                    <a:lumOff val="75000"/>
                  </a:schemeClr>
                </a:solidFill>
                <a:latin typeface="Tenorite" pitchFamily="2" charset="0"/>
              </a:defRPr>
            </a:lvl1pPr>
          </a:lstStyle>
          <a:p>
            <a:r>
              <a:rPr lang="en-US"/>
              <a:t>Click to edit picture</a:t>
            </a:r>
            <a:br>
              <a:rPr lang="en-US"/>
            </a:br>
            <a:br>
              <a:rPr lang="en-US"/>
            </a:br>
            <a:br>
              <a:rPr lang="en-US"/>
            </a:br>
            <a:br>
              <a:rPr lang="en-US"/>
            </a:br>
            <a:br>
              <a:rPr lang="en-US"/>
            </a:br>
            <a:endParaRPr lang="en-US"/>
          </a:p>
        </p:txBody>
      </p:sp>
      <p:sp>
        <p:nvSpPr>
          <p:cNvPr id="2" name="Title 1">
            <a:extLst>
              <a:ext uri="{FF2B5EF4-FFF2-40B4-BE49-F238E27FC236}">
                <a16:creationId xmlns:a16="http://schemas.microsoft.com/office/drawing/2014/main" id="{D322FA53-7B00-8BCF-6A31-B97BFAD114AC}"/>
              </a:ext>
            </a:extLst>
          </p:cNvPr>
          <p:cNvSpPr>
            <a:spLocks noGrp="1"/>
          </p:cNvSpPr>
          <p:nvPr>
            <p:ph type="title" hasCustomPrompt="1"/>
          </p:nvPr>
        </p:nvSpPr>
        <p:spPr>
          <a:xfrm>
            <a:off x="5822480" y="381001"/>
            <a:ext cx="5988521" cy="491836"/>
          </a:xfrm>
          <a:prstGeom prst="rect">
            <a:avLst/>
          </a:prstGeom>
        </p:spPr>
        <p:txBody>
          <a:bodyPr lIns="0" tIns="0" rIns="0" bIns="0"/>
          <a:lstStyle>
            <a:lvl1pPr>
              <a:lnSpc>
                <a:spcPct val="100000"/>
              </a:lnSpc>
              <a:defRPr sz="2800" b="1" i="0" spc="-20" baseline="0">
                <a:solidFill>
                  <a:schemeClr val="accent1"/>
                </a:solidFill>
                <a:latin typeface="Tenorite" pitchFamily="2" charset="0"/>
              </a:defRPr>
            </a:lvl1pPr>
          </a:lstStyle>
          <a:p>
            <a:r>
              <a:rPr lang="en-US"/>
              <a:t>Enter page title (sentence case)</a:t>
            </a:r>
          </a:p>
        </p:txBody>
      </p:sp>
      <p:sp>
        <p:nvSpPr>
          <p:cNvPr id="3" name="Text Placeholder 3">
            <a:extLst>
              <a:ext uri="{FF2B5EF4-FFF2-40B4-BE49-F238E27FC236}">
                <a16:creationId xmlns:a16="http://schemas.microsoft.com/office/drawing/2014/main" id="{64D52A5A-E5D3-4F48-42FB-D4AFCC9810B5}"/>
              </a:ext>
            </a:extLst>
          </p:cNvPr>
          <p:cNvSpPr>
            <a:spLocks noGrp="1"/>
          </p:cNvSpPr>
          <p:nvPr>
            <p:ph type="body" sz="quarter" idx="16" hasCustomPrompt="1"/>
          </p:nvPr>
        </p:nvSpPr>
        <p:spPr>
          <a:xfrm>
            <a:off x="5805228" y="1380682"/>
            <a:ext cx="6005773" cy="4708968"/>
          </a:xfrm>
          <a:prstGeom prst="rect">
            <a:avLst/>
          </a:prstGeom>
        </p:spPr>
        <p:txBody>
          <a:bodyPr lIns="0" rIns="0">
            <a:noAutofit/>
          </a:bodyPr>
          <a:lstStyle>
            <a:lvl1pPr marL="228600" indent="-228600">
              <a:lnSpc>
                <a:spcPct val="100000"/>
              </a:lnSpc>
              <a:buClrTx/>
              <a:buFont typeface="Arial" panose="020B0604020202020204" pitchFamily="34" charset="0"/>
              <a:buChar char="•"/>
              <a:tabLst/>
              <a:defRPr sz="2000" b="0" i="0">
                <a:latin typeface="Tenorite" pitchFamily="2" charset="0"/>
              </a:defRPr>
            </a:lvl1pPr>
            <a:lvl2pPr marL="404813" indent="-230188">
              <a:lnSpc>
                <a:spcPct val="100000"/>
              </a:lnSpc>
              <a:buClrTx/>
              <a:buFont typeface="Arial" panose="020B0604020202020204" pitchFamily="34" charset="0"/>
              <a:buChar char="•"/>
              <a:tabLst/>
              <a:defRPr sz="1600" b="0" i="0">
                <a:latin typeface="Tenorite" pitchFamily="2" charset="0"/>
              </a:defRPr>
            </a:lvl2pPr>
            <a:lvl3pPr marL="573088" indent="-168275">
              <a:lnSpc>
                <a:spcPct val="100000"/>
              </a:lnSpc>
              <a:buClrTx/>
              <a:buFont typeface="Arial" panose="020B0604020202020204" pitchFamily="34" charset="0"/>
              <a:buChar char="•"/>
              <a:tabLst/>
              <a:defRPr sz="1600" b="0"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main paragraph text</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E35A6FFA-5C1D-3A60-AD7F-3C3A358C191D}"/>
              </a:ext>
            </a:extLst>
          </p:cNvPr>
          <p:cNvSpPr txBox="1"/>
          <p:nvPr/>
        </p:nvSpPr>
        <p:spPr>
          <a:xfrm>
            <a:off x="9597795" y="6326102"/>
            <a:ext cx="2213206" cy="191268"/>
          </a:xfrm>
          <a:prstGeom prst="rect">
            <a:avLst/>
          </a:prstGeom>
          <a:noFill/>
        </p:spPr>
        <p:txBody>
          <a:bodyPr wrap="square" lIns="0" tIns="0" rIns="0" bIns="0" rtlCol="0" anchor="b" anchorCtr="0">
            <a:noAutofit/>
          </a:bodyPr>
          <a:lstStyle/>
          <a:p>
            <a:pPr algn="r"/>
            <a:fld id="{8D4FAEBE-B6EB-4E5D-A6B9-749E6598E908}" type="slidenum">
              <a:rPr lang="en-GB" sz="900" b="0" i="0" smtClean="0">
                <a:solidFill>
                  <a:schemeClr val="tx2">
                    <a:lumMod val="50000"/>
                    <a:lumOff val="50000"/>
                  </a:schemeClr>
                </a:solidFill>
                <a:latin typeface="Tenorite" pitchFamily="2" charset="0"/>
              </a:rPr>
              <a:t>‹#›</a:t>
            </a:fld>
            <a:endParaRPr lang="en-GB" sz="900" b="0" i="0">
              <a:solidFill>
                <a:schemeClr val="tx2">
                  <a:lumMod val="50000"/>
                  <a:lumOff val="50000"/>
                </a:schemeClr>
              </a:solidFill>
              <a:latin typeface="Tenorite" pitchFamily="2" charset="0"/>
            </a:endParaRPr>
          </a:p>
        </p:txBody>
      </p:sp>
    </p:spTree>
    <p:extLst>
      <p:ext uri="{BB962C8B-B14F-4D97-AF65-F5344CB8AC3E}">
        <p14:creationId xmlns:p14="http://schemas.microsoft.com/office/powerpoint/2010/main" val="322367312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Text and Photos 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452CDEE-A313-0749-900F-51567685D835}"/>
              </a:ext>
            </a:extLst>
          </p:cNvPr>
          <p:cNvSpPr/>
          <p:nvPr/>
        </p:nvSpPr>
        <p:spPr>
          <a:xfrm>
            <a:off x="11499640" y="6312237"/>
            <a:ext cx="478394" cy="270232"/>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Tenorite" pitchFamily="2" charset="0"/>
            </a:endParaRPr>
          </a:p>
        </p:txBody>
      </p:sp>
      <p:sp>
        <p:nvSpPr>
          <p:cNvPr id="24" name="Flowchart: Document 4">
            <a:extLst>
              <a:ext uri="{FF2B5EF4-FFF2-40B4-BE49-F238E27FC236}">
                <a16:creationId xmlns:a16="http://schemas.microsoft.com/office/drawing/2014/main" id="{D68F776A-9DE5-B14E-88BF-E386564197A5}"/>
              </a:ext>
            </a:extLst>
          </p:cNvPr>
          <p:cNvSpPr/>
          <p:nvPr/>
        </p:nvSpPr>
        <p:spPr>
          <a:xfrm rot="5400000">
            <a:off x="6464929" y="1130929"/>
            <a:ext cx="6857998" cy="4596143"/>
          </a:xfrm>
          <a:custGeom>
            <a:avLst/>
            <a:gdLst>
              <a:gd name="connsiteX0" fmla="*/ 0 w 21600"/>
              <a:gd name="connsiteY0" fmla="*/ 0 h 21600"/>
              <a:gd name="connsiteX1" fmla="*/ 21600 w 21600"/>
              <a:gd name="connsiteY1" fmla="*/ 0 h 21600"/>
              <a:gd name="connsiteX2" fmla="*/ 21600 w 21600"/>
              <a:gd name="connsiteY2" fmla="*/ 17322 h 21600"/>
              <a:gd name="connsiteX3" fmla="*/ 0 w 21600"/>
              <a:gd name="connsiteY3" fmla="*/ 20172 h 21600"/>
              <a:gd name="connsiteX4" fmla="*/ 0 w 21600"/>
              <a:gd name="connsiteY4" fmla="*/ 0 h 21600"/>
              <a:gd name="connsiteX0" fmla="*/ 0 w 21600"/>
              <a:gd name="connsiteY0" fmla="*/ 0 h 20666"/>
              <a:gd name="connsiteX1" fmla="*/ 21600 w 21600"/>
              <a:gd name="connsiteY1" fmla="*/ 0 h 20666"/>
              <a:gd name="connsiteX2" fmla="*/ 21600 w 21600"/>
              <a:gd name="connsiteY2" fmla="*/ 17322 h 20666"/>
              <a:gd name="connsiteX3" fmla="*/ 0 w 21600"/>
              <a:gd name="connsiteY3" fmla="*/ 20172 h 20666"/>
              <a:gd name="connsiteX4" fmla="*/ 0 w 21600"/>
              <a:gd name="connsiteY4" fmla="*/ 0 h 206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00" h="20666">
                <a:moveTo>
                  <a:pt x="0" y="0"/>
                </a:moveTo>
                <a:lnTo>
                  <a:pt x="21600" y="0"/>
                </a:lnTo>
                <a:lnTo>
                  <a:pt x="21600" y="17322"/>
                </a:lnTo>
                <a:cubicBezTo>
                  <a:pt x="12202" y="4717"/>
                  <a:pt x="10800" y="23922"/>
                  <a:pt x="0" y="20172"/>
                </a:cubicBez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Tenorite" pitchFamily="2" charset="0"/>
            </a:endParaRPr>
          </a:p>
        </p:txBody>
      </p:sp>
      <p:sp>
        <p:nvSpPr>
          <p:cNvPr id="8" name="Title 1">
            <a:extLst>
              <a:ext uri="{FF2B5EF4-FFF2-40B4-BE49-F238E27FC236}">
                <a16:creationId xmlns:a16="http://schemas.microsoft.com/office/drawing/2014/main" id="{2A918AF9-C5D9-D14E-2AAE-E58A6B5602B5}"/>
              </a:ext>
            </a:extLst>
          </p:cNvPr>
          <p:cNvSpPr>
            <a:spLocks noGrp="1"/>
          </p:cNvSpPr>
          <p:nvPr>
            <p:ph type="title" hasCustomPrompt="1"/>
          </p:nvPr>
        </p:nvSpPr>
        <p:spPr>
          <a:xfrm>
            <a:off x="381001" y="381001"/>
            <a:ext cx="5924550" cy="491836"/>
          </a:xfrm>
          <a:prstGeom prst="rect">
            <a:avLst/>
          </a:prstGeom>
        </p:spPr>
        <p:txBody>
          <a:bodyPr lIns="0" tIns="0" rIns="0" bIns="0"/>
          <a:lstStyle>
            <a:lvl1pPr>
              <a:lnSpc>
                <a:spcPct val="100000"/>
              </a:lnSpc>
              <a:defRPr sz="2800" b="1" i="0" spc="-20" baseline="0">
                <a:solidFill>
                  <a:schemeClr val="tx2"/>
                </a:solidFill>
                <a:latin typeface="Tenorite" pitchFamily="2" charset="0"/>
              </a:defRPr>
            </a:lvl1pPr>
          </a:lstStyle>
          <a:p>
            <a:r>
              <a:rPr lang="en-US"/>
              <a:t>Enter page title (Sentence case)</a:t>
            </a:r>
          </a:p>
        </p:txBody>
      </p:sp>
      <p:sp>
        <p:nvSpPr>
          <p:cNvPr id="10" name="Text Placeholder 3">
            <a:extLst>
              <a:ext uri="{FF2B5EF4-FFF2-40B4-BE49-F238E27FC236}">
                <a16:creationId xmlns:a16="http://schemas.microsoft.com/office/drawing/2014/main" id="{64559ECC-ACAD-C021-ADCC-8BA5DC0BE4E6}"/>
              </a:ext>
            </a:extLst>
          </p:cNvPr>
          <p:cNvSpPr>
            <a:spLocks noGrp="1"/>
          </p:cNvSpPr>
          <p:nvPr>
            <p:ph type="body" sz="quarter" idx="15" hasCustomPrompt="1"/>
          </p:nvPr>
        </p:nvSpPr>
        <p:spPr>
          <a:xfrm>
            <a:off x="381002" y="1380682"/>
            <a:ext cx="5924550" cy="4937568"/>
          </a:xfrm>
          <a:prstGeom prst="rect">
            <a:avLst/>
          </a:prstGeom>
        </p:spPr>
        <p:txBody>
          <a:bodyPr lIns="0" rIns="0">
            <a:noAutofit/>
          </a:bodyPr>
          <a:lstStyle>
            <a:lvl1pPr marL="228600" indent="-228600">
              <a:lnSpc>
                <a:spcPct val="100000"/>
              </a:lnSpc>
              <a:buClrTx/>
              <a:buFont typeface="Arial" panose="020B0604020202020204" pitchFamily="34" charset="0"/>
              <a:buChar char="•"/>
              <a:tabLst/>
              <a:defRPr sz="2000" b="0" i="0">
                <a:latin typeface="Tenorite" pitchFamily="2" charset="0"/>
              </a:defRPr>
            </a:lvl1pPr>
            <a:lvl2pPr marL="404813" indent="-230188">
              <a:lnSpc>
                <a:spcPct val="100000"/>
              </a:lnSpc>
              <a:buClrTx/>
              <a:buFont typeface="Arial" panose="020B0604020202020204" pitchFamily="34" charset="0"/>
              <a:buChar char="•"/>
              <a:tabLst/>
              <a:defRPr sz="1600" b="0" i="0">
                <a:latin typeface="Tenorite" pitchFamily="2" charset="0"/>
              </a:defRPr>
            </a:lvl2pPr>
            <a:lvl3pPr marL="573088" indent="-168275">
              <a:lnSpc>
                <a:spcPct val="100000"/>
              </a:lnSpc>
              <a:buClrTx/>
              <a:buFont typeface="Arial" panose="020B0604020202020204" pitchFamily="34" charset="0"/>
              <a:buChar char="•"/>
              <a:tabLst/>
              <a:defRPr sz="1600" b="0"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main paragraph text</a:t>
            </a:r>
          </a:p>
          <a:p>
            <a:pPr lvl="1"/>
            <a:r>
              <a:rPr lang="en-US"/>
              <a:t>Second level</a:t>
            </a:r>
          </a:p>
          <a:p>
            <a:pPr lvl="2"/>
            <a:r>
              <a:rPr lang="en-US"/>
              <a:t>Third level</a:t>
            </a:r>
          </a:p>
        </p:txBody>
      </p:sp>
      <p:grpSp>
        <p:nvGrpSpPr>
          <p:cNvPr id="4" name="Group 3">
            <a:extLst>
              <a:ext uri="{FF2B5EF4-FFF2-40B4-BE49-F238E27FC236}">
                <a16:creationId xmlns:a16="http://schemas.microsoft.com/office/drawing/2014/main" id="{86A67739-BA5F-2FB3-0677-774E6EC79A06}"/>
              </a:ext>
            </a:extLst>
          </p:cNvPr>
          <p:cNvGrpSpPr/>
          <p:nvPr userDrawn="1"/>
        </p:nvGrpSpPr>
        <p:grpSpPr>
          <a:xfrm flipH="1" flipV="1">
            <a:off x="6826312" y="-1"/>
            <a:ext cx="5365687" cy="6857999"/>
            <a:chOff x="2614898" y="2367219"/>
            <a:chExt cx="4444841" cy="3851999"/>
          </a:xfrm>
          <a:solidFill>
            <a:srgbClr val="EA6B69"/>
          </a:solidFill>
        </p:grpSpPr>
        <p:sp>
          <p:nvSpPr>
            <p:cNvPr id="5" name="Freeform 4">
              <a:extLst>
                <a:ext uri="{FF2B5EF4-FFF2-40B4-BE49-F238E27FC236}">
                  <a16:creationId xmlns:a16="http://schemas.microsoft.com/office/drawing/2014/main" id="{E2D30DC1-993E-D44E-D2B3-260EBF056778}"/>
                </a:ext>
              </a:extLst>
            </p:cNvPr>
            <p:cNvSpPr/>
            <p:nvPr/>
          </p:nvSpPr>
          <p:spPr>
            <a:xfrm>
              <a:off x="2614898" y="2367219"/>
              <a:ext cx="4444841" cy="3851999"/>
            </a:xfrm>
            <a:custGeom>
              <a:avLst/>
              <a:gdLst>
                <a:gd name="connsiteX0" fmla="*/ 4444841 w 4444841"/>
                <a:gd name="connsiteY0" fmla="*/ 3852000 h 3851999"/>
                <a:gd name="connsiteX1" fmla="*/ 0 w 4444841"/>
                <a:gd name="connsiteY1" fmla="*/ 3852000 h 3851999"/>
                <a:gd name="connsiteX2" fmla="*/ 0 w 4444841"/>
                <a:gd name="connsiteY2" fmla="*/ 0 h 3851999"/>
                <a:gd name="connsiteX3" fmla="*/ 374999 w 4444841"/>
                <a:gd name="connsiteY3" fmla="*/ 596348 h 3851999"/>
                <a:gd name="connsiteX4" fmla="*/ 4444841 w 4444841"/>
                <a:gd name="connsiteY4" fmla="*/ 3852000 h 3851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44841" h="3851999">
                  <a:moveTo>
                    <a:pt x="4444841" y="3852000"/>
                  </a:moveTo>
                  <a:lnTo>
                    <a:pt x="0" y="3852000"/>
                  </a:lnTo>
                  <a:lnTo>
                    <a:pt x="0" y="0"/>
                  </a:lnTo>
                  <a:cubicBezTo>
                    <a:pt x="113919" y="198275"/>
                    <a:pt x="238506" y="397502"/>
                    <a:pt x="374999" y="596348"/>
                  </a:cubicBezTo>
                  <a:cubicBezTo>
                    <a:pt x="1532096" y="2283304"/>
                    <a:pt x="3072670" y="3272111"/>
                    <a:pt x="4444841" y="3852000"/>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6" name="Freeform 5">
              <a:extLst>
                <a:ext uri="{FF2B5EF4-FFF2-40B4-BE49-F238E27FC236}">
                  <a16:creationId xmlns:a16="http://schemas.microsoft.com/office/drawing/2014/main" id="{23D926A0-275A-90EB-F237-BAB86FE86612}"/>
                </a:ext>
              </a:extLst>
            </p:cNvPr>
            <p:cNvSpPr/>
            <p:nvPr/>
          </p:nvSpPr>
          <p:spPr>
            <a:xfrm>
              <a:off x="2614898" y="2367219"/>
              <a:ext cx="4444841" cy="3851999"/>
            </a:xfrm>
            <a:custGeom>
              <a:avLst/>
              <a:gdLst>
                <a:gd name="connsiteX0" fmla="*/ 4444841 w 4444841"/>
                <a:gd name="connsiteY0" fmla="*/ 3852000 h 3851999"/>
                <a:gd name="connsiteX1" fmla="*/ 0 w 4444841"/>
                <a:gd name="connsiteY1" fmla="*/ 3852000 h 3851999"/>
                <a:gd name="connsiteX2" fmla="*/ 0 w 4444841"/>
                <a:gd name="connsiteY2" fmla="*/ 0 h 3851999"/>
                <a:gd name="connsiteX3" fmla="*/ 374999 w 4444841"/>
                <a:gd name="connsiteY3" fmla="*/ 596348 h 3851999"/>
                <a:gd name="connsiteX4" fmla="*/ 4444841 w 4444841"/>
                <a:gd name="connsiteY4" fmla="*/ 3852000 h 3851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44841" h="3851999">
                  <a:moveTo>
                    <a:pt x="4444841" y="3852000"/>
                  </a:moveTo>
                  <a:lnTo>
                    <a:pt x="0" y="3852000"/>
                  </a:lnTo>
                  <a:lnTo>
                    <a:pt x="0" y="0"/>
                  </a:lnTo>
                  <a:cubicBezTo>
                    <a:pt x="113919" y="198275"/>
                    <a:pt x="238506" y="397502"/>
                    <a:pt x="374999" y="596348"/>
                  </a:cubicBezTo>
                  <a:cubicBezTo>
                    <a:pt x="1532096" y="2283304"/>
                    <a:pt x="3072670" y="3272111"/>
                    <a:pt x="4444841" y="3852000"/>
                  </a:cubicBezTo>
                  <a:close/>
                </a:path>
              </a:pathLst>
            </a:custGeom>
            <a:grpFill/>
            <a:ln w="0" cap="flat">
              <a:noFill/>
              <a:prstDash val="solid"/>
              <a:miter/>
            </a:ln>
          </p:spPr>
          <p:txBody>
            <a:bodyPr rtlCol="0" anchor="ctr"/>
            <a:lstStyle/>
            <a:p>
              <a:endParaRPr lang="en-US" b="1" i="0">
                <a:latin typeface="Tenorite" pitchFamily="2" charset="0"/>
              </a:endParaRPr>
            </a:p>
          </p:txBody>
        </p:sp>
      </p:grpSp>
      <p:sp>
        <p:nvSpPr>
          <p:cNvPr id="7" name="Picture Placeholder 3">
            <a:extLst>
              <a:ext uri="{FF2B5EF4-FFF2-40B4-BE49-F238E27FC236}">
                <a16:creationId xmlns:a16="http://schemas.microsoft.com/office/drawing/2014/main" id="{FE710F5E-1491-DEAC-4D24-EF892BFE8C3E}"/>
              </a:ext>
            </a:extLst>
          </p:cNvPr>
          <p:cNvSpPr>
            <a:spLocks noGrp="1"/>
          </p:cNvSpPr>
          <p:nvPr>
            <p:ph type="pic" sz="quarter" idx="10" hasCustomPrompt="1"/>
          </p:nvPr>
        </p:nvSpPr>
        <p:spPr>
          <a:xfrm>
            <a:off x="6926785" y="525049"/>
            <a:ext cx="4722395" cy="5787188"/>
          </a:xfrm>
          <a:prstGeom prst="roundRect">
            <a:avLst>
              <a:gd name="adj" fmla="val 1609"/>
            </a:avLst>
          </a:prstGeom>
          <a:solidFill>
            <a:schemeClr val="tx2">
              <a:lumMod val="10000"/>
              <a:lumOff val="90000"/>
            </a:schemeClr>
          </a:solidFill>
        </p:spPr>
        <p:txBody>
          <a:bodyPr anchor="ctr"/>
          <a:lstStyle>
            <a:lvl1pPr marL="0" indent="0" algn="ctr">
              <a:buNone/>
              <a:defRPr sz="1800" b="0" i="0">
                <a:solidFill>
                  <a:schemeClr val="accent1">
                    <a:lumMod val="25000"/>
                    <a:lumOff val="75000"/>
                  </a:schemeClr>
                </a:solidFill>
                <a:latin typeface="Tenorite" pitchFamily="2" charset="0"/>
              </a:defRPr>
            </a:lvl1pPr>
          </a:lstStyle>
          <a:p>
            <a:r>
              <a:rPr lang="en-US"/>
              <a:t>Click to edit picture</a:t>
            </a:r>
            <a:br>
              <a:rPr lang="en-US"/>
            </a:br>
            <a:br>
              <a:rPr lang="en-US"/>
            </a:br>
            <a:br>
              <a:rPr lang="en-US"/>
            </a:br>
            <a:br>
              <a:rPr lang="en-US"/>
            </a:br>
            <a:br>
              <a:rPr lang="en-US"/>
            </a:br>
            <a:endParaRPr lang="en-US"/>
          </a:p>
        </p:txBody>
      </p:sp>
    </p:spTree>
    <p:extLst>
      <p:ext uri="{BB962C8B-B14F-4D97-AF65-F5344CB8AC3E}">
        <p14:creationId xmlns:p14="http://schemas.microsoft.com/office/powerpoint/2010/main" val="414815748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cSld name="Text and Photos 4">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A80C369E-DE4D-2C0B-9EEE-0A9029E9AC55}"/>
              </a:ext>
            </a:extLst>
          </p:cNvPr>
          <p:cNvGrpSpPr/>
          <p:nvPr userDrawn="1"/>
        </p:nvGrpSpPr>
        <p:grpSpPr>
          <a:xfrm flipV="1">
            <a:off x="-1" y="0"/>
            <a:ext cx="5098899" cy="6089650"/>
            <a:chOff x="2614898" y="2367219"/>
            <a:chExt cx="4444841" cy="3851999"/>
          </a:xfrm>
          <a:solidFill>
            <a:schemeClr val="accent3"/>
          </a:solidFill>
        </p:grpSpPr>
        <p:sp>
          <p:nvSpPr>
            <p:cNvPr id="6" name="Freeform 5">
              <a:extLst>
                <a:ext uri="{FF2B5EF4-FFF2-40B4-BE49-F238E27FC236}">
                  <a16:creationId xmlns:a16="http://schemas.microsoft.com/office/drawing/2014/main" id="{D28A62A7-5A3F-A7A2-F67A-E6FE0376D44B}"/>
                </a:ext>
              </a:extLst>
            </p:cNvPr>
            <p:cNvSpPr/>
            <p:nvPr/>
          </p:nvSpPr>
          <p:spPr>
            <a:xfrm>
              <a:off x="2614898" y="2367219"/>
              <a:ext cx="4444841" cy="3851999"/>
            </a:xfrm>
            <a:custGeom>
              <a:avLst/>
              <a:gdLst>
                <a:gd name="connsiteX0" fmla="*/ 4444841 w 4444841"/>
                <a:gd name="connsiteY0" fmla="*/ 3852000 h 3851999"/>
                <a:gd name="connsiteX1" fmla="*/ 0 w 4444841"/>
                <a:gd name="connsiteY1" fmla="*/ 3852000 h 3851999"/>
                <a:gd name="connsiteX2" fmla="*/ 0 w 4444841"/>
                <a:gd name="connsiteY2" fmla="*/ 0 h 3851999"/>
                <a:gd name="connsiteX3" fmla="*/ 374999 w 4444841"/>
                <a:gd name="connsiteY3" fmla="*/ 596348 h 3851999"/>
                <a:gd name="connsiteX4" fmla="*/ 4444841 w 4444841"/>
                <a:gd name="connsiteY4" fmla="*/ 3852000 h 3851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44841" h="3851999">
                  <a:moveTo>
                    <a:pt x="4444841" y="3852000"/>
                  </a:moveTo>
                  <a:lnTo>
                    <a:pt x="0" y="3852000"/>
                  </a:lnTo>
                  <a:lnTo>
                    <a:pt x="0" y="0"/>
                  </a:lnTo>
                  <a:cubicBezTo>
                    <a:pt x="113919" y="198275"/>
                    <a:pt x="238506" y="397502"/>
                    <a:pt x="374999" y="596348"/>
                  </a:cubicBezTo>
                  <a:cubicBezTo>
                    <a:pt x="1532096" y="2283304"/>
                    <a:pt x="3072670" y="3272111"/>
                    <a:pt x="4444841" y="3852000"/>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7" name="Freeform 6">
              <a:extLst>
                <a:ext uri="{FF2B5EF4-FFF2-40B4-BE49-F238E27FC236}">
                  <a16:creationId xmlns:a16="http://schemas.microsoft.com/office/drawing/2014/main" id="{2EE55C37-D013-7776-0202-71B52061384A}"/>
                </a:ext>
              </a:extLst>
            </p:cNvPr>
            <p:cNvSpPr/>
            <p:nvPr/>
          </p:nvSpPr>
          <p:spPr>
            <a:xfrm>
              <a:off x="2614898" y="2367219"/>
              <a:ext cx="4444841" cy="3851999"/>
            </a:xfrm>
            <a:custGeom>
              <a:avLst/>
              <a:gdLst>
                <a:gd name="connsiteX0" fmla="*/ 4444841 w 4444841"/>
                <a:gd name="connsiteY0" fmla="*/ 3852000 h 3851999"/>
                <a:gd name="connsiteX1" fmla="*/ 0 w 4444841"/>
                <a:gd name="connsiteY1" fmla="*/ 3852000 h 3851999"/>
                <a:gd name="connsiteX2" fmla="*/ 0 w 4444841"/>
                <a:gd name="connsiteY2" fmla="*/ 0 h 3851999"/>
                <a:gd name="connsiteX3" fmla="*/ 374999 w 4444841"/>
                <a:gd name="connsiteY3" fmla="*/ 596348 h 3851999"/>
                <a:gd name="connsiteX4" fmla="*/ 4444841 w 4444841"/>
                <a:gd name="connsiteY4" fmla="*/ 3852000 h 3851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44841" h="3851999">
                  <a:moveTo>
                    <a:pt x="4444841" y="3852000"/>
                  </a:moveTo>
                  <a:lnTo>
                    <a:pt x="0" y="3852000"/>
                  </a:lnTo>
                  <a:lnTo>
                    <a:pt x="0" y="0"/>
                  </a:lnTo>
                  <a:cubicBezTo>
                    <a:pt x="113919" y="198275"/>
                    <a:pt x="238506" y="397502"/>
                    <a:pt x="374999" y="596348"/>
                  </a:cubicBezTo>
                  <a:cubicBezTo>
                    <a:pt x="1532096" y="2283304"/>
                    <a:pt x="3072670" y="3272111"/>
                    <a:pt x="4444841" y="3852000"/>
                  </a:cubicBezTo>
                  <a:close/>
                </a:path>
              </a:pathLst>
            </a:custGeom>
            <a:grpFill/>
            <a:ln w="0" cap="flat">
              <a:noFill/>
              <a:prstDash val="solid"/>
              <a:miter/>
            </a:ln>
          </p:spPr>
          <p:txBody>
            <a:bodyPr rtlCol="0" anchor="ctr"/>
            <a:lstStyle/>
            <a:p>
              <a:endParaRPr lang="en-US" b="1" i="0">
                <a:latin typeface="Tenorite" pitchFamily="2" charset="0"/>
              </a:endParaRPr>
            </a:p>
          </p:txBody>
        </p:sp>
      </p:grpSp>
      <p:sp>
        <p:nvSpPr>
          <p:cNvPr id="19" name="Freeform: Shape 8">
            <a:extLst>
              <a:ext uri="{FF2B5EF4-FFF2-40B4-BE49-F238E27FC236}">
                <a16:creationId xmlns:a16="http://schemas.microsoft.com/office/drawing/2014/main" id="{68E3BF74-55C6-7142-9AEB-0559F63DDCB2}"/>
              </a:ext>
            </a:extLst>
          </p:cNvPr>
          <p:cNvSpPr/>
          <p:nvPr/>
        </p:nvSpPr>
        <p:spPr>
          <a:xfrm rot="5400000" flipH="1">
            <a:off x="-564161" y="553439"/>
            <a:ext cx="6862372" cy="5746749"/>
          </a:xfrm>
          <a:custGeom>
            <a:avLst/>
            <a:gdLst>
              <a:gd name="connsiteX0" fmla="*/ 12176569 w 12192000"/>
              <a:gd name="connsiteY0" fmla="*/ 960256 h 960255"/>
              <a:gd name="connsiteX1" fmla="*/ 0 w 12192000"/>
              <a:gd name="connsiteY1" fmla="*/ 960256 h 960255"/>
              <a:gd name="connsiteX2" fmla="*/ 0 w 12192000"/>
              <a:gd name="connsiteY2" fmla="*/ 6613 h 960255"/>
              <a:gd name="connsiteX3" fmla="*/ 9130538 w 12192000"/>
              <a:gd name="connsiteY3" fmla="*/ 528900 h 960255"/>
              <a:gd name="connsiteX4" fmla="*/ 12192000 w 12192000"/>
              <a:gd name="connsiteY4" fmla="*/ 218957 h 960255"/>
              <a:gd name="connsiteX5" fmla="*/ 12176569 w 12192000"/>
              <a:gd name="connsiteY5" fmla="*/ 960256 h 960255"/>
              <a:gd name="connsiteX0" fmla="*/ 12176569 w 12176569"/>
              <a:gd name="connsiteY0" fmla="*/ 960256 h 960256"/>
              <a:gd name="connsiteX1" fmla="*/ 0 w 12176569"/>
              <a:gd name="connsiteY1" fmla="*/ 960256 h 960256"/>
              <a:gd name="connsiteX2" fmla="*/ 0 w 12176569"/>
              <a:gd name="connsiteY2" fmla="*/ 6613 h 960256"/>
              <a:gd name="connsiteX3" fmla="*/ 9130538 w 12176569"/>
              <a:gd name="connsiteY3" fmla="*/ 528900 h 960256"/>
              <a:gd name="connsiteX4" fmla="*/ 12159915 w 12176569"/>
              <a:gd name="connsiteY4" fmla="*/ 787888 h 960256"/>
              <a:gd name="connsiteX5" fmla="*/ 12176569 w 12176569"/>
              <a:gd name="connsiteY5" fmla="*/ 960256 h 960256"/>
              <a:gd name="connsiteX0" fmla="*/ 12176569 w 12176569"/>
              <a:gd name="connsiteY0" fmla="*/ 957752 h 986274"/>
              <a:gd name="connsiteX1" fmla="*/ 0 w 12176569"/>
              <a:gd name="connsiteY1" fmla="*/ 957752 h 986274"/>
              <a:gd name="connsiteX2" fmla="*/ 0 w 12176569"/>
              <a:gd name="connsiteY2" fmla="*/ 4109 h 986274"/>
              <a:gd name="connsiteX3" fmla="*/ 9397907 w 12176569"/>
              <a:gd name="connsiteY3" fmla="*/ 981151 h 986274"/>
              <a:gd name="connsiteX4" fmla="*/ 12159915 w 12176569"/>
              <a:gd name="connsiteY4" fmla="*/ 785384 h 986274"/>
              <a:gd name="connsiteX5" fmla="*/ 12176569 w 12176569"/>
              <a:gd name="connsiteY5" fmla="*/ 957752 h 986274"/>
              <a:gd name="connsiteX0" fmla="*/ 12176569 w 12176569"/>
              <a:gd name="connsiteY0" fmla="*/ 958405 h 958405"/>
              <a:gd name="connsiteX1" fmla="*/ 0 w 12176569"/>
              <a:gd name="connsiteY1" fmla="*/ 958405 h 958405"/>
              <a:gd name="connsiteX2" fmla="*/ 0 w 12176569"/>
              <a:gd name="connsiteY2" fmla="*/ 4762 h 958405"/>
              <a:gd name="connsiteX3" fmla="*/ 9365822 w 12176569"/>
              <a:gd name="connsiteY3" fmla="*/ 816882 h 958405"/>
              <a:gd name="connsiteX4" fmla="*/ 12159915 w 12176569"/>
              <a:gd name="connsiteY4" fmla="*/ 786037 h 958405"/>
              <a:gd name="connsiteX5" fmla="*/ 12176569 w 12176569"/>
              <a:gd name="connsiteY5" fmla="*/ 958405 h 958405"/>
              <a:gd name="connsiteX0" fmla="*/ 12176569 w 12176569"/>
              <a:gd name="connsiteY0" fmla="*/ 960369 h 960369"/>
              <a:gd name="connsiteX1" fmla="*/ 0 w 12176569"/>
              <a:gd name="connsiteY1" fmla="*/ 960369 h 960369"/>
              <a:gd name="connsiteX2" fmla="*/ 0 w 12176569"/>
              <a:gd name="connsiteY2" fmla="*/ 6726 h 960369"/>
              <a:gd name="connsiteX3" fmla="*/ 9365822 w 12176569"/>
              <a:gd name="connsiteY3" fmla="*/ 818846 h 960369"/>
              <a:gd name="connsiteX4" fmla="*/ 12159915 w 12176569"/>
              <a:gd name="connsiteY4" fmla="*/ 788001 h 960369"/>
              <a:gd name="connsiteX5" fmla="*/ 12176569 w 12176569"/>
              <a:gd name="connsiteY5" fmla="*/ 960369 h 960369"/>
              <a:gd name="connsiteX0" fmla="*/ 12176569 w 12176569"/>
              <a:gd name="connsiteY0" fmla="*/ 960369 h 960369"/>
              <a:gd name="connsiteX1" fmla="*/ 0 w 12176569"/>
              <a:gd name="connsiteY1" fmla="*/ 960369 h 960369"/>
              <a:gd name="connsiteX2" fmla="*/ 0 w 12176569"/>
              <a:gd name="connsiteY2" fmla="*/ 6726 h 960369"/>
              <a:gd name="connsiteX3" fmla="*/ 9365822 w 12176569"/>
              <a:gd name="connsiteY3" fmla="*/ 818846 h 960369"/>
              <a:gd name="connsiteX4" fmla="*/ 12159915 w 12176569"/>
              <a:gd name="connsiteY4" fmla="*/ 788001 h 960369"/>
              <a:gd name="connsiteX5" fmla="*/ 12176569 w 12176569"/>
              <a:gd name="connsiteY5" fmla="*/ 960369 h 960369"/>
              <a:gd name="connsiteX0" fmla="*/ 12176569 w 12176569"/>
              <a:gd name="connsiteY0" fmla="*/ 960369 h 960369"/>
              <a:gd name="connsiteX1" fmla="*/ 0 w 12176569"/>
              <a:gd name="connsiteY1" fmla="*/ 960369 h 960369"/>
              <a:gd name="connsiteX2" fmla="*/ 0 w 12176569"/>
              <a:gd name="connsiteY2" fmla="*/ 6726 h 960369"/>
              <a:gd name="connsiteX3" fmla="*/ 9365822 w 12176569"/>
              <a:gd name="connsiteY3" fmla="*/ 818846 h 960369"/>
              <a:gd name="connsiteX4" fmla="*/ 12159915 w 12176569"/>
              <a:gd name="connsiteY4" fmla="*/ 788001 h 960369"/>
              <a:gd name="connsiteX5" fmla="*/ 12176569 w 12176569"/>
              <a:gd name="connsiteY5" fmla="*/ 960369 h 960369"/>
              <a:gd name="connsiteX0" fmla="*/ 12176569 w 12176569"/>
              <a:gd name="connsiteY0" fmla="*/ 953643 h 953643"/>
              <a:gd name="connsiteX1" fmla="*/ 0 w 12176569"/>
              <a:gd name="connsiteY1" fmla="*/ 953643 h 953643"/>
              <a:gd name="connsiteX2" fmla="*/ 0 w 12176569"/>
              <a:gd name="connsiteY2" fmla="*/ 0 h 953643"/>
              <a:gd name="connsiteX3" fmla="*/ 9365822 w 12176569"/>
              <a:gd name="connsiteY3" fmla="*/ 812120 h 953643"/>
              <a:gd name="connsiteX4" fmla="*/ 12159915 w 12176569"/>
              <a:gd name="connsiteY4" fmla="*/ 781275 h 953643"/>
              <a:gd name="connsiteX5" fmla="*/ 12176569 w 12176569"/>
              <a:gd name="connsiteY5" fmla="*/ 953643 h 953643"/>
              <a:gd name="connsiteX0" fmla="*/ 12176569 w 12176569"/>
              <a:gd name="connsiteY0" fmla="*/ 1096516 h 1096516"/>
              <a:gd name="connsiteX1" fmla="*/ 0 w 12176569"/>
              <a:gd name="connsiteY1" fmla="*/ 1096516 h 1096516"/>
              <a:gd name="connsiteX2" fmla="*/ 0 w 12176569"/>
              <a:gd name="connsiteY2" fmla="*/ 0 h 1096516"/>
              <a:gd name="connsiteX3" fmla="*/ 9365822 w 12176569"/>
              <a:gd name="connsiteY3" fmla="*/ 954993 h 1096516"/>
              <a:gd name="connsiteX4" fmla="*/ 12159915 w 12176569"/>
              <a:gd name="connsiteY4" fmla="*/ 924148 h 1096516"/>
              <a:gd name="connsiteX5" fmla="*/ 12176569 w 12176569"/>
              <a:gd name="connsiteY5" fmla="*/ 1096516 h 1096516"/>
              <a:gd name="connsiteX0" fmla="*/ 12176569 w 12176569"/>
              <a:gd name="connsiteY0" fmla="*/ 1096516 h 1096516"/>
              <a:gd name="connsiteX1" fmla="*/ 0 w 12176569"/>
              <a:gd name="connsiteY1" fmla="*/ 1096516 h 1096516"/>
              <a:gd name="connsiteX2" fmla="*/ 0 w 12176569"/>
              <a:gd name="connsiteY2" fmla="*/ 0 h 1096516"/>
              <a:gd name="connsiteX3" fmla="*/ 9365822 w 12176569"/>
              <a:gd name="connsiteY3" fmla="*/ 954993 h 1096516"/>
              <a:gd name="connsiteX4" fmla="*/ 12159915 w 12176569"/>
              <a:gd name="connsiteY4" fmla="*/ 924148 h 1096516"/>
              <a:gd name="connsiteX5" fmla="*/ 12176569 w 12176569"/>
              <a:gd name="connsiteY5" fmla="*/ 1096516 h 1096516"/>
              <a:gd name="connsiteX0" fmla="*/ 12176569 w 12176569"/>
              <a:gd name="connsiteY0" fmla="*/ 1096516 h 1096516"/>
              <a:gd name="connsiteX1" fmla="*/ 0 w 12176569"/>
              <a:gd name="connsiteY1" fmla="*/ 1096516 h 1096516"/>
              <a:gd name="connsiteX2" fmla="*/ 0 w 12176569"/>
              <a:gd name="connsiteY2" fmla="*/ 0 h 1096516"/>
              <a:gd name="connsiteX3" fmla="*/ 9365822 w 12176569"/>
              <a:gd name="connsiteY3" fmla="*/ 954993 h 1096516"/>
              <a:gd name="connsiteX4" fmla="*/ 12159915 w 12176569"/>
              <a:gd name="connsiteY4" fmla="*/ 924148 h 1096516"/>
              <a:gd name="connsiteX5" fmla="*/ 12176569 w 12176569"/>
              <a:gd name="connsiteY5" fmla="*/ 1096516 h 1096516"/>
              <a:gd name="connsiteX0" fmla="*/ 12176573 w 12176573"/>
              <a:gd name="connsiteY0" fmla="*/ 1188901 h 1188901"/>
              <a:gd name="connsiteX1" fmla="*/ 4 w 12176573"/>
              <a:gd name="connsiteY1" fmla="*/ 1188901 h 1188901"/>
              <a:gd name="connsiteX2" fmla="*/ 0 w 12176573"/>
              <a:gd name="connsiteY2" fmla="*/ 0 h 1188901"/>
              <a:gd name="connsiteX3" fmla="*/ 9365826 w 12176573"/>
              <a:gd name="connsiteY3" fmla="*/ 1047378 h 1188901"/>
              <a:gd name="connsiteX4" fmla="*/ 12159919 w 12176573"/>
              <a:gd name="connsiteY4" fmla="*/ 1016533 h 1188901"/>
              <a:gd name="connsiteX5" fmla="*/ 12176573 w 12176573"/>
              <a:gd name="connsiteY5" fmla="*/ 1188901 h 1188901"/>
              <a:gd name="connsiteX0" fmla="*/ 12176573 w 12176573"/>
              <a:gd name="connsiteY0" fmla="*/ 1188901 h 1188901"/>
              <a:gd name="connsiteX1" fmla="*/ 4 w 12176573"/>
              <a:gd name="connsiteY1" fmla="*/ 1188901 h 1188901"/>
              <a:gd name="connsiteX2" fmla="*/ 0 w 12176573"/>
              <a:gd name="connsiteY2" fmla="*/ 0 h 1188901"/>
              <a:gd name="connsiteX3" fmla="*/ 9365826 w 12176573"/>
              <a:gd name="connsiteY3" fmla="*/ 1047378 h 1188901"/>
              <a:gd name="connsiteX4" fmla="*/ 12159919 w 12176573"/>
              <a:gd name="connsiteY4" fmla="*/ 1016533 h 1188901"/>
              <a:gd name="connsiteX5" fmla="*/ 12176573 w 12176573"/>
              <a:gd name="connsiteY5" fmla="*/ 1188901 h 1188901"/>
              <a:gd name="connsiteX0" fmla="*/ 12176573 w 12176573"/>
              <a:gd name="connsiteY0" fmla="*/ 1188901 h 1188901"/>
              <a:gd name="connsiteX1" fmla="*/ 4 w 12176573"/>
              <a:gd name="connsiteY1" fmla="*/ 1188901 h 1188901"/>
              <a:gd name="connsiteX2" fmla="*/ 0 w 12176573"/>
              <a:gd name="connsiteY2" fmla="*/ 0 h 1188901"/>
              <a:gd name="connsiteX3" fmla="*/ 9365826 w 12176573"/>
              <a:gd name="connsiteY3" fmla="*/ 1047378 h 1188901"/>
              <a:gd name="connsiteX4" fmla="*/ 12159919 w 12176573"/>
              <a:gd name="connsiteY4" fmla="*/ 1016533 h 1188901"/>
              <a:gd name="connsiteX5" fmla="*/ 12176573 w 12176573"/>
              <a:gd name="connsiteY5" fmla="*/ 1188901 h 1188901"/>
              <a:gd name="connsiteX0" fmla="*/ 12176573 w 12192009"/>
              <a:gd name="connsiteY0" fmla="*/ 1188901 h 1188901"/>
              <a:gd name="connsiteX1" fmla="*/ 4 w 12192009"/>
              <a:gd name="connsiteY1" fmla="*/ 1188901 h 1188901"/>
              <a:gd name="connsiteX2" fmla="*/ 0 w 12192009"/>
              <a:gd name="connsiteY2" fmla="*/ 0 h 1188901"/>
              <a:gd name="connsiteX3" fmla="*/ 9365826 w 12192009"/>
              <a:gd name="connsiteY3" fmla="*/ 1047378 h 1188901"/>
              <a:gd name="connsiteX4" fmla="*/ 12192009 w 12192009"/>
              <a:gd name="connsiteY4" fmla="*/ 1015459 h 1188901"/>
              <a:gd name="connsiteX5" fmla="*/ 12176573 w 12192009"/>
              <a:gd name="connsiteY5" fmla="*/ 1188901 h 1188901"/>
              <a:gd name="connsiteX0" fmla="*/ 12176573 w 12192009"/>
              <a:gd name="connsiteY0" fmla="*/ 1189624 h 1189624"/>
              <a:gd name="connsiteX1" fmla="*/ 4 w 12192009"/>
              <a:gd name="connsiteY1" fmla="*/ 1189624 h 1189624"/>
              <a:gd name="connsiteX2" fmla="*/ 0 w 12192009"/>
              <a:gd name="connsiteY2" fmla="*/ 723 h 1189624"/>
              <a:gd name="connsiteX3" fmla="*/ 12192009 w 12192009"/>
              <a:gd name="connsiteY3" fmla="*/ 1016182 h 1189624"/>
              <a:gd name="connsiteX4" fmla="*/ 12176573 w 12192009"/>
              <a:gd name="connsiteY4" fmla="*/ 1189624 h 1189624"/>
              <a:gd name="connsiteX0" fmla="*/ 12176573 w 12202692"/>
              <a:gd name="connsiteY0" fmla="*/ 1189625 h 1189625"/>
              <a:gd name="connsiteX1" fmla="*/ 4 w 12202692"/>
              <a:gd name="connsiteY1" fmla="*/ 1189625 h 1189625"/>
              <a:gd name="connsiteX2" fmla="*/ 0 w 12202692"/>
              <a:gd name="connsiteY2" fmla="*/ 724 h 1189625"/>
              <a:gd name="connsiteX3" fmla="*/ 12202693 w 12202692"/>
              <a:gd name="connsiteY3" fmla="*/ 1014034 h 1189625"/>
              <a:gd name="connsiteX4" fmla="*/ 12176573 w 12202692"/>
              <a:gd name="connsiteY4" fmla="*/ 1189625 h 1189625"/>
              <a:gd name="connsiteX0" fmla="*/ 12210469 w 12210469"/>
              <a:gd name="connsiteY0" fmla="*/ 1190941 h 1190941"/>
              <a:gd name="connsiteX1" fmla="*/ 4 w 12210469"/>
              <a:gd name="connsiteY1" fmla="*/ 1189625 h 1190941"/>
              <a:gd name="connsiteX2" fmla="*/ 0 w 12210469"/>
              <a:gd name="connsiteY2" fmla="*/ 724 h 1190941"/>
              <a:gd name="connsiteX3" fmla="*/ 12202693 w 12210469"/>
              <a:gd name="connsiteY3" fmla="*/ 1014034 h 1190941"/>
              <a:gd name="connsiteX4" fmla="*/ 12210469 w 12210469"/>
              <a:gd name="connsiteY4" fmla="*/ 1190941 h 11909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0469" h="1190941">
                <a:moveTo>
                  <a:pt x="12210469" y="1190941"/>
                </a:moveTo>
                <a:lnTo>
                  <a:pt x="4" y="1189625"/>
                </a:lnTo>
                <a:cubicBezTo>
                  <a:pt x="3" y="793325"/>
                  <a:pt x="1" y="397024"/>
                  <a:pt x="0" y="724"/>
                </a:cubicBezTo>
                <a:cubicBezTo>
                  <a:pt x="2032001" y="-28183"/>
                  <a:pt x="10173264" y="815884"/>
                  <a:pt x="12202693" y="1014034"/>
                </a:cubicBezTo>
                <a:lnTo>
                  <a:pt x="12210469" y="1190941"/>
                </a:lnTo>
                <a:close/>
              </a:path>
            </a:pathLst>
          </a:custGeom>
          <a:solidFill>
            <a:srgbClr val="0DB4AB"/>
          </a:solidFill>
          <a:ln w="6350" cap="flat">
            <a:noFill/>
            <a:prstDash val="solid"/>
            <a:miter/>
          </a:ln>
        </p:spPr>
        <p:txBody>
          <a:bodyPr rtlCol="0" anchor="ctr"/>
          <a:lstStyle/>
          <a:p>
            <a:endParaRPr lang="en-US" b="0" i="0">
              <a:latin typeface="Tenorite" pitchFamily="2" charset="0"/>
            </a:endParaRPr>
          </a:p>
        </p:txBody>
      </p:sp>
      <p:sp>
        <p:nvSpPr>
          <p:cNvPr id="16" name="Picture Placeholder 3">
            <a:extLst>
              <a:ext uri="{FF2B5EF4-FFF2-40B4-BE49-F238E27FC236}">
                <a16:creationId xmlns:a16="http://schemas.microsoft.com/office/drawing/2014/main" id="{17D43953-A7C8-7143-BA15-B1E3B02AD6DC}"/>
              </a:ext>
            </a:extLst>
          </p:cNvPr>
          <p:cNvSpPr>
            <a:spLocks noGrp="1"/>
          </p:cNvSpPr>
          <p:nvPr>
            <p:ph type="pic" sz="quarter" idx="10" hasCustomPrompt="1"/>
          </p:nvPr>
        </p:nvSpPr>
        <p:spPr>
          <a:xfrm>
            <a:off x="541421" y="523375"/>
            <a:ext cx="4722395" cy="5787188"/>
          </a:xfrm>
          <a:prstGeom prst="roundRect">
            <a:avLst>
              <a:gd name="adj" fmla="val 1609"/>
            </a:avLst>
          </a:prstGeom>
          <a:solidFill>
            <a:schemeClr val="tx2">
              <a:lumMod val="10000"/>
              <a:lumOff val="90000"/>
            </a:schemeClr>
          </a:solidFill>
          <a:effectLst>
            <a:outerShdw blurRad="469900" dist="38100" dir="2700000" algn="tl" rotWithShape="0">
              <a:prstClr val="black">
                <a:alpha val="20000"/>
              </a:prstClr>
            </a:outerShdw>
          </a:effectLst>
        </p:spPr>
        <p:txBody>
          <a:bodyPr anchor="ctr"/>
          <a:lstStyle>
            <a:lvl1pPr marL="0" indent="0" algn="ctr">
              <a:buNone/>
              <a:defRPr sz="1800" b="0" i="0">
                <a:solidFill>
                  <a:schemeClr val="accent1">
                    <a:lumMod val="25000"/>
                    <a:lumOff val="75000"/>
                  </a:schemeClr>
                </a:solidFill>
                <a:latin typeface="Tenorite" pitchFamily="2" charset="0"/>
              </a:defRPr>
            </a:lvl1pPr>
          </a:lstStyle>
          <a:p>
            <a:r>
              <a:rPr lang="en-US"/>
              <a:t>Click to edit picture</a:t>
            </a:r>
            <a:br>
              <a:rPr lang="en-US"/>
            </a:br>
            <a:br>
              <a:rPr lang="en-US"/>
            </a:br>
            <a:br>
              <a:rPr lang="en-US"/>
            </a:br>
            <a:br>
              <a:rPr lang="en-US"/>
            </a:br>
            <a:br>
              <a:rPr lang="en-US"/>
            </a:br>
            <a:endParaRPr lang="en-US"/>
          </a:p>
        </p:txBody>
      </p:sp>
      <p:sp>
        <p:nvSpPr>
          <p:cNvPr id="2" name="TextBox 1">
            <a:extLst>
              <a:ext uri="{FF2B5EF4-FFF2-40B4-BE49-F238E27FC236}">
                <a16:creationId xmlns:a16="http://schemas.microsoft.com/office/drawing/2014/main" id="{B8BF4026-2125-C04A-4522-EA7B5537CFF9}"/>
              </a:ext>
            </a:extLst>
          </p:cNvPr>
          <p:cNvSpPr txBox="1"/>
          <p:nvPr/>
        </p:nvSpPr>
        <p:spPr>
          <a:xfrm>
            <a:off x="9597795" y="6326102"/>
            <a:ext cx="2213206" cy="191268"/>
          </a:xfrm>
          <a:prstGeom prst="rect">
            <a:avLst/>
          </a:prstGeom>
          <a:noFill/>
        </p:spPr>
        <p:txBody>
          <a:bodyPr wrap="square" lIns="0" tIns="0" rIns="0" bIns="0" rtlCol="0" anchor="b" anchorCtr="0">
            <a:noAutofit/>
          </a:bodyPr>
          <a:lstStyle/>
          <a:p>
            <a:pPr algn="r"/>
            <a:fld id="{8D4FAEBE-B6EB-4E5D-A6B9-749E6598E908}" type="slidenum">
              <a:rPr lang="en-GB" sz="900" b="0" i="0" smtClean="0">
                <a:solidFill>
                  <a:schemeClr val="tx2">
                    <a:lumMod val="50000"/>
                    <a:lumOff val="50000"/>
                  </a:schemeClr>
                </a:solidFill>
                <a:latin typeface="Tenorite" pitchFamily="2" charset="0"/>
              </a:rPr>
              <a:t>‹#›</a:t>
            </a:fld>
            <a:endParaRPr lang="en-GB" sz="900" b="0" i="0">
              <a:solidFill>
                <a:schemeClr val="tx2">
                  <a:lumMod val="50000"/>
                  <a:lumOff val="50000"/>
                </a:schemeClr>
              </a:solidFill>
              <a:latin typeface="Tenorite" pitchFamily="2" charset="0"/>
            </a:endParaRPr>
          </a:p>
        </p:txBody>
      </p:sp>
      <p:sp>
        <p:nvSpPr>
          <p:cNvPr id="3" name="Title 1">
            <a:extLst>
              <a:ext uri="{FF2B5EF4-FFF2-40B4-BE49-F238E27FC236}">
                <a16:creationId xmlns:a16="http://schemas.microsoft.com/office/drawing/2014/main" id="{81899A53-5DBD-8E14-E8DB-6F4585508276}"/>
              </a:ext>
            </a:extLst>
          </p:cNvPr>
          <p:cNvSpPr>
            <a:spLocks noGrp="1"/>
          </p:cNvSpPr>
          <p:nvPr>
            <p:ph type="title" hasCustomPrompt="1"/>
          </p:nvPr>
        </p:nvSpPr>
        <p:spPr>
          <a:xfrm>
            <a:off x="5822479" y="381001"/>
            <a:ext cx="6005773" cy="491836"/>
          </a:xfrm>
          <a:prstGeom prst="rect">
            <a:avLst/>
          </a:prstGeom>
        </p:spPr>
        <p:txBody>
          <a:bodyPr lIns="0" tIns="0" rIns="0" bIns="0"/>
          <a:lstStyle>
            <a:lvl1pPr>
              <a:lnSpc>
                <a:spcPct val="100000"/>
              </a:lnSpc>
              <a:defRPr sz="2800" b="1" i="0" spc="-20" baseline="0">
                <a:solidFill>
                  <a:schemeClr val="accent1"/>
                </a:solidFill>
                <a:latin typeface="Tenorite" pitchFamily="2" charset="0"/>
              </a:defRPr>
            </a:lvl1pPr>
          </a:lstStyle>
          <a:p>
            <a:r>
              <a:rPr lang="en-US"/>
              <a:t>Enter page title (sentence case)</a:t>
            </a:r>
          </a:p>
        </p:txBody>
      </p:sp>
      <p:sp>
        <p:nvSpPr>
          <p:cNvPr id="8" name="Text Placeholder 3">
            <a:extLst>
              <a:ext uri="{FF2B5EF4-FFF2-40B4-BE49-F238E27FC236}">
                <a16:creationId xmlns:a16="http://schemas.microsoft.com/office/drawing/2014/main" id="{074037C8-9087-7961-7E2F-DF80CDE5F7CD}"/>
              </a:ext>
            </a:extLst>
          </p:cNvPr>
          <p:cNvSpPr>
            <a:spLocks noGrp="1"/>
          </p:cNvSpPr>
          <p:nvPr>
            <p:ph type="body" sz="quarter" idx="16" hasCustomPrompt="1"/>
          </p:nvPr>
        </p:nvSpPr>
        <p:spPr>
          <a:xfrm>
            <a:off x="5805228" y="1380682"/>
            <a:ext cx="6005773" cy="4708968"/>
          </a:xfrm>
          <a:prstGeom prst="rect">
            <a:avLst/>
          </a:prstGeom>
        </p:spPr>
        <p:txBody>
          <a:bodyPr lIns="0" rIns="0">
            <a:noAutofit/>
          </a:bodyPr>
          <a:lstStyle>
            <a:lvl1pPr marL="228600" indent="-228600">
              <a:lnSpc>
                <a:spcPct val="100000"/>
              </a:lnSpc>
              <a:buClrTx/>
              <a:buFont typeface="Arial" panose="020B0604020202020204" pitchFamily="34" charset="0"/>
              <a:buChar char="•"/>
              <a:tabLst/>
              <a:defRPr sz="2000" b="0" i="0">
                <a:latin typeface="Tenorite" pitchFamily="2" charset="0"/>
              </a:defRPr>
            </a:lvl1pPr>
            <a:lvl2pPr marL="404813" indent="-230188">
              <a:lnSpc>
                <a:spcPct val="100000"/>
              </a:lnSpc>
              <a:buClrTx/>
              <a:buFont typeface="Arial" panose="020B0604020202020204" pitchFamily="34" charset="0"/>
              <a:buChar char="•"/>
              <a:tabLst/>
              <a:defRPr sz="1600" b="0" i="0">
                <a:latin typeface="Tenorite" pitchFamily="2" charset="0"/>
              </a:defRPr>
            </a:lvl2pPr>
            <a:lvl3pPr marL="573088" indent="-168275">
              <a:lnSpc>
                <a:spcPct val="100000"/>
              </a:lnSpc>
              <a:buClrTx/>
              <a:buFont typeface="Arial" panose="020B0604020202020204" pitchFamily="34" charset="0"/>
              <a:buChar char="•"/>
              <a:tabLst/>
              <a:defRPr sz="1600" b="0"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main paragraph text</a:t>
            </a:r>
          </a:p>
          <a:p>
            <a:pPr lvl="1"/>
            <a:r>
              <a:rPr lang="en-US"/>
              <a:t>Second level</a:t>
            </a:r>
          </a:p>
          <a:p>
            <a:pPr lvl="2"/>
            <a:r>
              <a:rPr lang="en-US"/>
              <a:t>Third level</a:t>
            </a:r>
          </a:p>
        </p:txBody>
      </p:sp>
      <p:sp>
        <p:nvSpPr>
          <p:cNvPr id="4" name="TextBox 3">
            <a:extLst>
              <a:ext uri="{FF2B5EF4-FFF2-40B4-BE49-F238E27FC236}">
                <a16:creationId xmlns:a16="http://schemas.microsoft.com/office/drawing/2014/main" id="{A74712D3-8CA5-A55B-B1CD-401008D1490B}"/>
              </a:ext>
            </a:extLst>
          </p:cNvPr>
          <p:cNvSpPr txBox="1"/>
          <p:nvPr userDrawn="1"/>
        </p:nvSpPr>
        <p:spPr>
          <a:xfrm>
            <a:off x="9597795" y="6326102"/>
            <a:ext cx="2213206" cy="191268"/>
          </a:xfrm>
          <a:prstGeom prst="rect">
            <a:avLst/>
          </a:prstGeom>
          <a:noFill/>
        </p:spPr>
        <p:txBody>
          <a:bodyPr wrap="square" lIns="0" tIns="0" rIns="0" bIns="0" rtlCol="0" anchor="b" anchorCtr="0">
            <a:noAutofit/>
          </a:bodyPr>
          <a:lstStyle/>
          <a:p>
            <a:pPr algn="r"/>
            <a:fld id="{8D4FAEBE-B6EB-4E5D-A6B9-749E6598E908}" type="slidenum">
              <a:rPr lang="en-GB" sz="900" b="0" i="0" smtClean="0">
                <a:solidFill>
                  <a:schemeClr val="tx2">
                    <a:lumMod val="50000"/>
                    <a:lumOff val="50000"/>
                  </a:schemeClr>
                </a:solidFill>
                <a:latin typeface="Tenorite" pitchFamily="2" charset="0"/>
              </a:rPr>
              <a:t>‹#›</a:t>
            </a:fld>
            <a:endParaRPr lang="en-GB" sz="900" b="0" i="0">
              <a:solidFill>
                <a:schemeClr val="tx2">
                  <a:lumMod val="50000"/>
                  <a:lumOff val="50000"/>
                </a:schemeClr>
              </a:solidFill>
              <a:latin typeface="Tenorite" pitchFamily="2" charset="0"/>
            </a:endParaRPr>
          </a:p>
        </p:txBody>
      </p:sp>
    </p:spTree>
    <p:extLst>
      <p:ext uri="{BB962C8B-B14F-4D97-AF65-F5344CB8AC3E}">
        <p14:creationId xmlns:p14="http://schemas.microsoft.com/office/powerpoint/2010/main" val="367733622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Text and Photos 5">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6FD2445C-3B7C-F4BF-3603-B782083DE114}"/>
              </a:ext>
            </a:extLst>
          </p:cNvPr>
          <p:cNvSpPr/>
          <p:nvPr/>
        </p:nvSpPr>
        <p:spPr>
          <a:xfrm rot="5400000" flipV="1">
            <a:off x="6521518" y="501716"/>
            <a:ext cx="6172200" cy="5168768"/>
          </a:xfrm>
          <a:custGeom>
            <a:avLst/>
            <a:gdLst>
              <a:gd name="connsiteX0" fmla="*/ 4308443 w 4308538"/>
              <a:gd name="connsiteY0" fmla="*/ 5505636 h 5505635"/>
              <a:gd name="connsiteX1" fmla="*/ 0 w 4308538"/>
              <a:gd name="connsiteY1" fmla="*/ 5505636 h 5505635"/>
              <a:gd name="connsiteX2" fmla="*/ 0 w 4308538"/>
              <a:gd name="connsiteY2" fmla="*/ 0 h 5505635"/>
              <a:gd name="connsiteX3" fmla="*/ 2920079 w 4308538"/>
              <a:gd name="connsiteY3" fmla="*/ 2640449 h 5505635"/>
              <a:gd name="connsiteX4" fmla="*/ 3698939 w 4308538"/>
              <a:gd name="connsiteY4" fmla="*/ 3935898 h 5505635"/>
              <a:gd name="connsiteX5" fmla="*/ 4308539 w 4308538"/>
              <a:gd name="connsiteY5" fmla="*/ 5505636 h 5505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8538" h="5505635">
                <a:moveTo>
                  <a:pt x="4308443" y="5505636"/>
                </a:moveTo>
                <a:lnTo>
                  <a:pt x="0" y="5505636"/>
                </a:lnTo>
                <a:lnTo>
                  <a:pt x="0" y="0"/>
                </a:lnTo>
                <a:cubicBezTo>
                  <a:pt x="933926" y="544391"/>
                  <a:pt x="2013871" y="1378953"/>
                  <a:pt x="2920079" y="2640449"/>
                </a:cubicBezTo>
                <a:cubicBezTo>
                  <a:pt x="3234499" y="3078131"/>
                  <a:pt x="3490246" y="3514766"/>
                  <a:pt x="3698939" y="3935898"/>
                </a:cubicBezTo>
                <a:cubicBezTo>
                  <a:pt x="3977354" y="4498170"/>
                  <a:pt x="4171664" y="5032955"/>
                  <a:pt x="4308539" y="5505636"/>
                </a:cubicBezTo>
                <a:close/>
              </a:path>
            </a:pathLst>
          </a:custGeom>
          <a:solidFill>
            <a:schemeClr val="accent4"/>
          </a:solidFill>
          <a:ln w="0" cap="flat">
            <a:noFill/>
            <a:prstDash val="solid"/>
            <a:miter/>
          </a:ln>
        </p:spPr>
        <p:txBody>
          <a:bodyPr rtlCol="0" anchor="ctr"/>
          <a:lstStyle/>
          <a:p>
            <a:endParaRPr lang="en-US" b="1" i="0">
              <a:latin typeface="Tenorite" pitchFamily="2" charset="0"/>
            </a:endParaRPr>
          </a:p>
        </p:txBody>
      </p:sp>
      <p:sp>
        <p:nvSpPr>
          <p:cNvPr id="2" name="Rectangle 1">
            <a:extLst>
              <a:ext uri="{FF2B5EF4-FFF2-40B4-BE49-F238E27FC236}">
                <a16:creationId xmlns:a16="http://schemas.microsoft.com/office/drawing/2014/main" id="{C452CDEE-A313-0749-900F-51567685D835}"/>
              </a:ext>
            </a:extLst>
          </p:cNvPr>
          <p:cNvSpPr/>
          <p:nvPr/>
        </p:nvSpPr>
        <p:spPr>
          <a:xfrm>
            <a:off x="11499640" y="6312237"/>
            <a:ext cx="478394" cy="270232"/>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Tenorite" pitchFamily="2" charset="0"/>
            </a:endParaRPr>
          </a:p>
        </p:txBody>
      </p:sp>
      <p:sp>
        <p:nvSpPr>
          <p:cNvPr id="8" name="Title 1">
            <a:extLst>
              <a:ext uri="{FF2B5EF4-FFF2-40B4-BE49-F238E27FC236}">
                <a16:creationId xmlns:a16="http://schemas.microsoft.com/office/drawing/2014/main" id="{81DB1883-C885-8698-16EB-CEC40FBD5A35}"/>
              </a:ext>
            </a:extLst>
          </p:cNvPr>
          <p:cNvSpPr>
            <a:spLocks noGrp="1"/>
          </p:cNvSpPr>
          <p:nvPr>
            <p:ph type="title" hasCustomPrompt="1"/>
          </p:nvPr>
        </p:nvSpPr>
        <p:spPr>
          <a:xfrm>
            <a:off x="381001" y="381001"/>
            <a:ext cx="5924550" cy="491836"/>
          </a:xfrm>
          <a:prstGeom prst="rect">
            <a:avLst/>
          </a:prstGeom>
        </p:spPr>
        <p:txBody>
          <a:bodyPr lIns="0" tIns="0" rIns="0" bIns="0"/>
          <a:lstStyle>
            <a:lvl1pPr>
              <a:lnSpc>
                <a:spcPct val="100000"/>
              </a:lnSpc>
              <a:defRPr sz="2800" b="1" i="0" spc="-20" baseline="0">
                <a:solidFill>
                  <a:schemeClr val="tx2"/>
                </a:solidFill>
                <a:latin typeface="Tenorite" pitchFamily="2" charset="0"/>
              </a:defRPr>
            </a:lvl1pPr>
          </a:lstStyle>
          <a:p>
            <a:r>
              <a:rPr lang="en-US"/>
              <a:t>Enter page title (Sentence case)</a:t>
            </a:r>
          </a:p>
        </p:txBody>
      </p:sp>
      <p:sp>
        <p:nvSpPr>
          <p:cNvPr id="10" name="Text Placeholder 3">
            <a:extLst>
              <a:ext uri="{FF2B5EF4-FFF2-40B4-BE49-F238E27FC236}">
                <a16:creationId xmlns:a16="http://schemas.microsoft.com/office/drawing/2014/main" id="{8322955F-933B-B922-C0A2-C8BC2769CC86}"/>
              </a:ext>
            </a:extLst>
          </p:cNvPr>
          <p:cNvSpPr>
            <a:spLocks noGrp="1"/>
          </p:cNvSpPr>
          <p:nvPr>
            <p:ph type="body" sz="quarter" idx="15" hasCustomPrompt="1"/>
          </p:nvPr>
        </p:nvSpPr>
        <p:spPr>
          <a:xfrm>
            <a:off x="381002" y="1380682"/>
            <a:ext cx="5924550" cy="4937568"/>
          </a:xfrm>
          <a:prstGeom prst="rect">
            <a:avLst/>
          </a:prstGeom>
        </p:spPr>
        <p:txBody>
          <a:bodyPr lIns="0" rIns="0">
            <a:noAutofit/>
          </a:bodyPr>
          <a:lstStyle>
            <a:lvl1pPr marL="228600" indent="-228600">
              <a:lnSpc>
                <a:spcPct val="100000"/>
              </a:lnSpc>
              <a:buClrTx/>
              <a:buFont typeface="Arial" panose="020B0604020202020204" pitchFamily="34" charset="0"/>
              <a:buChar char="•"/>
              <a:tabLst/>
              <a:defRPr sz="2000" b="0" i="0">
                <a:latin typeface="Tenorite" pitchFamily="2" charset="0"/>
              </a:defRPr>
            </a:lvl1pPr>
            <a:lvl2pPr marL="404813" indent="-230188">
              <a:lnSpc>
                <a:spcPct val="100000"/>
              </a:lnSpc>
              <a:buClrTx/>
              <a:buFont typeface="Arial" panose="020B0604020202020204" pitchFamily="34" charset="0"/>
              <a:buChar char="•"/>
              <a:tabLst/>
              <a:defRPr sz="1600" b="0" i="0">
                <a:latin typeface="Tenorite" pitchFamily="2" charset="0"/>
              </a:defRPr>
            </a:lvl2pPr>
            <a:lvl3pPr marL="573088" indent="-168275">
              <a:lnSpc>
                <a:spcPct val="100000"/>
              </a:lnSpc>
              <a:buClrTx/>
              <a:buFont typeface="Arial" panose="020B0604020202020204" pitchFamily="34" charset="0"/>
              <a:buChar char="•"/>
              <a:tabLst/>
              <a:defRPr sz="1600" b="0"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main paragraph text</a:t>
            </a:r>
          </a:p>
          <a:p>
            <a:pPr lvl="1"/>
            <a:r>
              <a:rPr lang="en-US"/>
              <a:t>Second level</a:t>
            </a:r>
          </a:p>
          <a:p>
            <a:pPr lvl="2"/>
            <a:r>
              <a:rPr lang="en-US"/>
              <a:t>Third level</a:t>
            </a:r>
          </a:p>
        </p:txBody>
      </p:sp>
      <p:sp>
        <p:nvSpPr>
          <p:cNvPr id="4" name="Rectangle 3">
            <a:extLst>
              <a:ext uri="{FF2B5EF4-FFF2-40B4-BE49-F238E27FC236}">
                <a16:creationId xmlns:a16="http://schemas.microsoft.com/office/drawing/2014/main" id="{2DE8AA8B-511B-1608-8D51-C3E0E85B9D11}"/>
              </a:ext>
            </a:extLst>
          </p:cNvPr>
          <p:cNvSpPr/>
          <p:nvPr userDrawn="1"/>
        </p:nvSpPr>
        <p:spPr>
          <a:xfrm>
            <a:off x="11499640" y="6312237"/>
            <a:ext cx="478394" cy="270232"/>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Tenorite" pitchFamily="2" charset="0"/>
            </a:endParaRPr>
          </a:p>
        </p:txBody>
      </p:sp>
      <p:sp>
        <p:nvSpPr>
          <p:cNvPr id="3" name="Freeform: Shape 8">
            <a:extLst>
              <a:ext uri="{FF2B5EF4-FFF2-40B4-BE49-F238E27FC236}">
                <a16:creationId xmlns:a16="http://schemas.microsoft.com/office/drawing/2014/main" id="{455DAAA6-2D6A-D08E-BCC0-6DAEA9F9D33D}"/>
              </a:ext>
            </a:extLst>
          </p:cNvPr>
          <p:cNvSpPr/>
          <p:nvPr userDrawn="1"/>
        </p:nvSpPr>
        <p:spPr>
          <a:xfrm rot="16200000">
            <a:off x="7155176" y="1821176"/>
            <a:ext cx="6862372" cy="3211276"/>
          </a:xfrm>
          <a:custGeom>
            <a:avLst/>
            <a:gdLst>
              <a:gd name="connsiteX0" fmla="*/ 12176569 w 12192000"/>
              <a:gd name="connsiteY0" fmla="*/ 960256 h 960255"/>
              <a:gd name="connsiteX1" fmla="*/ 0 w 12192000"/>
              <a:gd name="connsiteY1" fmla="*/ 960256 h 960255"/>
              <a:gd name="connsiteX2" fmla="*/ 0 w 12192000"/>
              <a:gd name="connsiteY2" fmla="*/ 6613 h 960255"/>
              <a:gd name="connsiteX3" fmla="*/ 9130538 w 12192000"/>
              <a:gd name="connsiteY3" fmla="*/ 528900 h 960255"/>
              <a:gd name="connsiteX4" fmla="*/ 12192000 w 12192000"/>
              <a:gd name="connsiteY4" fmla="*/ 218957 h 960255"/>
              <a:gd name="connsiteX5" fmla="*/ 12176569 w 12192000"/>
              <a:gd name="connsiteY5" fmla="*/ 960256 h 960255"/>
              <a:gd name="connsiteX0" fmla="*/ 12176569 w 12176569"/>
              <a:gd name="connsiteY0" fmla="*/ 960256 h 960256"/>
              <a:gd name="connsiteX1" fmla="*/ 0 w 12176569"/>
              <a:gd name="connsiteY1" fmla="*/ 960256 h 960256"/>
              <a:gd name="connsiteX2" fmla="*/ 0 w 12176569"/>
              <a:gd name="connsiteY2" fmla="*/ 6613 h 960256"/>
              <a:gd name="connsiteX3" fmla="*/ 9130538 w 12176569"/>
              <a:gd name="connsiteY3" fmla="*/ 528900 h 960256"/>
              <a:gd name="connsiteX4" fmla="*/ 12159915 w 12176569"/>
              <a:gd name="connsiteY4" fmla="*/ 787888 h 960256"/>
              <a:gd name="connsiteX5" fmla="*/ 12176569 w 12176569"/>
              <a:gd name="connsiteY5" fmla="*/ 960256 h 960256"/>
              <a:gd name="connsiteX0" fmla="*/ 12176569 w 12176569"/>
              <a:gd name="connsiteY0" fmla="*/ 957752 h 986274"/>
              <a:gd name="connsiteX1" fmla="*/ 0 w 12176569"/>
              <a:gd name="connsiteY1" fmla="*/ 957752 h 986274"/>
              <a:gd name="connsiteX2" fmla="*/ 0 w 12176569"/>
              <a:gd name="connsiteY2" fmla="*/ 4109 h 986274"/>
              <a:gd name="connsiteX3" fmla="*/ 9397907 w 12176569"/>
              <a:gd name="connsiteY3" fmla="*/ 981151 h 986274"/>
              <a:gd name="connsiteX4" fmla="*/ 12159915 w 12176569"/>
              <a:gd name="connsiteY4" fmla="*/ 785384 h 986274"/>
              <a:gd name="connsiteX5" fmla="*/ 12176569 w 12176569"/>
              <a:gd name="connsiteY5" fmla="*/ 957752 h 986274"/>
              <a:gd name="connsiteX0" fmla="*/ 12176569 w 12176569"/>
              <a:gd name="connsiteY0" fmla="*/ 958405 h 958405"/>
              <a:gd name="connsiteX1" fmla="*/ 0 w 12176569"/>
              <a:gd name="connsiteY1" fmla="*/ 958405 h 958405"/>
              <a:gd name="connsiteX2" fmla="*/ 0 w 12176569"/>
              <a:gd name="connsiteY2" fmla="*/ 4762 h 958405"/>
              <a:gd name="connsiteX3" fmla="*/ 9365822 w 12176569"/>
              <a:gd name="connsiteY3" fmla="*/ 816882 h 958405"/>
              <a:gd name="connsiteX4" fmla="*/ 12159915 w 12176569"/>
              <a:gd name="connsiteY4" fmla="*/ 786037 h 958405"/>
              <a:gd name="connsiteX5" fmla="*/ 12176569 w 12176569"/>
              <a:gd name="connsiteY5" fmla="*/ 958405 h 958405"/>
              <a:gd name="connsiteX0" fmla="*/ 12176569 w 12176569"/>
              <a:gd name="connsiteY0" fmla="*/ 960369 h 960369"/>
              <a:gd name="connsiteX1" fmla="*/ 0 w 12176569"/>
              <a:gd name="connsiteY1" fmla="*/ 960369 h 960369"/>
              <a:gd name="connsiteX2" fmla="*/ 0 w 12176569"/>
              <a:gd name="connsiteY2" fmla="*/ 6726 h 960369"/>
              <a:gd name="connsiteX3" fmla="*/ 9365822 w 12176569"/>
              <a:gd name="connsiteY3" fmla="*/ 818846 h 960369"/>
              <a:gd name="connsiteX4" fmla="*/ 12159915 w 12176569"/>
              <a:gd name="connsiteY4" fmla="*/ 788001 h 960369"/>
              <a:gd name="connsiteX5" fmla="*/ 12176569 w 12176569"/>
              <a:gd name="connsiteY5" fmla="*/ 960369 h 960369"/>
              <a:gd name="connsiteX0" fmla="*/ 12176569 w 12176569"/>
              <a:gd name="connsiteY0" fmla="*/ 960369 h 960369"/>
              <a:gd name="connsiteX1" fmla="*/ 0 w 12176569"/>
              <a:gd name="connsiteY1" fmla="*/ 960369 h 960369"/>
              <a:gd name="connsiteX2" fmla="*/ 0 w 12176569"/>
              <a:gd name="connsiteY2" fmla="*/ 6726 h 960369"/>
              <a:gd name="connsiteX3" fmla="*/ 9365822 w 12176569"/>
              <a:gd name="connsiteY3" fmla="*/ 818846 h 960369"/>
              <a:gd name="connsiteX4" fmla="*/ 12159915 w 12176569"/>
              <a:gd name="connsiteY4" fmla="*/ 788001 h 960369"/>
              <a:gd name="connsiteX5" fmla="*/ 12176569 w 12176569"/>
              <a:gd name="connsiteY5" fmla="*/ 960369 h 960369"/>
              <a:gd name="connsiteX0" fmla="*/ 12176569 w 12176569"/>
              <a:gd name="connsiteY0" fmla="*/ 960369 h 960369"/>
              <a:gd name="connsiteX1" fmla="*/ 0 w 12176569"/>
              <a:gd name="connsiteY1" fmla="*/ 960369 h 960369"/>
              <a:gd name="connsiteX2" fmla="*/ 0 w 12176569"/>
              <a:gd name="connsiteY2" fmla="*/ 6726 h 960369"/>
              <a:gd name="connsiteX3" fmla="*/ 9365822 w 12176569"/>
              <a:gd name="connsiteY3" fmla="*/ 818846 h 960369"/>
              <a:gd name="connsiteX4" fmla="*/ 12159915 w 12176569"/>
              <a:gd name="connsiteY4" fmla="*/ 788001 h 960369"/>
              <a:gd name="connsiteX5" fmla="*/ 12176569 w 12176569"/>
              <a:gd name="connsiteY5" fmla="*/ 960369 h 960369"/>
              <a:gd name="connsiteX0" fmla="*/ 12176569 w 12176569"/>
              <a:gd name="connsiteY0" fmla="*/ 953643 h 953643"/>
              <a:gd name="connsiteX1" fmla="*/ 0 w 12176569"/>
              <a:gd name="connsiteY1" fmla="*/ 953643 h 953643"/>
              <a:gd name="connsiteX2" fmla="*/ 0 w 12176569"/>
              <a:gd name="connsiteY2" fmla="*/ 0 h 953643"/>
              <a:gd name="connsiteX3" fmla="*/ 9365822 w 12176569"/>
              <a:gd name="connsiteY3" fmla="*/ 812120 h 953643"/>
              <a:gd name="connsiteX4" fmla="*/ 12159915 w 12176569"/>
              <a:gd name="connsiteY4" fmla="*/ 781275 h 953643"/>
              <a:gd name="connsiteX5" fmla="*/ 12176569 w 12176569"/>
              <a:gd name="connsiteY5" fmla="*/ 953643 h 953643"/>
              <a:gd name="connsiteX0" fmla="*/ 12176569 w 12176569"/>
              <a:gd name="connsiteY0" fmla="*/ 1096516 h 1096516"/>
              <a:gd name="connsiteX1" fmla="*/ 0 w 12176569"/>
              <a:gd name="connsiteY1" fmla="*/ 1096516 h 1096516"/>
              <a:gd name="connsiteX2" fmla="*/ 0 w 12176569"/>
              <a:gd name="connsiteY2" fmla="*/ 0 h 1096516"/>
              <a:gd name="connsiteX3" fmla="*/ 9365822 w 12176569"/>
              <a:gd name="connsiteY3" fmla="*/ 954993 h 1096516"/>
              <a:gd name="connsiteX4" fmla="*/ 12159915 w 12176569"/>
              <a:gd name="connsiteY4" fmla="*/ 924148 h 1096516"/>
              <a:gd name="connsiteX5" fmla="*/ 12176569 w 12176569"/>
              <a:gd name="connsiteY5" fmla="*/ 1096516 h 1096516"/>
              <a:gd name="connsiteX0" fmla="*/ 12176569 w 12176569"/>
              <a:gd name="connsiteY0" fmla="*/ 1096516 h 1096516"/>
              <a:gd name="connsiteX1" fmla="*/ 0 w 12176569"/>
              <a:gd name="connsiteY1" fmla="*/ 1096516 h 1096516"/>
              <a:gd name="connsiteX2" fmla="*/ 0 w 12176569"/>
              <a:gd name="connsiteY2" fmla="*/ 0 h 1096516"/>
              <a:gd name="connsiteX3" fmla="*/ 9365822 w 12176569"/>
              <a:gd name="connsiteY3" fmla="*/ 954993 h 1096516"/>
              <a:gd name="connsiteX4" fmla="*/ 12159915 w 12176569"/>
              <a:gd name="connsiteY4" fmla="*/ 924148 h 1096516"/>
              <a:gd name="connsiteX5" fmla="*/ 12176569 w 12176569"/>
              <a:gd name="connsiteY5" fmla="*/ 1096516 h 1096516"/>
              <a:gd name="connsiteX0" fmla="*/ 12176569 w 12176569"/>
              <a:gd name="connsiteY0" fmla="*/ 1096516 h 1096516"/>
              <a:gd name="connsiteX1" fmla="*/ 0 w 12176569"/>
              <a:gd name="connsiteY1" fmla="*/ 1096516 h 1096516"/>
              <a:gd name="connsiteX2" fmla="*/ 0 w 12176569"/>
              <a:gd name="connsiteY2" fmla="*/ 0 h 1096516"/>
              <a:gd name="connsiteX3" fmla="*/ 9365822 w 12176569"/>
              <a:gd name="connsiteY3" fmla="*/ 954993 h 1096516"/>
              <a:gd name="connsiteX4" fmla="*/ 12159915 w 12176569"/>
              <a:gd name="connsiteY4" fmla="*/ 924148 h 1096516"/>
              <a:gd name="connsiteX5" fmla="*/ 12176569 w 12176569"/>
              <a:gd name="connsiteY5" fmla="*/ 1096516 h 1096516"/>
              <a:gd name="connsiteX0" fmla="*/ 12176573 w 12176573"/>
              <a:gd name="connsiteY0" fmla="*/ 1188901 h 1188901"/>
              <a:gd name="connsiteX1" fmla="*/ 4 w 12176573"/>
              <a:gd name="connsiteY1" fmla="*/ 1188901 h 1188901"/>
              <a:gd name="connsiteX2" fmla="*/ 0 w 12176573"/>
              <a:gd name="connsiteY2" fmla="*/ 0 h 1188901"/>
              <a:gd name="connsiteX3" fmla="*/ 9365826 w 12176573"/>
              <a:gd name="connsiteY3" fmla="*/ 1047378 h 1188901"/>
              <a:gd name="connsiteX4" fmla="*/ 12159919 w 12176573"/>
              <a:gd name="connsiteY4" fmla="*/ 1016533 h 1188901"/>
              <a:gd name="connsiteX5" fmla="*/ 12176573 w 12176573"/>
              <a:gd name="connsiteY5" fmla="*/ 1188901 h 1188901"/>
              <a:gd name="connsiteX0" fmla="*/ 12176573 w 12176573"/>
              <a:gd name="connsiteY0" fmla="*/ 1188901 h 1188901"/>
              <a:gd name="connsiteX1" fmla="*/ 4 w 12176573"/>
              <a:gd name="connsiteY1" fmla="*/ 1188901 h 1188901"/>
              <a:gd name="connsiteX2" fmla="*/ 0 w 12176573"/>
              <a:gd name="connsiteY2" fmla="*/ 0 h 1188901"/>
              <a:gd name="connsiteX3" fmla="*/ 9365826 w 12176573"/>
              <a:gd name="connsiteY3" fmla="*/ 1047378 h 1188901"/>
              <a:gd name="connsiteX4" fmla="*/ 12159919 w 12176573"/>
              <a:gd name="connsiteY4" fmla="*/ 1016533 h 1188901"/>
              <a:gd name="connsiteX5" fmla="*/ 12176573 w 12176573"/>
              <a:gd name="connsiteY5" fmla="*/ 1188901 h 1188901"/>
              <a:gd name="connsiteX0" fmla="*/ 12176573 w 12176573"/>
              <a:gd name="connsiteY0" fmla="*/ 1188901 h 1188901"/>
              <a:gd name="connsiteX1" fmla="*/ 4 w 12176573"/>
              <a:gd name="connsiteY1" fmla="*/ 1188901 h 1188901"/>
              <a:gd name="connsiteX2" fmla="*/ 0 w 12176573"/>
              <a:gd name="connsiteY2" fmla="*/ 0 h 1188901"/>
              <a:gd name="connsiteX3" fmla="*/ 9365826 w 12176573"/>
              <a:gd name="connsiteY3" fmla="*/ 1047378 h 1188901"/>
              <a:gd name="connsiteX4" fmla="*/ 12159919 w 12176573"/>
              <a:gd name="connsiteY4" fmla="*/ 1016533 h 1188901"/>
              <a:gd name="connsiteX5" fmla="*/ 12176573 w 12176573"/>
              <a:gd name="connsiteY5" fmla="*/ 1188901 h 1188901"/>
              <a:gd name="connsiteX0" fmla="*/ 12176573 w 12192009"/>
              <a:gd name="connsiteY0" fmla="*/ 1188901 h 1188901"/>
              <a:gd name="connsiteX1" fmla="*/ 4 w 12192009"/>
              <a:gd name="connsiteY1" fmla="*/ 1188901 h 1188901"/>
              <a:gd name="connsiteX2" fmla="*/ 0 w 12192009"/>
              <a:gd name="connsiteY2" fmla="*/ 0 h 1188901"/>
              <a:gd name="connsiteX3" fmla="*/ 9365826 w 12192009"/>
              <a:gd name="connsiteY3" fmla="*/ 1047378 h 1188901"/>
              <a:gd name="connsiteX4" fmla="*/ 12192009 w 12192009"/>
              <a:gd name="connsiteY4" fmla="*/ 1015459 h 1188901"/>
              <a:gd name="connsiteX5" fmla="*/ 12176573 w 12192009"/>
              <a:gd name="connsiteY5" fmla="*/ 1188901 h 1188901"/>
              <a:gd name="connsiteX0" fmla="*/ 12176573 w 12192009"/>
              <a:gd name="connsiteY0" fmla="*/ 1189624 h 1189624"/>
              <a:gd name="connsiteX1" fmla="*/ 4 w 12192009"/>
              <a:gd name="connsiteY1" fmla="*/ 1189624 h 1189624"/>
              <a:gd name="connsiteX2" fmla="*/ 0 w 12192009"/>
              <a:gd name="connsiteY2" fmla="*/ 723 h 1189624"/>
              <a:gd name="connsiteX3" fmla="*/ 12192009 w 12192009"/>
              <a:gd name="connsiteY3" fmla="*/ 1016182 h 1189624"/>
              <a:gd name="connsiteX4" fmla="*/ 12176573 w 12192009"/>
              <a:gd name="connsiteY4" fmla="*/ 1189624 h 1189624"/>
              <a:gd name="connsiteX0" fmla="*/ 12176573 w 12202692"/>
              <a:gd name="connsiteY0" fmla="*/ 1189625 h 1189625"/>
              <a:gd name="connsiteX1" fmla="*/ 4 w 12202692"/>
              <a:gd name="connsiteY1" fmla="*/ 1189625 h 1189625"/>
              <a:gd name="connsiteX2" fmla="*/ 0 w 12202692"/>
              <a:gd name="connsiteY2" fmla="*/ 724 h 1189625"/>
              <a:gd name="connsiteX3" fmla="*/ 12202693 w 12202692"/>
              <a:gd name="connsiteY3" fmla="*/ 1014034 h 1189625"/>
              <a:gd name="connsiteX4" fmla="*/ 12176573 w 12202692"/>
              <a:gd name="connsiteY4" fmla="*/ 1189625 h 1189625"/>
              <a:gd name="connsiteX0" fmla="*/ 12210469 w 12210469"/>
              <a:gd name="connsiteY0" fmla="*/ 1190941 h 1190941"/>
              <a:gd name="connsiteX1" fmla="*/ 4 w 12210469"/>
              <a:gd name="connsiteY1" fmla="*/ 1189625 h 1190941"/>
              <a:gd name="connsiteX2" fmla="*/ 0 w 12210469"/>
              <a:gd name="connsiteY2" fmla="*/ 724 h 1190941"/>
              <a:gd name="connsiteX3" fmla="*/ 12202693 w 12210469"/>
              <a:gd name="connsiteY3" fmla="*/ 1014034 h 1190941"/>
              <a:gd name="connsiteX4" fmla="*/ 12210469 w 12210469"/>
              <a:gd name="connsiteY4" fmla="*/ 1190941 h 11909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0469" h="1190941">
                <a:moveTo>
                  <a:pt x="12210469" y="1190941"/>
                </a:moveTo>
                <a:lnTo>
                  <a:pt x="4" y="1189625"/>
                </a:lnTo>
                <a:cubicBezTo>
                  <a:pt x="3" y="793325"/>
                  <a:pt x="1" y="397024"/>
                  <a:pt x="0" y="724"/>
                </a:cubicBezTo>
                <a:cubicBezTo>
                  <a:pt x="2032001" y="-28183"/>
                  <a:pt x="10173264" y="815884"/>
                  <a:pt x="12202693" y="1014034"/>
                </a:cubicBezTo>
                <a:lnTo>
                  <a:pt x="12210469" y="1190941"/>
                </a:lnTo>
                <a:close/>
              </a:path>
            </a:pathLst>
          </a:custGeom>
          <a:solidFill>
            <a:srgbClr val="826DAA"/>
          </a:solidFill>
          <a:ln w="6350" cap="flat">
            <a:noFill/>
            <a:prstDash val="solid"/>
            <a:miter/>
          </a:ln>
        </p:spPr>
        <p:txBody>
          <a:bodyPr rtlCol="0" anchor="ctr"/>
          <a:lstStyle/>
          <a:p>
            <a:endParaRPr lang="en-US" b="0" i="0">
              <a:latin typeface="Tenorite" pitchFamily="2" charset="0"/>
            </a:endParaRPr>
          </a:p>
        </p:txBody>
      </p:sp>
      <p:sp>
        <p:nvSpPr>
          <p:cNvPr id="15" name="Picture Placeholder 3">
            <a:extLst>
              <a:ext uri="{FF2B5EF4-FFF2-40B4-BE49-F238E27FC236}">
                <a16:creationId xmlns:a16="http://schemas.microsoft.com/office/drawing/2014/main" id="{D688988B-701F-0341-91A1-712D7793D2CC}"/>
              </a:ext>
            </a:extLst>
          </p:cNvPr>
          <p:cNvSpPr>
            <a:spLocks noGrp="1"/>
          </p:cNvSpPr>
          <p:nvPr>
            <p:ph type="pic" sz="quarter" idx="10" hasCustomPrompt="1"/>
          </p:nvPr>
        </p:nvSpPr>
        <p:spPr>
          <a:xfrm>
            <a:off x="6926785" y="525049"/>
            <a:ext cx="4722395" cy="5787188"/>
          </a:xfrm>
          <a:prstGeom prst="roundRect">
            <a:avLst>
              <a:gd name="adj" fmla="val 1609"/>
            </a:avLst>
          </a:prstGeom>
          <a:solidFill>
            <a:schemeClr val="tx2">
              <a:lumMod val="10000"/>
              <a:lumOff val="90000"/>
            </a:schemeClr>
          </a:solidFill>
        </p:spPr>
        <p:txBody>
          <a:bodyPr anchor="ctr"/>
          <a:lstStyle>
            <a:lvl1pPr marL="0" indent="0" algn="ctr">
              <a:buNone/>
              <a:defRPr sz="1800" b="0" i="0">
                <a:solidFill>
                  <a:schemeClr val="accent1">
                    <a:lumMod val="25000"/>
                    <a:lumOff val="75000"/>
                  </a:schemeClr>
                </a:solidFill>
                <a:latin typeface="Tenorite" pitchFamily="2" charset="0"/>
              </a:defRPr>
            </a:lvl1pPr>
          </a:lstStyle>
          <a:p>
            <a:r>
              <a:rPr lang="en-US"/>
              <a:t>Click to edit picture</a:t>
            </a:r>
            <a:br>
              <a:rPr lang="en-US"/>
            </a:br>
            <a:br>
              <a:rPr lang="en-US"/>
            </a:br>
            <a:br>
              <a:rPr lang="en-US"/>
            </a:br>
            <a:br>
              <a:rPr lang="en-US"/>
            </a:br>
            <a:br>
              <a:rPr lang="en-US"/>
            </a:br>
            <a:endParaRPr lang="en-US"/>
          </a:p>
        </p:txBody>
      </p:sp>
    </p:spTree>
    <p:extLst>
      <p:ext uri="{BB962C8B-B14F-4D97-AF65-F5344CB8AC3E}">
        <p14:creationId xmlns:p14="http://schemas.microsoft.com/office/powerpoint/2010/main" val="291781481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cSld name="Text and Photos 6">
    <p:spTree>
      <p:nvGrpSpPr>
        <p:cNvPr id="1" name=""/>
        <p:cNvGrpSpPr/>
        <p:nvPr/>
      </p:nvGrpSpPr>
      <p:grpSpPr>
        <a:xfrm>
          <a:off x="0" y="0"/>
          <a:ext cx="0" cy="0"/>
          <a:chOff x="0" y="0"/>
          <a:chExt cx="0" cy="0"/>
        </a:xfrm>
      </p:grpSpPr>
      <p:sp>
        <p:nvSpPr>
          <p:cNvPr id="9" name="Picture Placeholder 8"/>
          <p:cNvSpPr>
            <a:spLocks noGrp="1"/>
          </p:cNvSpPr>
          <p:nvPr>
            <p:ph type="pic" sz="quarter" idx="14"/>
          </p:nvPr>
        </p:nvSpPr>
        <p:spPr bwMode="ltGray">
          <a:xfrm>
            <a:off x="7325237" y="0"/>
            <a:ext cx="4866763" cy="6858000"/>
          </a:xfrm>
          <a:custGeom>
            <a:avLst/>
            <a:gdLst>
              <a:gd name="connsiteX0" fmla="*/ 0 w 4149213"/>
              <a:gd name="connsiteY0" fmla="*/ 0 h 6858000"/>
              <a:gd name="connsiteX1" fmla="*/ 4149213 w 4149213"/>
              <a:gd name="connsiteY1" fmla="*/ 0 h 6858000"/>
              <a:gd name="connsiteX2" fmla="*/ 4149213 w 4149213"/>
              <a:gd name="connsiteY2" fmla="*/ 6858000 h 6858000"/>
              <a:gd name="connsiteX3" fmla="*/ 0 w 4149213"/>
              <a:gd name="connsiteY3" fmla="*/ 6858000 h 6858000"/>
              <a:gd name="connsiteX4" fmla="*/ 0 w 4149213"/>
              <a:gd name="connsiteY4" fmla="*/ 0 h 6858000"/>
              <a:gd name="connsiteX0" fmla="*/ 717550 w 4866763"/>
              <a:gd name="connsiteY0" fmla="*/ 0 h 6858000"/>
              <a:gd name="connsiteX1" fmla="*/ 4866763 w 4866763"/>
              <a:gd name="connsiteY1" fmla="*/ 0 h 6858000"/>
              <a:gd name="connsiteX2" fmla="*/ 4866763 w 4866763"/>
              <a:gd name="connsiteY2" fmla="*/ 6858000 h 6858000"/>
              <a:gd name="connsiteX3" fmla="*/ 0 w 4866763"/>
              <a:gd name="connsiteY3" fmla="*/ 6851650 h 6858000"/>
              <a:gd name="connsiteX4" fmla="*/ 717550 w 4866763"/>
              <a:gd name="connsiteY4" fmla="*/ 0 h 6858000"/>
              <a:gd name="connsiteX0" fmla="*/ 717550 w 4866763"/>
              <a:gd name="connsiteY0" fmla="*/ 0 h 6858000"/>
              <a:gd name="connsiteX1" fmla="*/ 4866763 w 4866763"/>
              <a:gd name="connsiteY1" fmla="*/ 0 h 6858000"/>
              <a:gd name="connsiteX2" fmla="*/ 4866763 w 4866763"/>
              <a:gd name="connsiteY2" fmla="*/ 6858000 h 6858000"/>
              <a:gd name="connsiteX3" fmla="*/ 0 w 4866763"/>
              <a:gd name="connsiteY3" fmla="*/ 6851650 h 6858000"/>
              <a:gd name="connsiteX4" fmla="*/ 717550 w 4866763"/>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66763" h="6858000">
                <a:moveTo>
                  <a:pt x="717550" y="0"/>
                </a:moveTo>
                <a:lnTo>
                  <a:pt x="4866763" y="0"/>
                </a:lnTo>
                <a:lnTo>
                  <a:pt x="4866763" y="6858000"/>
                </a:lnTo>
                <a:lnTo>
                  <a:pt x="0" y="6851650"/>
                </a:lnTo>
                <a:cubicBezTo>
                  <a:pt x="1902883" y="6091767"/>
                  <a:pt x="478367" y="2283883"/>
                  <a:pt x="717550" y="0"/>
                </a:cubicBezTo>
                <a:close/>
              </a:path>
            </a:pathLst>
          </a:custGeom>
          <a:solidFill>
            <a:schemeClr val="tx2">
              <a:lumMod val="10000"/>
              <a:lumOff val="90000"/>
            </a:schemeClr>
          </a:solidFill>
        </p:spPr>
        <p:txBody>
          <a:bodyPr tIns="91440" bIns="1371600" anchor="ctr"/>
          <a:lstStyle>
            <a:lvl1pPr algn="ctr">
              <a:defRPr b="0" i="0">
                <a:solidFill>
                  <a:schemeClr val="accent1">
                    <a:lumMod val="75000"/>
                    <a:lumOff val="25000"/>
                  </a:schemeClr>
                </a:solidFill>
                <a:latin typeface="Tenorite" pitchFamily="2" charset="0"/>
              </a:defRPr>
            </a:lvl1pPr>
          </a:lstStyle>
          <a:p>
            <a:r>
              <a:rPr lang="en-US"/>
              <a:t>Click icon to add picture</a:t>
            </a:r>
            <a:endParaRPr lang="en-GB"/>
          </a:p>
        </p:txBody>
      </p:sp>
      <p:sp>
        <p:nvSpPr>
          <p:cNvPr id="4" name="Title 1">
            <a:extLst>
              <a:ext uri="{FF2B5EF4-FFF2-40B4-BE49-F238E27FC236}">
                <a16:creationId xmlns:a16="http://schemas.microsoft.com/office/drawing/2014/main" id="{6E520FC5-5392-F3EF-BF28-38367C81A77D}"/>
              </a:ext>
            </a:extLst>
          </p:cNvPr>
          <p:cNvSpPr>
            <a:spLocks noGrp="1"/>
          </p:cNvSpPr>
          <p:nvPr>
            <p:ph type="title" hasCustomPrompt="1"/>
          </p:nvPr>
        </p:nvSpPr>
        <p:spPr>
          <a:xfrm>
            <a:off x="381000" y="381001"/>
            <a:ext cx="6813087" cy="491836"/>
          </a:xfrm>
          <a:prstGeom prst="rect">
            <a:avLst/>
          </a:prstGeom>
        </p:spPr>
        <p:txBody>
          <a:bodyPr lIns="0" tIns="0" rIns="0" bIns="0"/>
          <a:lstStyle>
            <a:lvl1pPr>
              <a:lnSpc>
                <a:spcPct val="100000"/>
              </a:lnSpc>
              <a:defRPr sz="2800" b="1" i="0" spc="-20" baseline="0">
                <a:solidFill>
                  <a:schemeClr val="tx2"/>
                </a:solidFill>
                <a:latin typeface="Tenorite" pitchFamily="2" charset="0"/>
              </a:defRPr>
            </a:lvl1pPr>
          </a:lstStyle>
          <a:p>
            <a:r>
              <a:rPr lang="en-US"/>
              <a:t>Enter page title (Sentence case)</a:t>
            </a:r>
          </a:p>
        </p:txBody>
      </p:sp>
      <p:sp>
        <p:nvSpPr>
          <p:cNvPr id="5" name="Text Placeholder 3">
            <a:extLst>
              <a:ext uri="{FF2B5EF4-FFF2-40B4-BE49-F238E27FC236}">
                <a16:creationId xmlns:a16="http://schemas.microsoft.com/office/drawing/2014/main" id="{E05EFE8C-8D14-00C5-27B7-9D186ED15CCB}"/>
              </a:ext>
            </a:extLst>
          </p:cNvPr>
          <p:cNvSpPr>
            <a:spLocks noGrp="1"/>
          </p:cNvSpPr>
          <p:nvPr>
            <p:ph type="body" sz="quarter" idx="15" hasCustomPrompt="1"/>
          </p:nvPr>
        </p:nvSpPr>
        <p:spPr>
          <a:xfrm>
            <a:off x="381001" y="1380682"/>
            <a:ext cx="6762749" cy="4937568"/>
          </a:xfrm>
          <a:prstGeom prst="rect">
            <a:avLst/>
          </a:prstGeom>
        </p:spPr>
        <p:txBody>
          <a:bodyPr lIns="0" rIns="0">
            <a:noAutofit/>
          </a:bodyPr>
          <a:lstStyle>
            <a:lvl1pPr marL="228600" indent="-228600">
              <a:lnSpc>
                <a:spcPct val="100000"/>
              </a:lnSpc>
              <a:buClrTx/>
              <a:buFont typeface="Arial" panose="020B0604020202020204" pitchFamily="34" charset="0"/>
              <a:buChar char="•"/>
              <a:tabLst/>
              <a:defRPr sz="2000" b="0" i="0">
                <a:latin typeface="Tenorite" pitchFamily="2" charset="0"/>
              </a:defRPr>
            </a:lvl1pPr>
            <a:lvl2pPr marL="404813" indent="-230188">
              <a:lnSpc>
                <a:spcPct val="100000"/>
              </a:lnSpc>
              <a:buClrTx/>
              <a:buFont typeface="Arial" panose="020B0604020202020204" pitchFamily="34" charset="0"/>
              <a:buChar char="•"/>
              <a:tabLst/>
              <a:defRPr sz="1600" b="0" i="0">
                <a:latin typeface="Tenorite" pitchFamily="2" charset="0"/>
              </a:defRPr>
            </a:lvl2pPr>
            <a:lvl3pPr marL="573088" indent="-168275">
              <a:lnSpc>
                <a:spcPct val="100000"/>
              </a:lnSpc>
              <a:buClrTx/>
              <a:buFont typeface="Arial" panose="020B0604020202020204" pitchFamily="34" charset="0"/>
              <a:buChar char="•"/>
              <a:tabLst/>
              <a:defRPr sz="1600" b="0"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main paragraph text</a:t>
            </a:r>
          </a:p>
          <a:p>
            <a:pPr lvl="1"/>
            <a:r>
              <a:rPr lang="en-US"/>
              <a:t>Second level</a:t>
            </a:r>
          </a:p>
          <a:p>
            <a:pPr lvl="2"/>
            <a:r>
              <a:rPr lang="en-US"/>
              <a:t>Third level</a:t>
            </a:r>
          </a:p>
        </p:txBody>
      </p:sp>
    </p:spTree>
    <p:extLst>
      <p:ext uri="{BB962C8B-B14F-4D97-AF65-F5344CB8AC3E}">
        <p14:creationId xmlns:p14="http://schemas.microsoft.com/office/powerpoint/2010/main" val="402889272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Text and Photos 7">
    <p:spTree>
      <p:nvGrpSpPr>
        <p:cNvPr id="1" name=""/>
        <p:cNvGrpSpPr/>
        <p:nvPr/>
      </p:nvGrpSpPr>
      <p:grpSpPr>
        <a:xfrm>
          <a:off x="0" y="0"/>
          <a:ext cx="0" cy="0"/>
          <a:chOff x="0" y="0"/>
          <a:chExt cx="0" cy="0"/>
        </a:xfrm>
      </p:grpSpPr>
      <p:sp>
        <p:nvSpPr>
          <p:cNvPr id="7" name="Picture Placeholder 8">
            <a:extLst>
              <a:ext uri="{FF2B5EF4-FFF2-40B4-BE49-F238E27FC236}">
                <a16:creationId xmlns:a16="http://schemas.microsoft.com/office/drawing/2014/main" id="{0077594F-2025-5543-805E-6D23D2CEB803}"/>
              </a:ext>
            </a:extLst>
          </p:cNvPr>
          <p:cNvSpPr>
            <a:spLocks noGrp="1"/>
          </p:cNvSpPr>
          <p:nvPr>
            <p:ph type="pic" sz="quarter" idx="14"/>
          </p:nvPr>
        </p:nvSpPr>
        <p:spPr bwMode="ltGray">
          <a:xfrm>
            <a:off x="0" y="0"/>
            <a:ext cx="4714363" cy="6858000"/>
          </a:xfrm>
          <a:custGeom>
            <a:avLst/>
            <a:gdLst>
              <a:gd name="connsiteX0" fmla="*/ 0 w 4149213"/>
              <a:gd name="connsiteY0" fmla="*/ 0 h 6858000"/>
              <a:gd name="connsiteX1" fmla="*/ 4149213 w 4149213"/>
              <a:gd name="connsiteY1" fmla="*/ 0 h 6858000"/>
              <a:gd name="connsiteX2" fmla="*/ 4149213 w 4149213"/>
              <a:gd name="connsiteY2" fmla="*/ 6858000 h 6858000"/>
              <a:gd name="connsiteX3" fmla="*/ 0 w 4149213"/>
              <a:gd name="connsiteY3" fmla="*/ 6858000 h 6858000"/>
              <a:gd name="connsiteX4" fmla="*/ 0 w 4149213"/>
              <a:gd name="connsiteY4" fmla="*/ 0 h 6858000"/>
              <a:gd name="connsiteX0" fmla="*/ 0 w 4714363"/>
              <a:gd name="connsiteY0" fmla="*/ 0 h 6858000"/>
              <a:gd name="connsiteX1" fmla="*/ 4149213 w 4714363"/>
              <a:gd name="connsiteY1" fmla="*/ 0 h 6858000"/>
              <a:gd name="connsiteX2" fmla="*/ 4714363 w 4714363"/>
              <a:gd name="connsiteY2" fmla="*/ 6845300 h 6858000"/>
              <a:gd name="connsiteX3" fmla="*/ 0 w 4714363"/>
              <a:gd name="connsiteY3" fmla="*/ 6858000 h 6858000"/>
              <a:gd name="connsiteX4" fmla="*/ 0 w 4714363"/>
              <a:gd name="connsiteY4" fmla="*/ 0 h 6858000"/>
              <a:gd name="connsiteX0" fmla="*/ 0 w 4714363"/>
              <a:gd name="connsiteY0" fmla="*/ 0 h 6858000"/>
              <a:gd name="connsiteX1" fmla="*/ 4149213 w 4714363"/>
              <a:gd name="connsiteY1" fmla="*/ 0 h 6858000"/>
              <a:gd name="connsiteX2" fmla="*/ 4714363 w 4714363"/>
              <a:gd name="connsiteY2" fmla="*/ 6845300 h 6858000"/>
              <a:gd name="connsiteX3" fmla="*/ 0 w 4714363"/>
              <a:gd name="connsiteY3" fmla="*/ 6858000 h 6858000"/>
              <a:gd name="connsiteX4" fmla="*/ 0 w 4714363"/>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4363" h="6858000">
                <a:moveTo>
                  <a:pt x="0" y="0"/>
                </a:moveTo>
                <a:lnTo>
                  <a:pt x="4149213" y="0"/>
                </a:lnTo>
                <a:cubicBezTo>
                  <a:pt x="4337596" y="2281767"/>
                  <a:pt x="3249630" y="5503333"/>
                  <a:pt x="4714363" y="6845300"/>
                </a:cubicBezTo>
                <a:lnTo>
                  <a:pt x="0" y="6858000"/>
                </a:lnTo>
                <a:lnTo>
                  <a:pt x="0" y="0"/>
                </a:lnTo>
                <a:close/>
              </a:path>
            </a:pathLst>
          </a:custGeom>
          <a:solidFill>
            <a:schemeClr val="tx2">
              <a:lumMod val="10000"/>
              <a:lumOff val="90000"/>
            </a:schemeClr>
          </a:solidFill>
        </p:spPr>
        <p:txBody>
          <a:bodyPr tIns="91440" bIns="1371600" anchor="ctr"/>
          <a:lstStyle>
            <a:lvl1pPr algn="ctr">
              <a:defRPr b="0" i="0">
                <a:solidFill>
                  <a:schemeClr val="accent1">
                    <a:lumMod val="75000"/>
                    <a:lumOff val="25000"/>
                  </a:schemeClr>
                </a:solidFill>
                <a:latin typeface="Tenorite" pitchFamily="2" charset="0"/>
              </a:defRPr>
            </a:lvl1pPr>
          </a:lstStyle>
          <a:p>
            <a:r>
              <a:rPr lang="en-US"/>
              <a:t>Click icon to add picture</a:t>
            </a:r>
            <a:endParaRPr lang="en-GB"/>
          </a:p>
        </p:txBody>
      </p:sp>
      <p:sp>
        <p:nvSpPr>
          <p:cNvPr id="2" name="Title 1">
            <a:extLst>
              <a:ext uri="{FF2B5EF4-FFF2-40B4-BE49-F238E27FC236}">
                <a16:creationId xmlns:a16="http://schemas.microsoft.com/office/drawing/2014/main" id="{CA14A25A-EDB9-053E-ACBB-61C38A1945C7}"/>
              </a:ext>
            </a:extLst>
          </p:cNvPr>
          <p:cNvSpPr>
            <a:spLocks noGrp="1"/>
          </p:cNvSpPr>
          <p:nvPr>
            <p:ph type="title" hasCustomPrompt="1"/>
          </p:nvPr>
        </p:nvSpPr>
        <p:spPr>
          <a:xfrm>
            <a:off x="4819777" y="381001"/>
            <a:ext cx="7022973" cy="491836"/>
          </a:xfrm>
          <a:prstGeom prst="rect">
            <a:avLst/>
          </a:prstGeom>
        </p:spPr>
        <p:txBody>
          <a:bodyPr lIns="0" tIns="0" rIns="0" bIns="0"/>
          <a:lstStyle>
            <a:lvl1pPr>
              <a:lnSpc>
                <a:spcPct val="100000"/>
              </a:lnSpc>
              <a:defRPr sz="2800" b="1" i="0" spc="-20" baseline="0">
                <a:solidFill>
                  <a:schemeClr val="accent1"/>
                </a:solidFill>
                <a:latin typeface="Tenorite" pitchFamily="2" charset="0"/>
              </a:defRPr>
            </a:lvl1pPr>
          </a:lstStyle>
          <a:p>
            <a:r>
              <a:rPr lang="en-US"/>
              <a:t>Enter page title (sentence case)</a:t>
            </a:r>
          </a:p>
        </p:txBody>
      </p:sp>
      <p:sp>
        <p:nvSpPr>
          <p:cNvPr id="3" name="Text Placeholder 3">
            <a:extLst>
              <a:ext uri="{FF2B5EF4-FFF2-40B4-BE49-F238E27FC236}">
                <a16:creationId xmlns:a16="http://schemas.microsoft.com/office/drawing/2014/main" id="{BF6BFF8C-BC1F-6778-AD95-88D03EF54028}"/>
              </a:ext>
            </a:extLst>
          </p:cNvPr>
          <p:cNvSpPr>
            <a:spLocks noGrp="1"/>
          </p:cNvSpPr>
          <p:nvPr>
            <p:ph type="body" sz="quarter" idx="16" hasCustomPrompt="1"/>
          </p:nvPr>
        </p:nvSpPr>
        <p:spPr>
          <a:xfrm>
            <a:off x="4802526" y="1380682"/>
            <a:ext cx="7022972" cy="4677218"/>
          </a:xfrm>
          <a:prstGeom prst="rect">
            <a:avLst/>
          </a:prstGeom>
        </p:spPr>
        <p:txBody>
          <a:bodyPr lIns="0" rIns="0">
            <a:noAutofit/>
          </a:bodyPr>
          <a:lstStyle>
            <a:lvl1pPr marL="228600" indent="-228600">
              <a:lnSpc>
                <a:spcPct val="100000"/>
              </a:lnSpc>
              <a:buClrTx/>
              <a:buFont typeface="Arial" panose="020B0604020202020204" pitchFamily="34" charset="0"/>
              <a:buChar char="•"/>
              <a:tabLst/>
              <a:defRPr sz="2000" b="0" i="0">
                <a:latin typeface="Tenorite" pitchFamily="2" charset="0"/>
              </a:defRPr>
            </a:lvl1pPr>
            <a:lvl2pPr marL="404813" indent="-230188">
              <a:lnSpc>
                <a:spcPct val="100000"/>
              </a:lnSpc>
              <a:buClrTx/>
              <a:buFont typeface="Arial" panose="020B0604020202020204" pitchFamily="34" charset="0"/>
              <a:buChar char="•"/>
              <a:tabLst/>
              <a:defRPr sz="1600" b="0" i="0">
                <a:latin typeface="Tenorite" pitchFamily="2" charset="0"/>
              </a:defRPr>
            </a:lvl2pPr>
            <a:lvl3pPr marL="573088" indent="-168275">
              <a:lnSpc>
                <a:spcPct val="100000"/>
              </a:lnSpc>
              <a:buClrTx/>
              <a:buFont typeface="Arial" panose="020B0604020202020204" pitchFamily="34" charset="0"/>
              <a:buChar char="•"/>
              <a:tabLst/>
              <a:defRPr sz="1600" b="0"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main paragraph text</a:t>
            </a:r>
          </a:p>
          <a:p>
            <a:pPr lvl="1"/>
            <a:r>
              <a:rPr lang="en-US"/>
              <a:t>Second level</a:t>
            </a:r>
          </a:p>
          <a:p>
            <a:pPr lvl="2"/>
            <a:r>
              <a:rPr lang="en-US"/>
              <a:t>Third level</a:t>
            </a:r>
          </a:p>
        </p:txBody>
      </p:sp>
    </p:spTree>
    <p:extLst>
      <p:ext uri="{BB962C8B-B14F-4D97-AF65-F5344CB8AC3E}">
        <p14:creationId xmlns:p14="http://schemas.microsoft.com/office/powerpoint/2010/main" val="261129640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userDrawn="1">
  <p:cSld name="Large Photo Text Sidebar Left">
    <p:bg>
      <p:bgPr>
        <a:solidFill>
          <a:schemeClr val="accent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37F416F-9022-D7E9-DB9E-2AD4E5B00E1A}"/>
              </a:ext>
            </a:extLst>
          </p:cNvPr>
          <p:cNvSpPr>
            <a:spLocks noGrp="1"/>
          </p:cNvSpPr>
          <p:nvPr>
            <p:ph type="title" hasCustomPrompt="1"/>
          </p:nvPr>
        </p:nvSpPr>
        <p:spPr>
          <a:xfrm>
            <a:off x="381001" y="381000"/>
            <a:ext cx="3130684" cy="1466850"/>
          </a:xfrm>
          <a:prstGeom prst="rect">
            <a:avLst/>
          </a:prstGeom>
        </p:spPr>
        <p:txBody>
          <a:bodyPr lIns="0" tIns="0" rIns="0" bIns="0"/>
          <a:lstStyle>
            <a:lvl1pPr>
              <a:lnSpc>
                <a:spcPct val="100000"/>
              </a:lnSpc>
              <a:defRPr sz="2800" b="1" i="0" spc="-20" baseline="0">
                <a:solidFill>
                  <a:schemeClr val="bg1"/>
                </a:solidFill>
                <a:latin typeface="Tenorite" pitchFamily="2" charset="0"/>
              </a:defRPr>
            </a:lvl1pPr>
          </a:lstStyle>
          <a:p>
            <a:r>
              <a:rPr lang="en-US"/>
              <a:t>Enter page title (Sentence case)</a:t>
            </a:r>
          </a:p>
        </p:txBody>
      </p:sp>
      <p:sp>
        <p:nvSpPr>
          <p:cNvPr id="4" name="Text Placeholder 3">
            <a:extLst>
              <a:ext uri="{FF2B5EF4-FFF2-40B4-BE49-F238E27FC236}">
                <a16:creationId xmlns:a16="http://schemas.microsoft.com/office/drawing/2014/main" id="{9ED15E68-8AE1-8C09-9348-8D2B82FC1F4A}"/>
              </a:ext>
            </a:extLst>
          </p:cNvPr>
          <p:cNvSpPr>
            <a:spLocks noGrp="1"/>
          </p:cNvSpPr>
          <p:nvPr>
            <p:ph type="body" sz="quarter" idx="15" hasCustomPrompt="1"/>
          </p:nvPr>
        </p:nvSpPr>
        <p:spPr>
          <a:xfrm>
            <a:off x="381001" y="2006600"/>
            <a:ext cx="3130683" cy="4311650"/>
          </a:xfrm>
          <a:prstGeom prst="rect">
            <a:avLst/>
          </a:prstGeom>
        </p:spPr>
        <p:txBody>
          <a:bodyPr lIns="0" rIns="0">
            <a:noAutofit/>
          </a:bodyPr>
          <a:lstStyle>
            <a:lvl1pPr marL="228600" indent="-228600">
              <a:lnSpc>
                <a:spcPct val="100000"/>
              </a:lnSpc>
              <a:buClrTx/>
              <a:buFont typeface="Arial" panose="020B0604020202020204" pitchFamily="34" charset="0"/>
              <a:buChar char="•"/>
              <a:tabLst/>
              <a:defRPr sz="2000" b="0" i="0">
                <a:solidFill>
                  <a:schemeClr val="bg1"/>
                </a:solidFill>
                <a:latin typeface="Tenorite" pitchFamily="2" charset="0"/>
              </a:defRPr>
            </a:lvl1pPr>
            <a:lvl2pPr marL="404813" indent="-230188">
              <a:lnSpc>
                <a:spcPct val="100000"/>
              </a:lnSpc>
              <a:buClrTx/>
              <a:buFont typeface="Arial" panose="020B0604020202020204" pitchFamily="34" charset="0"/>
              <a:buChar char="•"/>
              <a:tabLst/>
              <a:defRPr sz="1600" b="0" i="0">
                <a:solidFill>
                  <a:schemeClr val="bg1"/>
                </a:solidFill>
                <a:latin typeface="Tenorite" pitchFamily="2" charset="0"/>
              </a:defRPr>
            </a:lvl2pPr>
            <a:lvl3pPr marL="573088" indent="-168275">
              <a:lnSpc>
                <a:spcPct val="100000"/>
              </a:lnSpc>
              <a:buClrTx/>
              <a:buFont typeface="Arial" panose="020B0604020202020204" pitchFamily="34" charset="0"/>
              <a:buChar char="•"/>
              <a:tabLst/>
              <a:defRPr sz="1600" b="0" i="0">
                <a:solidFill>
                  <a:schemeClr val="bg1"/>
                </a:solidFill>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main paragraph text</a:t>
            </a:r>
          </a:p>
          <a:p>
            <a:pPr lvl="1"/>
            <a:r>
              <a:rPr lang="en-US"/>
              <a:t>Second level</a:t>
            </a:r>
          </a:p>
          <a:p>
            <a:pPr lvl="2"/>
            <a:r>
              <a:rPr lang="en-US"/>
              <a:t>Third level</a:t>
            </a:r>
          </a:p>
        </p:txBody>
      </p:sp>
      <p:sp>
        <p:nvSpPr>
          <p:cNvPr id="5" name="Picture Placeholder 4">
            <a:extLst>
              <a:ext uri="{FF2B5EF4-FFF2-40B4-BE49-F238E27FC236}">
                <a16:creationId xmlns:a16="http://schemas.microsoft.com/office/drawing/2014/main" id="{BEF4BEFF-33C4-4382-2500-5F37EC74F3AC}"/>
              </a:ext>
            </a:extLst>
          </p:cNvPr>
          <p:cNvSpPr>
            <a:spLocks noGrp="1"/>
          </p:cNvSpPr>
          <p:nvPr>
            <p:ph type="pic" sz="quarter" idx="16" hasCustomPrompt="1"/>
          </p:nvPr>
        </p:nvSpPr>
        <p:spPr>
          <a:xfrm>
            <a:off x="3739710" y="0"/>
            <a:ext cx="8452290" cy="6858000"/>
          </a:xfrm>
          <a:custGeom>
            <a:avLst/>
            <a:gdLst>
              <a:gd name="connsiteX0" fmla="*/ 0 w 8216900"/>
              <a:gd name="connsiteY0" fmla="*/ 0 h 6858000"/>
              <a:gd name="connsiteX1" fmla="*/ 8216900 w 8216900"/>
              <a:gd name="connsiteY1" fmla="*/ 0 h 6858000"/>
              <a:gd name="connsiteX2" fmla="*/ 8216900 w 8216900"/>
              <a:gd name="connsiteY2" fmla="*/ 6858000 h 6858000"/>
              <a:gd name="connsiteX3" fmla="*/ 0 w 8216900"/>
              <a:gd name="connsiteY3" fmla="*/ 6858000 h 6858000"/>
              <a:gd name="connsiteX4" fmla="*/ 0 w 8216900"/>
              <a:gd name="connsiteY4" fmla="*/ 0 h 6858000"/>
              <a:gd name="connsiteX0" fmla="*/ 0 w 8216900"/>
              <a:gd name="connsiteY0" fmla="*/ 0 h 6858000"/>
              <a:gd name="connsiteX1" fmla="*/ 8216900 w 8216900"/>
              <a:gd name="connsiteY1" fmla="*/ 0 h 6858000"/>
              <a:gd name="connsiteX2" fmla="*/ 8216900 w 8216900"/>
              <a:gd name="connsiteY2" fmla="*/ 6858000 h 6858000"/>
              <a:gd name="connsiteX3" fmla="*/ 0 w 8216900"/>
              <a:gd name="connsiteY3" fmla="*/ 6858000 h 6858000"/>
              <a:gd name="connsiteX4" fmla="*/ 0 w 8216900"/>
              <a:gd name="connsiteY4" fmla="*/ 0 h 6858000"/>
              <a:gd name="connsiteX0" fmla="*/ 0 w 8452290"/>
              <a:gd name="connsiteY0" fmla="*/ 0 h 6858000"/>
              <a:gd name="connsiteX1" fmla="*/ 8452290 w 8452290"/>
              <a:gd name="connsiteY1" fmla="*/ 0 h 6858000"/>
              <a:gd name="connsiteX2" fmla="*/ 8452290 w 8452290"/>
              <a:gd name="connsiteY2" fmla="*/ 6858000 h 6858000"/>
              <a:gd name="connsiteX3" fmla="*/ 235390 w 8452290"/>
              <a:gd name="connsiteY3" fmla="*/ 6858000 h 6858000"/>
              <a:gd name="connsiteX4" fmla="*/ 0 w 845229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52290" h="6858000">
                <a:moveTo>
                  <a:pt x="0" y="0"/>
                </a:moveTo>
                <a:lnTo>
                  <a:pt x="8452290" y="0"/>
                </a:lnTo>
                <a:lnTo>
                  <a:pt x="8452290" y="6858000"/>
                </a:lnTo>
                <a:lnTo>
                  <a:pt x="235390" y="6858000"/>
                </a:lnTo>
                <a:cubicBezTo>
                  <a:pt x="1113576" y="5115208"/>
                  <a:pt x="0" y="2286000"/>
                  <a:pt x="0" y="0"/>
                </a:cubicBezTo>
                <a:close/>
              </a:path>
            </a:pathLst>
          </a:custGeom>
          <a:solidFill>
            <a:schemeClr val="bg2">
              <a:lumMod val="90000"/>
            </a:schemeClr>
          </a:solidFill>
          <a:ln>
            <a:noFill/>
          </a:ln>
        </p:spPr>
        <p:txBody>
          <a:bodyPr anchor="ctr"/>
          <a:lstStyle>
            <a:lvl1pPr algn="ctr">
              <a:defRPr/>
            </a:lvl1pPr>
          </a:lstStyle>
          <a:p>
            <a:r>
              <a:rPr lang="en-US"/>
              <a:t>Click to add photo</a:t>
            </a:r>
            <a:br>
              <a:rPr lang="en-US"/>
            </a:br>
            <a:br>
              <a:rPr lang="en-US"/>
            </a:br>
            <a:br>
              <a:rPr lang="en-US"/>
            </a:br>
            <a:br>
              <a:rPr lang="en-US"/>
            </a:br>
            <a:br>
              <a:rPr lang="en-US"/>
            </a:br>
            <a:endParaRPr lang="en-US"/>
          </a:p>
        </p:txBody>
      </p:sp>
    </p:spTree>
    <p:extLst>
      <p:ext uri="{BB962C8B-B14F-4D97-AF65-F5344CB8AC3E}">
        <p14:creationId xmlns:p14="http://schemas.microsoft.com/office/powerpoint/2010/main" val="124840070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Large Photo Text Sidebar Right">
    <p:bg>
      <p:bgPr>
        <a:solidFill>
          <a:schemeClr val="accent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782D657-B21C-8242-9415-9AC9B1EB1BED}"/>
              </a:ext>
            </a:extLst>
          </p:cNvPr>
          <p:cNvSpPr/>
          <p:nvPr/>
        </p:nvSpPr>
        <p:spPr>
          <a:xfrm>
            <a:off x="317500" y="6149387"/>
            <a:ext cx="901700" cy="51435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Tenorite" pitchFamily="2" charset="0"/>
            </a:endParaRPr>
          </a:p>
        </p:txBody>
      </p:sp>
      <p:sp>
        <p:nvSpPr>
          <p:cNvPr id="9" name="Picture Placeholder 8"/>
          <p:cNvSpPr>
            <a:spLocks noGrp="1"/>
          </p:cNvSpPr>
          <p:nvPr>
            <p:ph type="pic" sz="quarter" idx="14" hasCustomPrompt="1"/>
          </p:nvPr>
        </p:nvSpPr>
        <p:spPr bwMode="ltGray">
          <a:xfrm>
            <a:off x="0" y="0"/>
            <a:ext cx="8495249" cy="6864350"/>
          </a:xfrm>
          <a:custGeom>
            <a:avLst/>
            <a:gdLst>
              <a:gd name="connsiteX0" fmla="*/ 0 w 8120599"/>
              <a:gd name="connsiteY0" fmla="*/ 0 h 6858000"/>
              <a:gd name="connsiteX1" fmla="*/ 8120599 w 8120599"/>
              <a:gd name="connsiteY1" fmla="*/ 0 h 6858000"/>
              <a:gd name="connsiteX2" fmla="*/ 8120599 w 8120599"/>
              <a:gd name="connsiteY2" fmla="*/ 6858000 h 6858000"/>
              <a:gd name="connsiteX3" fmla="*/ 0 w 8120599"/>
              <a:gd name="connsiteY3" fmla="*/ 6858000 h 6858000"/>
              <a:gd name="connsiteX4" fmla="*/ 0 w 8120599"/>
              <a:gd name="connsiteY4" fmla="*/ 0 h 6858000"/>
              <a:gd name="connsiteX0" fmla="*/ 0 w 8495249"/>
              <a:gd name="connsiteY0" fmla="*/ 0 h 6864350"/>
              <a:gd name="connsiteX1" fmla="*/ 8120599 w 8495249"/>
              <a:gd name="connsiteY1" fmla="*/ 0 h 6864350"/>
              <a:gd name="connsiteX2" fmla="*/ 8495249 w 8495249"/>
              <a:gd name="connsiteY2" fmla="*/ 6864350 h 6864350"/>
              <a:gd name="connsiteX3" fmla="*/ 0 w 8495249"/>
              <a:gd name="connsiteY3" fmla="*/ 6858000 h 6864350"/>
              <a:gd name="connsiteX4" fmla="*/ 0 w 8495249"/>
              <a:gd name="connsiteY4" fmla="*/ 0 h 6864350"/>
              <a:gd name="connsiteX0" fmla="*/ 0 w 8495249"/>
              <a:gd name="connsiteY0" fmla="*/ 0 h 6864350"/>
              <a:gd name="connsiteX1" fmla="*/ 8120599 w 8495249"/>
              <a:gd name="connsiteY1" fmla="*/ 0 h 6864350"/>
              <a:gd name="connsiteX2" fmla="*/ 8495249 w 8495249"/>
              <a:gd name="connsiteY2" fmla="*/ 6864350 h 6864350"/>
              <a:gd name="connsiteX3" fmla="*/ 0 w 8495249"/>
              <a:gd name="connsiteY3" fmla="*/ 6858000 h 6864350"/>
              <a:gd name="connsiteX4" fmla="*/ 0 w 8495249"/>
              <a:gd name="connsiteY4" fmla="*/ 0 h 6864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95249" h="6864350">
                <a:moveTo>
                  <a:pt x="0" y="0"/>
                </a:moveTo>
                <a:lnTo>
                  <a:pt x="8120599" y="0"/>
                </a:lnTo>
                <a:cubicBezTo>
                  <a:pt x="8245482" y="2288117"/>
                  <a:pt x="6592366" y="2150533"/>
                  <a:pt x="8495249" y="6864350"/>
                </a:cubicBezTo>
                <a:lnTo>
                  <a:pt x="0" y="6858000"/>
                </a:lnTo>
                <a:lnTo>
                  <a:pt x="0" y="0"/>
                </a:lnTo>
                <a:close/>
              </a:path>
            </a:pathLst>
          </a:custGeom>
          <a:solidFill>
            <a:schemeClr val="bg2">
              <a:lumMod val="90000"/>
            </a:schemeClr>
          </a:solidFill>
        </p:spPr>
        <p:txBody>
          <a:bodyPr bIns="1005840" anchor="ctr"/>
          <a:lstStyle>
            <a:lvl1pPr algn="ctr">
              <a:defRPr sz="1800" b="0" i="0">
                <a:solidFill>
                  <a:schemeClr val="accent1">
                    <a:lumMod val="75000"/>
                    <a:lumOff val="25000"/>
                  </a:schemeClr>
                </a:solidFill>
                <a:latin typeface="Tenorite" pitchFamily="2" charset="0"/>
              </a:defRPr>
            </a:lvl1pPr>
          </a:lstStyle>
          <a:p>
            <a:r>
              <a:rPr lang="en-US"/>
              <a:t>Click to add photo</a:t>
            </a:r>
            <a:endParaRPr lang="en-GB"/>
          </a:p>
        </p:txBody>
      </p:sp>
      <p:sp>
        <p:nvSpPr>
          <p:cNvPr id="2" name="Title 1">
            <a:extLst>
              <a:ext uri="{FF2B5EF4-FFF2-40B4-BE49-F238E27FC236}">
                <a16:creationId xmlns:a16="http://schemas.microsoft.com/office/drawing/2014/main" id="{5134C4A0-DD7C-A5D0-01BE-B29B1A2E53D2}"/>
              </a:ext>
            </a:extLst>
          </p:cNvPr>
          <p:cNvSpPr>
            <a:spLocks noGrp="1"/>
          </p:cNvSpPr>
          <p:nvPr>
            <p:ph type="title" hasCustomPrompt="1"/>
          </p:nvPr>
        </p:nvSpPr>
        <p:spPr>
          <a:xfrm>
            <a:off x="8648701" y="381000"/>
            <a:ext cx="3130684" cy="1466850"/>
          </a:xfrm>
          <a:prstGeom prst="rect">
            <a:avLst/>
          </a:prstGeom>
        </p:spPr>
        <p:txBody>
          <a:bodyPr lIns="0" tIns="0" rIns="0" bIns="0"/>
          <a:lstStyle>
            <a:lvl1pPr>
              <a:lnSpc>
                <a:spcPct val="100000"/>
              </a:lnSpc>
              <a:defRPr sz="2800" b="1" i="0" spc="-20" baseline="0">
                <a:solidFill>
                  <a:schemeClr val="bg1"/>
                </a:solidFill>
                <a:latin typeface="Tenorite" pitchFamily="2" charset="0"/>
              </a:defRPr>
            </a:lvl1pPr>
          </a:lstStyle>
          <a:p>
            <a:r>
              <a:rPr lang="en-US"/>
              <a:t>Enter page title (Sentence case)</a:t>
            </a:r>
          </a:p>
        </p:txBody>
      </p:sp>
      <p:sp>
        <p:nvSpPr>
          <p:cNvPr id="3" name="Text Placeholder 3">
            <a:extLst>
              <a:ext uri="{FF2B5EF4-FFF2-40B4-BE49-F238E27FC236}">
                <a16:creationId xmlns:a16="http://schemas.microsoft.com/office/drawing/2014/main" id="{A5CD33E3-89C8-CD11-8D8D-BFEF42331622}"/>
              </a:ext>
            </a:extLst>
          </p:cNvPr>
          <p:cNvSpPr>
            <a:spLocks noGrp="1"/>
          </p:cNvSpPr>
          <p:nvPr>
            <p:ph type="body" sz="quarter" idx="15" hasCustomPrompt="1"/>
          </p:nvPr>
        </p:nvSpPr>
        <p:spPr>
          <a:xfrm>
            <a:off x="8648701" y="2006600"/>
            <a:ext cx="3130683" cy="4311650"/>
          </a:xfrm>
          <a:prstGeom prst="rect">
            <a:avLst/>
          </a:prstGeom>
        </p:spPr>
        <p:txBody>
          <a:bodyPr lIns="0" rIns="0">
            <a:noAutofit/>
          </a:bodyPr>
          <a:lstStyle>
            <a:lvl1pPr marL="228600" indent="-228600">
              <a:lnSpc>
                <a:spcPct val="100000"/>
              </a:lnSpc>
              <a:buClrTx/>
              <a:buFont typeface="Arial" panose="020B0604020202020204" pitchFamily="34" charset="0"/>
              <a:buChar char="•"/>
              <a:tabLst/>
              <a:defRPr sz="2000" b="0" i="0">
                <a:solidFill>
                  <a:schemeClr val="bg1"/>
                </a:solidFill>
                <a:latin typeface="Tenorite" pitchFamily="2" charset="0"/>
              </a:defRPr>
            </a:lvl1pPr>
            <a:lvl2pPr marL="404813" indent="-230188">
              <a:lnSpc>
                <a:spcPct val="100000"/>
              </a:lnSpc>
              <a:buClrTx/>
              <a:buFont typeface="Arial" panose="020B0604020202020204" pitchFamily="34" charset="0"/>
              <a:buChar char="•"/>
              <a:tabLst/>
              <a:defRPr sz="1600" b="0" i="0">
                <a:solidFill>
                  <a:schemeClr val="bg1"/>
                </a:solidFill>
                <a:latin typeface="Tenorite" pitchFamily="2" charset="0"/>
              </a:defRPr>
            </a:lvl2pPr>
            <a:lvl3pPr marL="573088" indent="-168275">
              <a:lnSpc>
                <a:spcPct val="100000"/>
              </a:lnSpc>
              <a:buClrTx/>
              <a:buFont typeface="Arial" panose="020B0604020202020204" pitchFamily="34" charset="0"/>
              <a:buChar char="•"/>
              <a:tabLst/>
              <a:defRPr sz="1600" b="0" i="0">
                <a:solidFill>
                  <a:schemeClr val="bg1"/>
                </a:solidFill>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main paragraph text</a:t>
            </a:r>
          </a:p>
          <a:p>
            <a:pPr lvl="1"/>
            <a:r>
              <a:rPr lang="en-US"/>
              <a:t>Second level</a:t>
            </a:r>
          </a:p>
          <a:p>
            <a:pPr lvl="2"/>
            <a:r>
              <a:rPr lang="en-US"/>
              <a:t>Third level</a:t>
            </a:r>
          </a:p>
        </p:txBody>
      </p:sp>
    </p:spTree>
    <p:extLst>
      <p:ext uri="{BB962C8B-B14F-4D97-AF65-F5344CB8AC3E}">
        <p14:creationId xmlns:p14="http://schemas.microsoft.com/office/powerpoint/2010/main" val="382313616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cSld name="Call Out with Background Photo 1">
    <p:bg>
      <p:bgPr>
        <a:solidFill>
          <a:schemeClr val="bg1"/>
        </a:solidFill>
        <a:effectLst/>
      </p:bgPr>
    </p:bg>
    <p:spTree>
      <p:nvGrpSpPr>
        <p:cNvPr id="1" name=""/>
        <p:cNvGrpSpPr/>
        <p:nvPr/>
      </p:nvGrpSpPr>
      <p:grpSpPr>
        <a:xfrm>
          <a:off x="0" y="0"/>
          <a:ext cx="0" cy="0"/>
          <a:chOff x="0" y="0"/>
          <a:chExt cx="0" cy="0"/>
        </a:xfrm>
      </p:grpSpPr>
      <p:sp>
        <p:nvSpPr>
          <p:cNvPr id="5" name="Picture Placeholder 14">
            <a:extLst>
              <a:ext uri="{FF2B5EF4-FFF2-40B4-BE49-F238E27FC236}">
                <a16:creationId xmlns:a16="http://schemas.microsoft.com/office/drawing/2014/main" id="{75D7BDDA-8002-9448-9675-FE81E2A0D076}"/>
              </a:ext>
            </a:extLst>
          </p:cNvPr>
          <p:cNvSpPr>
            <a:spLocks noGrp="1"/>
          </p:cNvSpPr>
          <p:nvPr>
            <p:ph type="pic" sz="quarter" idx="10" hasCustomPrompt="1"/>
          </p:nvPr>
        </p:nvSpPr>
        <p:spPr>
          <a:xfrm>
            <a:off x="0" y="1009650"/>
            <a:ext cx="12192000" cy="5848349"/>
          </a:xfrm>
          <a:custGeom>
            <a:avLst/>
            <a:gdLst>
              <a:gd name="connsiteX0" fmla="*/ 0 w 12192000"/>
              <a:gd name="connsiteY0" fmla="*/ 0 h 5688767"/>
              <a:gd name="connsiteX1" fmla="*/ 12192000 w 12192000"/>
              <a:gd name="connsiteY1" fmla="*/ 0 h 5688767"/>
              <a:gd name="connsiteX2" fmla="*/ 12192000 w 12192000"/>
              <a:gd name="connsiteY2" fmla="*/ 5688767 h 5688767"/>
              <a:gd name="connsiteX3" fmla="*/ 0 w 12192000"/>
              <a:gd name="connsiteY3" fmla="*/ 5688767 h 5688767"/>
              <a:gd name="connsiteX4" fmla="*/ 0 w 12192000"/>
              <a:gd name="connsiteY4" fmla="*/ 0 h 5688767"/>
              <a:gd name="connsiteX0" fmla="*/ 0 w 12192000"/>
              <a:gd name="connsiteY0" fmla="*/ 0 h 5961817"/>
              <a:gd name="connsiteX1" fmla="*/ 12192000 w 12192000"/>
              <a:gd name="connsiteY1" fmla="*/ 273050 h 5961817"/>
              <a:gd name="connsiteX2" fmla="*/ 12192000 w 12192000"/>
              <a:gd name="connsiteY2" fmla="*/ 5961817 h 5961817"/>
              <a:gd name="connsiteX3" fmla="*/ 0 w 12192000"/>
              <a:gd name="connsiteY3" fmla="*/ 5961817 h 5961817"/>
              <a:gd name="connsiteX4" fmla="*/ 0 w 12192000"/>
              <a:gd name="connsiteY4" fmla="*/ 0 h 5961817"/>
              <a:gd name="connsiteX0" fmla="*/ 0 w 12192000"/>
              <a:gd name="connsiteY0" fmla="*/ 0 h 5961817"/>
              <a:gd name="connsiteX1" fmla="*/ 12192000 w 12192000"/>
              <a:gd name="connsiteY1" fmla="*/ 273050 h 5961817"/>
              <a:gd name="connsiteX2" fmla="*/ 12192000 w 12192000"/>
              <a:gd name="connsiteY2" fmla="*/ 5961817 h 5961817"/>
              <a:gd name="connsiteX3" fmla="*/ 0 w 12192000"/>
              <a:gd name="connsiteY3" fmla="*/ 5961817 h 5961817"/>
              <a:gd name="connsiteX4" fmla="*/ 0 w 12192000"/>
              <a:gd name="connsiteY4" fmla="*/ 0 h 5961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5961817">
                <a:moveTo>
                  <a:pt x="0" y="0"/>
                </a:moveTo>
                <a:cubicBezTo>
                  <a:pt x="5213350" y="694267"/>
                  <a:pt x="8128000" y="182033"/>
                  <a:pt x="12192000" y="273050"/>
                </a:cubicBezTo>
                <a:lnTo>
                  <a:pt x="12192000" y="5961817"/>
                </a:lnTo>
                <a:lnTo>
                  <a:pt x="0" y="5961817"/>
                </a:lnTo>
                <a:lnTo>
                  <a:pt x="0" y="0"/>
                </a:lnTo>
                <a:close/>
              </a:path>
            </a:pathLst>
          </a:custGeom>
          <a:solidFill>
            <a:schemeClr val="bg2">
              <a:lumMod val="90000"/>
            </a:schemeClr>
          </a:solidFill>
          <a:ln>
            <a:noFill/>
          </a:ln>
        </p:spPr>
        <p:txBody>
          <a:bodyPr anchor="ctr"/>
          <a:lstStyle>
            <a:lvl1pPr marL="0" indent="0" algn="ctr">
              <a:buFont typeface="Arial" panose="020B0604020202020204" pitchFamily="34" charset="0"/>
              <a:buNone/>
              <a:defRPr sz="1800" b="0" i="0">
                <a:solidFill>
                  <a:schemeClr val="accent1">
                    <a:lumMod val="75000"/>
                    <a:lumOff val="25000"/>
                  </a:schemeClr>
                </a:solidFill>
                <a:latin typeface="Tenorite" pitchFamily="2" charset="0"/>
                <a:ea typeface="Verdana" panose="020B0604030504040204" pitchFamily="34" charset="0"/>
                <a:cs typeface="Tenorite" panose="00000500000000000000" pitchFamily="2" charset="0"/>
              </a:defRPr>
            </a:lvl1pPr>
          </a:lstStyle>
          <a:p>
            <a:r>
              <a:rPr lang="en-US"/>
              <a:t>Click to add photo</a:t>
            </a:r>
            <a:br>
              <a:rPr lang="en-US"/>
            </a:br>
            <a:br>
              <a:rPr lang="en-US"/>
            </a:br>
            <a:br>
              <a:rPr lang="en-US"/>
            </a:br>
            <a:endParaRPr lang="en-US"/>
          </a:p>
        </p:txBody>
      </p:sp>
      <p:sp>
        <p:nvSpPr>
          <p:cNvPr id="7" name="Title 1">
            <a:extLst>
              <a:ext uri="{FF2B5EF4-FFF2-40B4-BE49-F238E27FC236}">
                <a16:creationId xmlns:a16="http://schemas.microsoft.com/office/drawing/2014/main" id="{EE853582-20B8-1F46-90A3-E9218083952A}"/>
              </a:ext>
            </a:extLst>
          </p:cNvPr>
          <p:cNvSpPr>
            <a:spLocks noGrp="1"/>
          </p:cNvSpPr>
          <p:nvPr>
            <p:ph type="title" hasCustomPrompt="1"/>
          </p:nvPr>
        </p:nvSpPr>
        <p:spPr>
          <a:xfrm>
            <a:off x="0" y="-1"/>
            <a:ext cx="12192000" cy="1155701"/>
          </a:xfrm>
          <a:prstGeom prst="rect">
            <a:avLst/>
          </a:prstGeom>
          <a:noFill/>
        </p:spPr>
        <p:txBody>
          <a:bodyPr wrap="square" lIns="457200" tIns="274320" rIns="457200" bIns="182880" anchor="ctr">
            <a:noAutofit/>
          </a:bodyPr>
          <a:lstStyle>
            <a:lvl1pPr algn="ctr">
              <a:lnSpc>
                <a:spcPct val="100000"/>
              </a:lnSpc>
              <a:defRPr sz="2800" b="1" i="0" spc="10" baseline="0">
                <a:solidFill>
                  <a:schemeClr val="tx2"/>
                </a:solidFill>
                <a:latin typeface="Tenorite" pitchFamily="2" charset="0"/>
                <a:ea typeface="Verdana" panose="020B0604030504040204" pitchFamily="34" charset="0"/>
                <a:cs typeface="Tenorite" panose="00000500000000000000" pitchFamily="2" charset="0"/>
              </a:defRPr>
            </a:lvl1pPr>
          </a:lstStyle>
          <a:p>
            <a:r>
              <a:rPr lang="en-US"/>
              <a:t>Click to edit </a:t>
            </a:r>
            <a:br>
              <a:rPr lang="en-US"/>
            </a:br>
            <a:r>
              <a:rPr lang="en-US"/>
              <a:t>master title style</a:t>
            </a:r>
          </a:p>
        </p:txBody>
      </p:sp>
    </p:spTree>
    <p:extLst>
      <p:ext uri="{BB962C8B-B14F-4D97-AF65-F5344CB8AC3E}">
        <p14:creationId xmlns:p14="http://schemas.microsoft.com/office/powerpoint/2010/main" val="187004573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cSld name="Call Out with Background Photo 2">
    <p:bg>
      <p:bgPr>
        <a:solidFill>
          <a:schemeClr val="accent1"/>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0" hasCustomPrompt="1"/>
          </p:nvPr>
        </p:nvSpPr>
        <p:spPr>
          <a:xfrm>
            <a:off x="1" y="0"/>
            <a:ext cx="12191999" cy="6857999"/>
          </a:xfrm>
          <a:prstGeom prst="rect">
            <a:avLst/>
          </a:prstGeom>
          <a:noFill/>
          <a:ln>
            <a:noFill/>
          </a:ln>
        </p:spPr>
        <p:txBody>
          <a:bodyPr/>
          <a:lstStyle>
            <a:lvl1pPr>
              <a:defRPr b="0" i="0">
                <a:solidFill>
                  <a:schemeClr val="accent1"/>
                </a:solidFill>
                <a:latin typeface="Tenorite" pitchFamily="2" charset="0"/>
              </a:defRPr>
            </a:lvl1pPr>
          </a:lstStyle>
          <a:p>
            <a:r>
              <a:rPr lang="en-US"/>
              <a:t> </a:t>
            </a:r>
          </a:p>
        </p:txBody>
      </p:sp>
      <p:sp>
        <p:nvSpPr>
          <p:cNvPr id="5" name="Title 1">
            <a:extLst>
              <a:ext uri="{FF2B5EF4-FFF2-40B4-BE49-F238E27FC236}">
                <a16:creationId xmlns:a16="http://schemas.microsoft.com/office/drawing/2014/main" id="{D6C8BE8C-335C-2B9D-595E-93272F5FA12A}"/>
              </a:ext>
            </a:extLst>
          </p:cNvPr>
          <p:cNvSpPr>
            <a:spLocks noGrp="1"/>
          </p:cNvSpPr>
          <p:nvPr>
            <p:ph type="title" hasCustomPrompt="1"/>
          </p:nvPr>
        </p:nvSpPr>
        <p:spPr>
          <a:xfrm>
            <a:off x="777817" y="3803649"/>
            <a:ext cx="10291845" cy="1199823"/>
          </a:xfrm>
          <a:prstGeom prst="rect">
            <a:avLst/>
          </a:prstGeom>
          <a:noFill/>
        </p:spPr>
        <p:txBody>
          <a:bodyPr lIns="0" tIns="0" rIns="0" bIns="0" anchor="b">
            <a:noAutofit/>
          </a:bodyPr>
          <a:lstStyle>
            <a:lvl1pPr>
              <a:lnSpc>
                <a:spcPct val="100000"/>
              </a:lnSpc>
              <a:defRPr sz="3600" b="1" i="0" spc="10" baseline="0">
                <a:solidFill>
                  <a:schemeClr val="bg1"/>
                </a:solidFill>
                <a:latin typeface="Tenorite" pitchFamily="2" charset="0"/>
                <a:ea typeface="Verdana" panose="020B0604030504040204" pitchFamily="34" charset="0"/>
                <a:cs typeface="Tenorite" panose="00000500000000000000" pitchFamily="2" charset="0"/>
              </a:defRPr>
            </a:lvl1pPr>
          </a:lstStyle>
          <a:p>
            <a:r>
              <a:rPr lang="en-US"/>
              <a:t>This layout is designed for a large call outs, quotes and to break up heavy content slides.</a:t>
            </a:r>
          </a:p>
        </p:txBody>
      </p:sp>
      <p:sp>
        <p:nvSpPr>
          <p:cNvPr id="2" name="Text Placeholder 2">
            <a:extLst>
              <a:ext uri="{FF2B5EF4-FFF2-40B4-BE49-F238E27FC236}">
                <a16:creationId xmlns:a16="http://schemas.microsoft.com/office/drawing/2014/main" id="{71CF7466-B6FF-A43D-C86D-16FB6154004D}"/>
              </a:ext>
            </a:extLst>
          </p:cNvPr>
          <p:cNvSpPr>
            <a:spLocks noGrp="1"/>
          </p:cNvSpPr>
          <p:nvPr>
            <p:ph type="body" idx="11" hasCustomPrompt="1"/>
          </p:nvPr>
        </p:nvSpPr>
        <p:spPr>
          <a:xfrm>
            <a:off x="777818" y="5193623"/>
            <a:ext cx="10291844" cy="857251"/>
          </a:xfrm>
          <a:prstGeom prst="rect">
            <a:avLst/>
          </a:prstGeom>
        </p:spPr>
        <p:txBody>
          <a:bodyPr lIns="0"/>
          <a:lstStyle>
            <a:lvl1pPr marL="0" indent="0">
              <a:buNone/>
              <a:defRPr sz="20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here to edit sub-header</a:t>
            </a:r>
          </a:p>
        </p:txBody>
      </p:sp>
    </p:spTree>
    <p:extLst>
      <p:ext uri="{BB962C8B-B14F-4D97-AF65-F5344CB8AC3E}">
        <p14:creationId xmlns:p14="http://schemas.microsoft.com/office/powerpoint/2010/main" val="60396054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cSld name="Full Screen Image">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0" hasCustomPrompt="1"/>
          </p:nvPr>
        </p:nvSpPr>
        <p:spPr>
          <a:xfrm>
            <a:off x="0" y="1"/>
            <a:ext cx="12191999" cy="6857999"/>
          </a:xfrm>
          <a:prstGeom prst="rect">
            <a:avLst/>
          </a:prstGeom>
          <a:noFill/>
          <a:ln>
            <a:noFill/>
          </a:ln>
        </p:spPr>
        <p:txBody>
          <a:bodyPr anchor="ctr"/>
          <a:lstStyle>
            <a:lvl1pPr algn="ctr">
              <a:defRPr b="0" i="0">
                <a:latin typeface="Tenorite" pitchFamily="2" charset="0"/>
              </a:defRPr>
            </a:lvl1pPr>
          </a:lstStyle>
          <a:p>
            <a:r>
              <a:rPr lang="en-US"/>
              <a:t>Click to add full screen photo</a:t>
            </a:r>
            <a:br>
              <a:rPr lang="en-US"/>
            </a:br>
            <a:br>
              <a:rPr lang="en-US"/>
            </a:br>
            <a:br>
              <a:rPr lang="en-US"/>
            </a:br>
            <a:br>
              <a:rPr lang="en-US"/>
            </a:br>
            <a:br>
              <a:rPr lang="en-US"/>
            </a:br>
            <a:br>
              <a:rPr lang="en-US"/>
            </a:br>
            <a:endParaRPr lang="en-US"/>
          </a:p>
        </p:txBody>
      </p:sp>
    </p:spTree>
    <p:extLst>
      <p:ext uri="{BB962C8B-B14F-4D97-AF65-F5344CB8AC3E}">
        <p14:creationId xmlns:p14="http://schemas.microsoft.com/office/powerpoint/2010/main" val="282439547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Agenda/TOC">
    <p:spTree>
      <p:nvGrpSpPr>
        <p:cNvPr id="1" name=""/>
        <p:cNvGrpSpPr/>
        <p:nvPr/>
      </p:nvGrpSpPr>
      <p:grpSpPr>
        <a:xfrm>
          <a:off x="0" y="0"/>
          <a:ext cx="0" cy="0"/>
          <a:chOff x="0" y="0"/>
          <a:chExt cx="0" cy="0"/>
        </a:xfrm>
      </p:grpSpPr>
      <p:sp>
        <p:nvSpPr>
          <p:cNvPr id="60" name="Freeform 59">
            <a:extLst>
              <a:ext uri="{FF2B5EF4-FFF2-40B4-BE49-F238E27FC236}">
                <a16:creationId xmlns:a16="http://schemas.microsoft.com/office/drawing/2014/main" id="{DAC0FA4F-B7EF-E694-6940-7C6F7DD0A80F}"/>
              </a:ext>
            </a:extLst>
          </p:cNvPr>
          <p:cNvSpPr/>
          <p:nvPr userDrawn="1"/>
        </p:nvSpPr>
        <p:spPr>
          <a:xfrm>
            <a:off x="0" y="0"/>
            <a:ext cx="3914778" cy="6858000"/>
          </a:xfrm>
          <a:custGeom>
            <a:avLst/>
            <a:gdLst>
              <a:gd name="connsiteX0" fmla="*/ 0 w 4430091"/>
              <a:gd name="connsiteY0" fmla="*/ 0 h 6858000"/>
              <a:gd name="connsiteX1" fmla="*/ 4385082 w 4430091"/>
              <a:gd name="connsiteY1" fmla="*/ 0 h 6858000"/>
              <a:gd name="connsiteX2" fmla="*/ 4358217 w 4430091"/>
              <a:gd name="connsiteY2" fmla="*/ 330392 h 6858000"/>
              <a:gd name="connsiteX3" fmla="*/ 4347449 w 4430091"/>
              <a:gd name="connsiteY3" fmla="*/ 5699333 h 6858000"/>
              <a:gd name="connsiteX4" fmla="*/ 4347416 w 4430091"/>
              <a:gd name="connsiteY4" fmla="*/ 5699466 h 6858000"/>
              <a:gd name="connsiteX5" fmla="*/ 4430091 w 4430091"/>
              <a:gd name="connsiteY5" fmla="*/ 6858000 h 6858000"/>
              <a:gd name="connsiteX6" fmla="*/ 0 w 443009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30091" h="6858000">
                <a:moveTo>
                  <a:pt x="0" y="0"/>
                </a:moveTo>
                <a:lnTo>
                  <a:pt x="4385082" y="0"/>
                </a:lnTo>
                <a:lnTo>
                  <a:pt x="4358217" y="330392"/>
                </a:lnTo>
                <a:cubicBezTo>
                  <a:pt x="4243516" y="1934552"/>
                  <a:pt x="4202088" y="3567246"/>
                  <a:pt x="4347449" y="5699333"/>
                </a:cubicBezTo>
                <a:lnTo>
                  <a:pt x="4347416" y="5699466"/>
                </a:lnTo>
                <a:lnTo>
                  <a:pt x="4430091" y="6858000"/>
                </a:lnTo>
                <a:lnTo>
                  <a:pt x="0" y="6858000"/>
                </a:lnTo>
                <a:close/>
              </a:path>
            </a:pathLst>
          </a:cu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Title 1">
            <a:extLst>
              <a:ext uri="{FF2B5EF4-FFF2-40B4-BE49-F238E27FC236}">
                <a16:creationId xmlns:a16="http://schemas.microsoft.com/office/drawing/2014/main" id="{7DCFB9B8-E8D2-960D-CAE0-18BF2232545F}"/>
              </a:ext>
            </a:extLst>
          </p:cNvPr>
          <p:cNvSpPr>
            <a:spLocks noGrp="1"/>
          </p:cNvSpPr>
          <p:nvPr>
            <p:ph type="title" hasCustomPrompt="1"/>
          </p:nvPr>
        </p:nvSpPr>
        <p:spPr>
          <a:xfrm>
            <a:off x="459536" y="3091168"/>
            <a:ext cx="2764383" cy="2282449"/>
          </a:xfrm>
          <a:prstGeom prst="rect">
            <a:avLst/>
          </a:prstGeom>
        </p:spPr>
        <p:txBody>
          <a:bodyPr lIns="0" tIns="0" rIns="0" bIns="0" anchor="t"/>
          <a:lstStyle>
            <a:lvl1pPr>
              <a:lnSpc>
                <a:spcPct val="100000"/>
              </a:lnSpc>
              <a:defRPr sz="2800" b="1" i="0" spc="-20" baseline="0">
                <a:solidFill>
                  <a:schemeClr val="bg1"/>
                </a:solidFill>
                <a:latin typeface="Tenorite" pitchFamily="2" charset="0"/>
              </a:defRPr>
            </a:lvl1pPr>
          </a:lstStyle>
          <a:p>
            <a:r>
              <a:rPr lang="en-US"/>
              <a:t>Table of contents</a:t>
            </a:r>
          </a:p>
        </p:txBody>
      </p:sp>
      <p:sp>
        <p:nvSpPr>
          <p:cNvPr id="11" name="Text Placeholder 3">
            <a:extLst>
              <a:ext uri="{FF2B5EF4-FFF2-40B4-BE49-F238E27FC236}">
                <a16:creationId xmlns:a16="http://schemas.microsoft.com/office/drawing/2014/main" id="{473B7C31-7688-E4E5-7E33-45D37F3D9D83}"/>
              </a:ext>
            </a:extLst>
          </p:cNvPr>
          <p:cNvSpPr>
            <a:spLocks noGrp="1"/>
          </p:cNvSpPr>
          <p:nvPr>
            <p:ph type="body" sz="quarter" idx="15" hasCustomPrompt="1"/>
          </p:nvPr>
        </p:nvSpPr>
        <p:spPr>
          <a:xfrm>
            <a:off x="4147230" y="598715"/>
            <a:ext cx="7512432" cy="649514"/>
          </a:xfrm>
          <a:prstGeom prst="rect">
            <a:avLst/>
          </a:prstGeom>
        </p:spPr>
        <p:txBody>
          <a:bodyPr lIns="0" tIns="45720" rIns="0">
            <a:noAutofit/>
          </a:bodyPr>
          <a:lstStyle>
            <a:lvl1pPr marL="0" indent="0">
              <a:lnSpc>
                <a:spcPct val="100000"/>
              </a:lnSpc>
              <a:buClrTx/>
              <a:buFont typeface="Arial" panose="020B0604020202020204" pitchFamily="34" charset="0"/>
              <a:buNone/>
              <a:tabLst/>
              <a:defRPr sz="1800" b="0" i="0">
                <a:solidFill>
                  <a:schemeClr val="accent1"/>
                </a:solidFill>
                <a:latin typeface="Tenorite" pitchFamily="2" charset="0"/>
              </a:defRPr>
            </a:lvl1pPr>
            <a:lvl2pPr marL="346075" indent="-171450">
              <a:lnSpc>
                <a:spcPct val="100000"/>
              </a:lnSpc>
              <a:spcBef>
                <a:spcPts val="400"/>
              </a:spcBef>
              <a:buClrTx/>
              <a:buFont typeface="Arial" panose="020B0604020202020204" pitchFamily="34" charset="0"/>
              <a:buChar char="•"/>
              <a:tabLst/>
              <a:defRPr sz="1400" b="1" i="0">
                <a:solidFill>
                  <a:schemeClr val="accent1"/>
                </a:solidFill>
                <a:latin typeface="Tenorite" pitchFamily="2" charset="0"/>
              </a:defRPr>
            </a:lvl2pPr>
            <a:lvl3pPr marL="573088" indent="-168275">
              <a:lnSpc>
                <a:spcPct val="100000"/>
              </a:lnSpc>
              <a:buClrTx/>
              <a:buFont typeface="Arial" panose="020B0604020202020204" pitchFamily="34" charset="0"/>
              <a:buChar char="•"/>
              <a:tabLst/>
              <a:defRPr sz="1600" b="0" i="0">
                <a:solidFill>
                  <a:schemeClr val="accent1"/>
                </a:solidFill>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Section 1 placeholder</a:t>
            </a:r>
          </a:p>
          <a:p>
            <a:pPr lvl="1"/>
            <a:r>
              <a:rPr lang="en-US"/>
              <a:t>Second level</a:t>
            </a:r>
          </a:p>
        </p:txBody>
      </p:sp>
      <p:grpSp>
        <p:nvGrpSpPr>
          <p:cNvPr id="12" name="Graphic 23">
            <a:extLst>
              <a:ext uri="{FF2B5EF4-FFF2-40B4-BE49-F238E27FC236}">
                <a16:creationId xmlns:a16="http://schemas.microsoft.com/office/drawing/2014/main" id="{B9875B3D-2D6F-D646-65FA-E1518D25D6D2}"/>
              </a:ext>
            </a:extLst>
          </p:cNvPr>
          <p:cNvGrpSpPr/>
          <p:nvPr userDrawn="1"/>
        </p:nvGrpSpPr>
        <p:grpSpPr>
          <a:xfrm>
            <a:off x="459536" y="2274831"/>
            <a:ext cx="610507" cy="610506"/>
            <a:chOff x="1885950" y="1417955"/>
            <a:chExt cx="508000" cy="507999"/>
          </a:xfrm>
        </p:grpSpPr>
        <p:sp>
          <p:nvSpPr>
            <p:cNvPr id="13" name="Freeform: Shape 1046">
              <a:extLst>
                <a:ext uri="{FF2B5EF4-FFF2-40B4-BE49-F238E27FC236}">
                  <a16:creationId xmlns:a16="http://schemas.microsoft.com/office/drawing/2014/main" id="{FD9A9943-10B1-FD24-3F59-47ED3154CC7E}"/>
                </a:ext>
              </a:extLst>
            </p:cNvPr>
            <p:cNvSpPr/>
            <p:nvPr/>
          </p:nvSpPr>
          <p:spPr>
            <a:xfrm>
              <a:off x="1885950" y="1477517"/>
              <a:ext cx="387985" cy="448436"/>
            </a:xfrm>
            <a:custGeom>
              <a:avLst/>
              <a:gdLst>
                <a:gd name="connsiteX0" fmla="*/ 387921 w 387985"/>
                <a:gd name="connsiteY0" fmla="*/ 119063 h 448436"/>
                <a:gd name="connsiteX1" fmla="*/ 387921 w 387985"/>
                <a:gd name="connsiteY1" fmla="*/ 433578 h 448436"/>
                <a:gd name="connsiteX2" fmla="*/ 373063 w 387985"/>
                <a:gd name="connsiteY2" fmla="*/ 448437 h 448436"/>
                <a:gd name="connsiteX3" fmla="*/ 14859 w 387985"/>
                <a:gd name="connsiteY3" fmla="*/ 448437 h 448436"/>
                <a:gd name="connsiteX4" fmla="*/ 0 w 387985"/>
                <a:gd name="connsiteY4" fmla="*/ 433578 h 448436"/>
                <a:gd name="connsiteX5" fmla="*/ 0 w 387985"/>
                <a:gd name="connsiteY5" fmla="*/ 14859 h 448436"/>
                <a:gd name="connsiteX6" fmla="*/ 14859 w 387985"/>
                <a:gd name="connsiteY6" fmla="*/ 0 h 448436"/>
                <a:gd name="connsiteX7" fmla="*/ 60515 w 387985"/>
                <a:gd name="connsiteY7" fmla="*/ 0 h 448436"/>
                <a:gd name="connsiteX8" fmla="*/ 90297 w 387985"/>
                <a:gd name="connsiteY8" fmla="*/ 119063 h 448436"/>
                <a:gd name="connsiteX9" fmla="*/ 387985 w 387985"/>
                <a:gd name="connsiteY9" fmla="*/ 119063 h 44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7985" h="448436">
                  <a:moveTo>
                    <a:pt x="387921" y="119063"/>
                  </a:moveTo>
                  <a:lnTo>
                    <a:pt x="387921" y="433578"/>
                  </a:lnTo>
                  <a:cubicBezTo>
                    <a:pt x="387921" y="441896"/>
                    <a:pt x="381381" y="448437"/>
                    <a:pt x="373063" y="448437"/>
                  </a:cubicBezTo>
                  <a:lnTo>
                    <a:pt x="14859" y="448437"/>
                  </a:lnTo>
                  <a:cubicBezTo>
                    <a:pt x="6540" y="448437"/>
                    <a:pt x="0" y="441896"/>
                    <a:pt x="0" y="433578"/>
                  </a:cubicBezTo>
                  <a:lnTo>
                    <a:pt x="0" y="14859"/>
                  </a:lnTo>
                  <a:cubicBezTo>
                    <a:pt x="0" y="6541"/>
                    <a:pt x="6540" y="0"/>
                    <a:pt x="14859" y="0"/>
                  </a:cubicBezTo>
                  <a:lnTo>
                    <a:pt x="60515" y="0"/>
                  </a:lnTo>
                  <a:lnTo>
                    <a:pt x="90297" y="119063"/>
                  </a:lnTo>
                  <a:lnTo>
                    <a:pt x="387985" y="119063"/>
                  </a:lnTo>
                  <a:close/>
                </a:path>
              </a:pathLst>
            </a:custGeom>
            <a:solidFill>
              <a:srgbClr val="DA3E76"/>
            </a:solidFill>
            <a:ln w="6350" cap="flat">
              <a:noFill/>
              <a:prstDash val="solid"/>
              <a:miter/>
            </a:ln>
          </p:spPr>
          <p:txBody>
            <a:bodyPr rtlCol="0" anchor="ctr"/>
            <a:lstStyle/>
            <a:p>
              <a:endParaRPr lang="en-IN"/>
            </a:p>
          </p:txBody>
        </p:sp>
        <p:sp>
          <p:nvSpPr>
            <p:cNvPr id="14" name="Freeform: Shape 1047">
              <a:extLst>
                <a:ext uri="{FF2B5EF4-FFF2-40B4-BE49-F238E27FC236}">
                  <a16:creationId xmlns:a16="http://schemas.microsoft.com/office/drawing/2014/main" id="{0259B9F1-20CD-AE6A-16C7-7E369AA88C31}"/>
                </a:ext>
              </a:extLst>
            </p:cNvPr>
            <p:cNvSpPr/>
            <p:nvPr/>
          </p:nvSpPr>
          <p:spPr>
            <a:xfrm>
              <a:off x="2139950" y="1596516"/>
              <a:ext cx="133921" cy="329437"/>
            </a:xfrm>
            <a:custGeom>
              <a:avLst/>
              <a:gdLst>
                <a:gd name="connsiteX0" fmla="*/ 133921 w 133921"/>
                <a:gd name="connsiteY0" fmla="*/ 63 h 329437"/>
                <a:gd name="connsiteX1" fmla="*/ 133921 w 133921"/>
                <a:gd name="connsiteY1" fmla="*/ 314579 h 329437"/>
                <a:gd name="connsiteX2" fmla="*/ 119063 w 133921"/>
                <a:gd name="connsiteY2" fmla="*/ 329438 h 329437"/>
                <a:gd name="connsiteX3" fmla="*/ 0 w 133921"/>
                <a:gd name="connsiteY3" fmla="*/ 329438 h 329437"/>
                <a:gd name="connsiteX4" fmla="*/ 0 w 133921"/>
                <a:gd name="connsiteY4" fmla="*/ 0 h 329437"/>
                <a:gd name="connsiteX5" fmla="*/ 133921 w 133921"/>
                <a:gd name="connsiteY5" fmla="*/ 0 h 329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921" h="329437">
                  <a:moveTo>
                    <a:pt x="133921" y="63"/>
                  </a:moveTo>
                  <a:lnTo>
                    <a:pt x="133921" y="314579"/>
                  </a:lnTo>
                  <a:cubicBezTo>
                    <a:pt x="133921" y="322897"/>
                    <a:pt x="127381" y="329438"/>
                    <a:pt x="119063" y="329438"/>
                  </a:cubicBezTo>
                  <a:lnTo>
                    <a:pt x="0" y="329438"/>
                  </a:lnTo>
                  <a:lnTo>
                    <a:pt x="0" y="0"/>
                  </a:lnTo>
                  <a:lnTo>
                    <a:pt x="133921" y="0"/>
                  </a:lnTo>
                  <a:close/>
                </a:path>
              </a:pathLst>
            </a:custGeom>
            <a:solidFill>
              <a:srgbClr val="CA1C68"/>
            </a:solidFill>
            <a:ln w="6350" cap="flat">
              <a:noFill/>
              <a:prstDash val="solid"/>
              <a:miter/>
            </a:ln>
          </p:spPr>
          <p:txBody>
            <a:bodyPr rtlCol="0" anchor="ctr"/>
            <a:lstStyle/>
            <a:p>
              <a:endParaRPr lang="en-IN"/>
            </a:p>
          </p:txBody>
        </p:sp>
        <p:sp>
          <p:nvSpPr>
            <p:cNvPr id="15" name="Freeform: Shape 1048">
              <a:extLst>
                <a:ext uri="{FF2B5EF4-FFF2-40B4-BE49-F238E27FC236}">
                  <a16:creationId xmlns:a16="http://schemas.microsoft.com/office/drawing/2014/main" id="{A16A157F-76F8-7527-25C8-A2BDC68F2AC2}"/>
                </a:ext>
              </a:extLst>
            </p:cNvPr>
            <p:cNvSpPr/>
            <p:nvPr/>
          </p:nvSpPr>
          <p:spPr>
            <a:xfrm>
              <a:off x="1946529" y="1462658"/>
              <a:ext cx="386905" cy="402780"/>
            </a:xfrm>
            <a:custGeom>
              <a:avLst/>
              <a:gdLst>
                <a:gd name="connsiteX0" fmla="*/ 386905 w 386905"/>
                <a:gd name="connsiteY0" fmla="*/ 29718 h 402780"/>
                <a:gd name="connsiteX1" fmla="*/ 386905 w 386905"/>
                <a:gd name="connsiteY1" fmla="*/ 372999 h 402780"/>
                <a:gd name="connsiteX2" fmla="*/ 112776 w 386905"/>
                <a:gd name="connsiteY2" fmla="*/ 372999 h 402780"/>
                <a:gd name="connsiteX3" fmla="*/ 44640 w 386905"/>
                <a:gd name="connsiteY3" fmla="*/ 402780 h 402780"/>
                <a:gd name="connsiteX4" fmla="*/ 0 w 386905"/>
                <a:gd name="connsiteY4" fmla="*/ 358140 h 402780"/>
                <a:gd name="connsiteX5" fmla="*/ 0 w 386905"/>
                <a:gd name="connsiteY5" fmla="*/ 14859 h 402780"/>
                <a:gd name="connsiteX6" fmla="*/ 18732 w 386905"/>
                <a:gd name="connsiteY6" fmla="*/ 0 h 402780"/>
                <a:gd name="connsiteX7" fmla="*/ 29718 w 386905"/>
                <a:gd name="connsiteY7" fmla="*/ 14859 h 402780"/>
                <a:gd name="connsiteX8" fmla="*/ 118999 w 386905"/>
                <a:gd name="connsiteY8" fmla="*/ 14859 h 402780"/>
                <a:gd name="connsiteX9" fmla="*/ 133858 w 386905"/>
                <a:gd name="connsiteY9" fmla="*/ 0 h 402780"/>
                <a:gd name="connsiteX10" fmla="*/ 148717 w 386905"/>
                <a:gd name="connsiteY10" fmla="*/ 14859 h 402780"/>
                <a:gd name="connsiteX11" fmla="*/ 237998 w 386905"/>
                <a:gd name="connsiteY11" fmla="*/ 14859 h 402780"/>
                <a:gd name="connsiteX12" fmla="*/ 252857 w 386905"/>
                <a:gd name="connsiteY12" fmla="*/ 0 h 402780"/>
                <a:gd name="connsiteX13" fmla="*/ 267716 w 386905"/>
                <a:gd name="connsiteY13" fmla="*/ 14859 h 402780"/>
                <a:gd name="connsiteX14" fmla="*/ 371919 w 386905"/>
                <a:gd name="connsiteY14" fmla="*/ 14859 h 402780"/>
                <a:gd name="connsiteX15" fmla="*/ 386779 w 386905"/>
                <a:gd name="connsiteY15" fmla="*/ 29718 h 402780"/>
                <a:gd name="connsiteX16" fmla="*/ 386779 w 386905"/>
                <a:gd name="connsiteY16" fmla="*/ 29718 h 402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6905" h="402780">
                  <a:moveTo>
                    <a:pt x="386905" y="29718"/>
                  </a:moveTo>
                  <a:lnTo>
                    <a:pt x="386905" y="372999"/>
                  </a:lnTo>
                  <a:lnTo>
                    <a:pt x="112776" y="372999"/>
                  </a:lnTo>
                  <a:cubicBezTo>
                    <a:pt x="98806" y="390271"/>
                    <a:pt x="63944" y="402780"/>
                    <a:pt x="44640" y="402780"/>
                  </a:cubicBezTo>
                  <a:cubicBezTo>
                    <a:pt x="20510" y="402780"/>
                    <a:pt x="0" y="382842"/>
                    <a:pt x="0" y="358140"/>
                  </a:cubicBezTo>
                  <a:lnTo>
                    <a:pt x="0" y="14859"/>
                  </a:lnTo>
                  <a:lnTo>
                    <a:pt x="18732" y="0"/>
                  </a:lnTo>
                  <a:lnTo>
                    <a:pt x="29718" y="14859"/>
                  </a:lnTo>
                  <a:lnTo>
                    <a:pt x="118999" y="14859"/>
                  </a:lnTo>
                  <a:lnTo>
                    <a:pt x="133858" y="0"/>
                  </a:lnTo>
                  <a:lnTo>
                    <a:pt x="148717" y="14859"/>
                  </a:lnTo>
                  <a:lnTo>
                    <a:pt x="237998" y="14859"/>
                  </a:lnTo>
                  <a:lnTo>
                    <a:pt x="252857" y="0"/>
                  </a:lnTo>
                  <a:lnTo>
                    <a:pt x="267716" y="14859"/>
                  </a:lnTo>
                  <a:lnTo>
                    <a:pt x="371919" y="14859"/>
                  </a:lnTo>
                  <a:cubicBezTo>
                    <a:pt x="380238" y="14859"/>
                    <a:pt x="386779" y="21400"/>
                    <a:pt x="386779" y="29718"/>
                  </a:cubicBezTo>
                  <a:lnTo>
                    <a:pt x="386779" y="29718"/>
                  </a:lnTo>
                  <a:close/>
                </a:path>
              </a:pathLst>
            </a:custGeom>
            <a:solidFill>
              <a:srgbClr val="F4ADB9"/>
            </a:solidFill>
            <a:ln w="6350" cap="flat">
              <a:noFill/>
              <a:prstDash val="solid"/>
              <a:miter/>
            </a:ln>
          </p:spPr>
          <p:txBody>
            <a:bodyPr rtlCol="0" anchor="ctr"/>
            <a:lstStyle/>
            <a:p>
              <a:endParaRPr lang="en-IN"/>
            </a:p>
          </p:txBody>
        </p:sp>
        <p:sp>
          <p:nvSpPr>
            <p:cNvPr id="16" name="Freeform: Shape 1049">
              <a:extLst>
                <a:ext uri="{FF2B5EF4-FFF2-40B4-BE49-F238E27FC236}">
                  <a16:creationId xmlns:a16="http://schemas.microsoft.com/office/drawing/2014/main" id="{B19FFE2C-A692-283C-9183-9CF189A9E99F}"/>
                </a:ext>
              </a:extLst>
            </p:cNvPr>
            <p:cNvSpPr/>
            <p:nvPr/>
          </p:nvSpPr>
          <p:spPr>
            <a:xfrm>
              <a:off x="2005965" y="1536991"/>
              <a:ext cx="89334" cy="89306"/>
            </a:xfrm>
            <a:custGeom>
              <a:avLst/>
              <a:gdLst>
                <a:gd name="connsiteX0" fmla="*/ 44704 w 89334"/>
                <a:gd name="connsiteY0" fmla="*/ 89307 h 89306"/>
                <a:gd name="connsiteX1" fmla="*/ 34163 w 89334"/>
                <a:gd name="connsiteY1" fmla="*/ 84925 h 89306"/>
                <a:gd name="connsiteX2" fmla="*/ 4381 w 89334"/>
                <a:gd name="connsiteY2" fmla="*/ 55144 h 89306"/>
                <a:gd name="connsiteX3" fmla="*/ 4381 w 89334"/>
                <a:gd name="connsiteY3" fmla="*/ 34125 h 89306"/>
                <a:gd name="connsiteX4" fmla="*/ 25400 w 89334"/>
                <a:gd name="connsiteY4" fmla="*/ 34125 h 89306"/>
                <a:gd name="connsiteX5" fmla="*/ 40576 w 89334"/>
                <a:gd name="connsiteY5" fmla="*/ 49302 h 89306"/>
                <a:gd name="connsiteX6" fmla="*/ 61087 w 89334"/>
                <a:gd name="connsiteY6" fmla="*/ 8217 h 89306"/>
                <a:gd name="connsiteX7" fmla="*/ 81090 w 89334"/>
                <a:gd name="connsiteY7" fmla="*/ 1550 h 89306"/>
                <a:gd name="connsiteX8" fmla="*/ 87757 w 89334"/>
                <a:gd name="connsiteY8" fmla="*/ 21489 h 89306"/>
                <a:gd name="connsiteX9" fmla="*/ 57975 w 89334"/>
                <a:gd name="connsiteY9" fmla="*/ 81052 h 89306"/>
                <a:gd name="connsiteX10" fmla="*/ 47053 w 89334"/>
                <a:gd name="connsiteY10" fmla="*/ 89116 h 89306"/>
                <a:gd name="connsiteX11" fmla="*/ 44640 w 89334"/>
                <a:gd name="connsiteY11" fmla="*/ 89307 h 89306"/>
                <a:gd name="connsiteX12" fmla="*/ 44640 w 89334"/>
                <a:gd name="connsiteY12" fmla="*/ 89307 h 89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9334" h="89306">
                  <a:moveTo>
                    <a:pt x="44704" y="89307"/>
                  </a:moveTo>
                  <a:cubicBezTo>
                    <a:pt x="40767" y="89307"/>
                    <a:pt x="36957" y="87783"/>
                    <a:pt x="34163" y="84925"/>
                  </a:cubicBezTo>
                  <a:lnTo>
                    <a:pt x="4381" y="55144"/>
                  </a:lnTo>
                  <a:cubicBezTo>
                    <a:pt x="-1460" y="49302"/>
                    <a:pt x="-1460" y="39904"/>
                    <a:pt x="4381" y="34125"/>
                  </a:cubicBezTo>
                  <a:cubicBezTo>
                    <a:pt x="10224" y="28283"/>
                    <a:pt x="19621" y="28283"/>
                    <a:pt x="25400" y="34125"/>
                  </a:cubicBezTo>
                  <a:lnTo>
                    <a:pt x="40576" y="49302"/>
                  </a:lnTo>
                  <a:lnTo>
                    <a:pt x="61087" y="8217"/>
                  </a:lnTo>
                  <a:cubicBezTo>
                    <a:pt x="64770" y="851"/>
                    <a:pt x="73660" y="-2070"/>
                    <a:pt x="81090" y="1550"/>
                  </a:cubicBezTo>
                  <a:cubicBezTo>
                    <a:pt x="88455" y="5233"/>
                    <a:pt x="91440" y="14186"/>
                    <a:pt x="87757" y="21489"/>
                  </a:cubicBezTo>
                  <a:lnTo>
                    <a:pt x="57975" y="81052"/>
                  </a:lnTo>
                  <a:cubicBezTo>
                    <a:pt x="55816" y="85306"/>
                    <a:pt x="51752" y="88291"/>
                    <a:pt x="47053" y="89116"/>
                  </a:cubicBezTo>
                  <a:cubicBezTo>
                    <a:pt x="46228" y="89243"/>
                    <a:pt x="45466" y="89307"/>
                    <a:pt x="44640" y="89307"/>
                  </a:cubicBezTo>
                  <a:lnTo>
                    <a:pt x="44640" y="89307"/>
                  </a:lnTo>
                  <a:close/>
                </a:path>
              </a:pathLst>
            </a:custGeom>
            <a:solidFill>
              <a:srgbClr val="DA3E76"/>
            </a:solidFill>
            <a:ln w="6350" cap="flat">
              <a:noFill/>
              <a:prstDash val="solid"/>
              <a:miter/>
            </a:ln>
          </p:spPr>
          <p:txBody>
            <a:bodyPr rtlCol="0" anchor="ctr"/>
            <a:lstStyle/>
            <a:p>
              <a:endParaRPr lang="en-IN"/>
            </a:p>
          </p:txBody>
        </p:sp>
        <p:sp>
          <p:nvSpPr>
            <p:cNvPr id="17" name="Freeform: Shape 1050">
              <a:extLst>
                <a:ext uri="{FF2B5EF4-FFF2-40B4-BE49-F238E27FC236}">
                  <a16:creationId xmlns:a16="http://schemas.microsoft.com/office/drawing/2014/main" id="{DDF04B46-2231-02DA-86BA-906CC5006D35}"/>
                </a:ext>
              </a:extLst>
            </p:cNvPr>
            <p:cNvSpPr/>
            <p:nvPr/>
          </p:nvSpPr>
          <p:spPr>
            <a:xfrm>
              <a:off x="2005965" y="1656054"/>
              <a:ext cx="89334" cy="89306"/>
            </a:xfrm>
            <a:custGeom>
              <a:avLst/>
              <a:gdLst>
                <a:gd name="connsiteX0" fmla="*/ 44704 w 89334"/>
                <a:gd name="connsiteY0" fmla="*/ 89307 h 89306"/>
                <a:gd name="connsiteX1" fmla="*/ 34163 w 89334"/>
                <a:gd name="connsiteY1" fmla="*/ 84925 h 89306"/>
                <a:gd name="connsiteX2" fmla="*/ 4381 w 89334"/>
                <a:gd name="connsiteY2" fmla="*/ 55144 h 89306"/>
                <a:gd name="connsiteX3" fmla="*/ 4381 w 89334"/>
                <a:gd name="connsiteY3" fmla="*/ 34125 h 89306"/>
                <a:gd name="connsiteX4" fmla="*/ 25400 w 89334"/>
                <a:gd name="connsiteY4" fmla="*/ 34125 h 89306"/>
                <a:gd name="connsiteX5" fmla="*/ 40576 w 89334"/>
                <a:gd name="connsiteY5" fmla="*/ 49302 h 89306"/>
                <a:gd name="connsiteX6" fmla="*/ 61087 w 89334"/>
                <a:gd name="connsiteY6" fmla="*/ 8217 h 89306"/>
                <a:gd name="connsiteX7" fmla="*/ 81090 w 89334"/>
                <a:gd name="connsiteY7" fmla="*/ 1550 h 89306"/>
                <a:gd name="connsiteX8" fmla="*/ 87757 w 89334"/>
                <a:gd name="connsiteY8" fmla="*/ 21489 h 89306"/>
                <a:gd name="connsiteX9" fmla="*/ 57975 w 89334"/>
                <a:gd name="connsiteY9" fmla="*/ 81052 h 89306"/>
                <a:gd name="connsiteX10" fmla="*/ 47053 w 89334"/>
                <a:gd name="connsiteY10" fmla="*/ 89116 h 89306"/>
                <a:gd name="connsiteX11" fmla="*/ 44640 w 89334"/>
                <a:gd name="connsiteY11" fmla="*/ 89307 h 89306"/>
                <a:gd name="connsiteX12" fmla="*/ 44640 w 89334"/>
                <a:gd name="connsiteY12" fmla="*/ 89307 h 89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9334" h="89306">
                  <a:moveTo>
                    <a:pt x="44704" y="89307"/>
                  </a:moveTo>
                  <a:cubicBezTo>
                    <a:pt x="40767" y="89307"/>
                    <a:pt x="36957" y="87783"/>
                    <a:pt x="34163" y="84925"/>
                  </a:cubicBezTo>
                  <a:lnTo>
                    <a:pt x="4381" y="55144"/>
                  </a:lnTo>
                  <a:cubicBezTo>
                    <a:pt x="-1460" y="49302"/>
                    <a:pt x="-1460" y="39904"/>
                    <a:pt x="4381" y="34125"/>
                  </a:cubicBezTo>
                  <a:cubicBezTo>
                    <a:pt x="10224" y="28283"/>
                    <a:pt x="19621" y="28283"/>
                    <a:pt x="25400" y="34125"/>
                  </a:cubicBezTo>
                  <a:lnTo>
                    <a:pt x="40576" y="49302"/>
                  </a:lnTo>
                  <a:lnTo>
                    <a:pt x="61087" y="8217"/>
                  </a:lnTo>
                  <a:cubicBezTo>
                    <a:pt x="64770" y="851"/>
                    <a:pt x="73660" y="-2070"/>
                    <a:pt x="81090" y="1550"/>
                  </a:cubicBezTo>
                  <a:cubicBezTo>
                    <a:pt x="88455" y="5233"/>
                    <a:pt x="91440" y="14186"/>
                    <a:pt x="87757" y="21489"/>
                  </a:cubicBezTo>
                  <a:lnTo>
                    <a:pt x="57975" y="81052"/>
                  </a:lnTo>
                  <a:cubicBezTo>
                    <a:pt x="55816" y="85306"/>
                    <a:pt x="51752" y="88291"/>
                    <a:pt x="47053" y="89116"/>
                  </a:cubicBezTo>
                  <a:cubicBezTo>
                    <a:pt x="46228" y="89243"/>
                    <a:pt x="45466" y="89307"/>
                    <a:pt x="44640" y="89307"/>
                  </a:cubicBezTo>
                  <a:lnTo>
                    <a:pt x="44640" y="89307"/>
                  </a:lnTo>
                  <a:close/>
                </a:path>
              </a:pathLst>
            </a:custGeom>
            <a:solidFill>
              <a:srgbClr val="DA3E76"/>
            </a:solidFill>
            <a:ln w="6350" cap="flat">
              <a:noFill/>
              <a:prstDash val="solid"/>
              <a:miter/>
            </a:ln>
          </p:spPr>
          <p:txBody>
            <a:bodyPr rtlCol="0" anchor="ctr"/>
            <a:lstStyle/>
            <a:p>
              <a:endParaRPr lang="en-IN"/>
            </a:p>
          </p:txBody>
        </p:sp>
        <p:sp>
          <p:nvSpPr>
            <p:cNvPr id="18" name="Freeform: Shape 1051">
              <a:extLst>
                <a:ext uri="{FF2B5EF4-FFF2-40B4-BE49-F238E27FC236}">
                  <a16:creationId xmlns:a16="http://schemas.microsoft.com/office/drawing/2014/main" id="{CE386DF8-2D25-B36A-772E-E483449C3AD9}"/>
                </a:ext>
              </a:extLst>
            </p:cNvPr>
            <p:cNvSpPr/>
            <p:nvPr/>
          </p:nvSpPr>
          <p:spPr>
            <a:xfrm>
              <a:off x="2125091" y="1566799"/>
              <a:ext cx="148780" cy="29717"/>
            </a:xfrm>
            <a:custGeom>
              <a:avLst/>
              <a:gdLst>
                <a:gd name="connsiteX0" fmla="*/ 148780 w 148780"/>
                <a:gd name="connsiteY0" fmla="*/ 14859 h 29717"/>
                <a:gd name="connsiteX1" fmla="*/ 133921 w 148780"/>
                <a:gd name="connsiteY1" fmla="*/ 29718 h 29717"/>
                <a:gd name="connsiteX2" fmla="*/ 14859 w 148780"/>
                <a:gd name="connsiteY2" fmla="*/ 29718 h 29717"/>
                <a:gd name="connsiteX3" fmla="*/ 0 w 148780"/>
                <a:gd name="connsiteY3" fmla="*/ 14859 h 29717"/>
                <a:gd name="connsiteX4" fmla="*/ 14859 w 148780"/>
                <a:gd name="connsiteY4" fmla="*/ 0 h 29717"/>
                <a:gd name="connsiteX5" fmla="*/ 133921 w 148780"/>
                <a:gd name="connsiteY5" fmla="*/ 0 h 29717"/>
                <a:gd name="connsiteX6" fmla="*/ 148780 w 148780"/>
                <a:gd name="connsiteY6" fmla="*/ 14859 h 29717"/>
                <a:gd name="connsiteX7" fmla="*/ 148780 w 148780"/>
                <a:gd name="connsiteY7" fmla="*/ 14859 h 29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8780" h="29717">
                  <a:moveTo>
                    <a:pt x="148780" y="14859"/>
                  </a:moveTo>
                  <a:cubicBezTo>
                    <a:pt x="148780" y="23177"/>
                    <a:pt x="142240" y="29718"/>
                    <a:pt x="133921" y="29718"/>
                  </a:cubicBezTo>
                  <a:lnTo>
                    <a:pt x="14859" y="29718"/>
                  </a:lnTo>
                  <a:cubicBezTo>
                    <a:pt x="6540" y="29718"/>
                    <a:pt x="0" y="23177"/>
                    <a:pt x="0" y="14859"/>
                  </a:cubicBezTo>
                  <a:cubicBezTo>
                    <a:pt x="0" y="6540"/>
                    <a:pt x="6540" y="0"/>
                    <a:pt x="14859" y="0"/>
                  </a:cubicBezTo>
                  <a:lnTo>
                    <a:pt x="133921" y="0"/>
                  </a:lnTo>
                  <a:cubicBezTo>
                    <a:pt x="142240" y="0"/>
                    <a:pt x="148780" y="6540"/>
                    <a:pt x="148780" y="14859"/>
                  </a:cubicBezTo>
                  <a:lnTo>
                    <a:pt x="148780" y="14859"/>
                  </a:lnTo>
                  <a:close/>
                </a:path>
              </a:pathLst>
            </a:custGeom>
            <a:solidFill>
              <a:srgbClr val="DA3E76"/>
            </a:solidFill>
            <a:ln w="6350" cap="flat">
              <a:noFill/>
              <a:prstDash val="solid"/>
              <a:miter/>
            </a:ln>
          </p:spPr>
          <p:txBody>
            <a:bodyPr rtlCol="0" anchor="ctr"/>
            <a:lstStyle/>
            <a:p>
              <a:endParaRPr lang="en-IN"/>
            </a:p>
          </p:txBody>
        </p:sp>
        <p:sp>
          <p:nvSpPr>
            <p:cNvPr id="19" name="Freeform: Shape 1052">
              <a:extLst>
                <a:ext uri="{FF2B5EF4-FFF2-40B4-BE49-F238E27FC236}">
                  <a16:creationId xmlns:a16="http://schemas.microsoft.com/office/drawing/2014/main" id="{5C012A18-110E-AA7A-A6B2-689B2C095921}"/>
                </a:ext>
              </a:extLst>
            </p:cNvPr>
            <p:cNvSpPr/>
            <p:nvPr/>
          </p:nvSpPr>
          <p:spPr>
            <a:xfrm>
              <a:off x="2125091" y="1626361"/>
              <a:ext cx="148780" cy="29717"/>
            </a:xfrm>
            <a:custGeom>
              <a:avLst/>
              <a:gdLst>
                <a:gd name="connsiteX0" fmla="*/ 148780 w 148780"/>
                <a:gd name="connsiteY0" fmla="*/ 14859 h 29717"/>
                <a:gd name="connsiteX1" fmla="*/ 133921 w 148780"/>
                <a:gd name="connsiteY1" fmla="*/ 29718 h 29717"/>
                <a:gd name="connsiteX2" fmla="*/ 14859 w 148780"/>
                <a:gd name="connsiteY2" fmla="*/ 29718 h 29717"/>
                <a:gd name="connsiteX3" fmla="*/ 0 w 148780"/>
                <a:gd name="connsiteY3" fmla="*/ 14859 h 29717"/>
                <a:gd name="connsiteX4" fmla="*/ 14859 w 148780"/>
                <a:gd name="connsiteY4" fmla="*/ 0 h 29717"/>
                <a:gd name="connsiteX5" fmla="*/ 133921 w 148780"/>
                <a:gd name="connsiteY5" fmla="*/ 0 h 29717"/>
                <a:gd name="connsiteX6" fmla="*/ 148780 w 148780"/>
                <a:gd name="connsiteY6" fmla="*/ 14859 h 29717"/>
                <a:gd name="connsiteX7" fmla="*/ 148780 w 148780"/>
                <a:gd name="connsiteY7" fmla="*/ 14859 h 29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8780" h="29717">
                  <a:moveTo>
                    <a:pt x="148780" y="14859"/>
                  </a:moveTo>
                  <a:cubicBezTo>
                    <a:pt x="148780" y="23177"/>
                    <a:pt x="142240" y="29718"/>
                    <a:pt x="133921" y="29718"/>
                  </a:cubicBezTo>
                  <a:lnTo>
                    <a:pt x="14859" y="29718"/>
                  </a:lnTo>
                  <a:cubicBezTo>
                    <a:pt x="6540" y="29718"/>
                    <a:pt x="0" y="23177"/>
                    <a:pt x="0" y="14859"/>
                  </a:cubicBezTo>
                  <a:cubicBezTo>
                    <a:pt x="0" y="6540"/>
                    <a:pt x="6540" y="0"/>
                    <a:pt x="14859" y="0"/>
                  </a:cubicBezTo>
                  <a:lnTo>
                    <a:pt x="133921" y="0"/>
                  </a:lnTo>
                  <a:cubicBezTo>
                    <a:pt x="142240" y="0"/>
                    <a:pt x="148780" y="6540"/>
                    <a:pt x="148780" y="14859"/>
                  </a:cubicBezTo>
                  <a:lnTo>
                    <a:pt x="148780" y="14859"/>
                  </a:lnTo>
                  <a:close/>
                </a:path>
              </a:pathLst>
            </a:custGeom>
            <a:solidFill>
              <a:srgbClr val="DA3E76"/>
            </a:solidFill>
            <a:ln w="6350" cap="flat">
              <a:noFill/>
              <a:prstDash val="solid"/>
              <a:miter/>
            </a:ln>
          </p:spPr>
          <p:txBody>
            <a:bodyPr rtlCol="0" anchor="ctr"/>
            <a:lstStyle/>
            <a:p>
              <a:endParaRPr lang="en-IN"/>
            </a:p>
          </p:txBody>
        </p:sp>
        <p:sp>
          <p:nvSpPr>
            <p:cNvPr id="20" name="Freeform: Shape 1053">
              <a:extLst>
                <a:ext uri="{FF2B5EF4-FFF2-40B4-BE49-F238E27FC236}">
                  <a16:creationId xmlns:a16="http://schemas.microsoft.com/office/drawing/2014/main" id="{EBF4EE30-1137-733F-3E08-4EF2FA68AE6F}"/>
                </a:ext>
              </a:extLst>
            </p:cNvPr>
            <p:cNvSpPr/>
            <p:nvPr/>
          </p:nvSpPr>
          <p:spPr>
            <a:xfrm>
              <a:off x="2125091" y="1685861"/>
              <a:ext cx="148780" cy="29718"/>
            </a:xfrm>
            <a:custGeom>
              <a:avLst/>
              <a:gdLst>
                <a:gd name="connsiteX0" fmla="*/ 148780 w 148780"/>
                <a:gd name="connsiteY0" fmla="*/ 14859 h 29718"/>
                <a:gd name="connsiteX1" fmla="*/ 133921 w 148780"/>
                <a:gd name="connsiteY1" fmla="*/ 29718 h 29718"/>
                <a:gd name="connsiteX2" fmla="*/ 14859 w 148780"/>
                <a:gd name="connsiteY2" fmla="*/ 29718 h 29718"/>
                <a:gd name="connsiteX3" fmla="*/ 0 w 148780"/>
                <a:gd name="connsiteY3" fmla="*/ 14859 h 29718"/>
                <a:gd name="connsiteX4" fmla="*/ 14859 w 148780"/>
                <a:gd name="connsiteY4" fmla="*/ 0 h 29718"/>
                <a:gd name="connsiteX5" fmla="*/ 133921 w 148780"/>
                <a:gd name="connsiteY5" fmla="*/ 0 h 29718"/>
                <a:gd name="connsiteX6" fmla="*/ 148780 w 148780"/>
                <a:gd name="connsiteY6" fmla="*/ 14859 h 29718"/>
                <a:gd name="connsiteX7" fmla="*/ 148780 w 148780"/>
                <a:gd name="connsiteY7" fmla="*/ 14859 h 29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8780" h="29718">
                  <a:moveTo>
                    <a:pt x="148780" y="14859"/>
                  </a:moveTo>
                  <a:cubicBezTo>
                    <a:pt x="148780" y="23178"/>
                    <a:pt x="142240" y="29718"/>
                    <a:pt x="133921" y="29718"/>
                  </a:cubicBezTo>
                  <a:lnTo>
                    <a:pt x="14859" y="29718"/>
                  </a:lnTo>
                  <a:cubicBezTo>
                    <a:pt x="6540" y="29718"/>
                    <a:pt x="0" y="23178"/>
                    <a:pt x="0" y="14859"/>
                  </a:cubicBezTo>
                  <a:cubicBezTo>
                    <a:pt x="0" y="6540"/>
                    <a:pt x="6540" y="0"/>
                    <a:pt x="14859" y="0"/>
                  </a:cubicBezTo>
                  <a:lnTo>
                    <a:pt x="133921" y="0"/>
                  </a:lnTo>
                  <a:cubicBezTo>
                    <a:pt x="142240" y="0"/>
                    <a:pt x="148780" y="6540"/>
                    <a:pt x="148780" y="14859"/>
                  </a:cubicBezTo>
                  <a:lnTo>
                    <a:pt x="148780" y="14859"/>
                  </a:lnTo>
                  <a:close/>
                </a:path>
              </a:pathLst>
            </a:custGeom>
            <a:solidFill>
              <a:srgbClr val="EA5F84"/>
            </a:solidFill>
            <a:ln w="6350" cap="flat">
              <a:noFill/>
              <a:prstDash val="solid"/>
              <a:miter/>
            </a:ln>
          </p:spPr>
          <p:txBody>
            <a:bodyPr rtlCol="0" anchor="ctr"/>
            <a:lstStyle/>
            <a:p>
              <a:endParaRPr lang="en-IN"/>
            </a:p>
          </p:txBody>
        </p:sp>
        <p:sp>
          <p:nvSpPr>
            <p:cNvPr id="21" name="Freeform: Shape 1054">
              <a:extLst>
                <a:ext uri="{FF2B5EF4-FFF2-40B4-BE49-F238E27FC236}">
                  <a16:creationId xmlns:a16="http://schemas.microsoft.com/office/drawing/2014/main" id="{80209E29-F8AB-CF2F-447D-64F82145DA66}"/>
                </a:ext>
              </a:extLst>
            </p:cNvPr>
            <p:cNvSpPr/>
            <p:nvPr/>
          </p:nvSpPr>
          <p:spPr>
            <a:xfrm>
              <a:off x="1991105" y="1805939"/>
              <a:ext cx="402844" cy="59499"/>
            </a:xfrm>
            <a:custGeom>
              <a:avLst/>
              <a:gdLst>
                <a:gd name="connsiteX0" fmla="*/ 402844 w 402844"/>
                <a:gd name="connsiteY0" fmla="*/ 14859 h 59499"/>
                <a:gd name="connsiteX1" fmla="*/ 357188 w 402844"/>
                <a:gd name="connsiteY1" fmla="*/ 59499 h 59499"/>
                <a:gd name="connsiteX2" fmla="*/ 0 w 402844"/>
                <a:gd name="connsiteY2" fmla="*/ 59499 h 59499"/>
                <a:gd name="connsiteX3" fmla="*/ 44640 w 402844"/>
                <a:gd name="connsiteY3" fmla="*/ 14859 h 59499"/>
                <a:gd name="connsiteX4" fmla="*/ 59499 w 402844"/>
                <a:gd name="connsiteY4" fmla="*/ 0 h 59499"/>
                <a:gd name="connsiteX5" fmla="*/ 387921 w 402844"/>
                <a:gd name="connsiteY5" fmla="*/ 0 h 59499"/>
                <a:gd name="connsiteX6" fmla="*/ 402780 w 402844"/>
                <a:gd name="connsiteY6" fmla="*/ 14859 h 59499"/>
                <a:gd name="connsiteX7" fmla="*/ 402780 w 402844"/>
                <a:gd name="connsiteY7" fmla="*/ 14859 h 59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2844" h="59499">
                  <a:moveTo>
                    <a:pt x="402844" y="14859"/>
                  </a:moveTo>
                  <a:cubicBezTo>
                    <a:pt x="402844" y="39561"/>
                    <a:pt x="381889" y="59499"/>
                    <a:pt x="357188" y="59499"/>
                  </a:cubicBezTo>
                  <a:lnTo>
                    <a:pt x="0" y="59499"/>
                  </a:lnTo>
                  <a:cubicBezTo>
                    <a:pt x="24702" y="59499"/>
                    <a:pt x="44640" y="39561"/>
                    <a:pt x="44640" y="14859"/>
                  </a:cubicBezTo>
                  <a:cubicBezTo>
                    <a:pt x="44640" y="6540"/>
                    <a:pt x="51181" y="0"/>
                    <a:pt x="59499" y="0"/>
                  </a:cubicBezTo>
                  <a:lnTo>
                    <a:pt x="387921" y="0"/>
                  </a:lnTo>
                  <a:cubicBezTo>
                    <a:pt x="396240" y="0"/>
                    <a:pt x="402780" y="6540"/>
                    <a:pt x="402780" y="14859"/>
                  </a:cubicBezTo>
                  <a:lnTo>
                    <a:pt x="402780" y="14859"/>
                  </a:lnTo>
                  <a:close/>
                </a:path>
              </a:pathLst>
            </a:custGeom>
            <a:solidFill>
              <a:srgbClr val="EF869F"/>
            </a:solidFill>
            <a:ln w="6350" cap="flat">
              <a:noFill/>
              <a:prstDash val="solid"/>
              <a:miter/>
            </a:ln>
          </p:spPr>
          <p:txBody>
            <a:bodyPr rtlCol="0" anchor="ctr"/>
            <a:lstStyle/>
            <a:p>
              <a:endParaRPr lang="en-IN"/>
            </a:p>
          </p:txBody>
        </p:sp>
        <p:sp>
          <p:nvSpPr>
            <p:cNvPr id="22" name="Freeform: Shape 1055">
              <a:extLst>
                <a:ext uri="{FF2B5EF4-FFF2-40B4-BE49-F238E27FC236}">
                  <a16:creationId xmlns:a16="http://schemas.microsoft.com/office/drawing/2014/main" id="{661289AC-E99E-C2B2-C08D-4F90A693C6C5}"/>
                </a:ext>
              </a:extLst>
            </p:cNvPr>
            <p:cNvSpPr/>
            <p:nvPr/>
          </p:nvSpPr>
          <p:spPr>
            <a:xfrm>
              <a:off x="2139950" y="1685861"/>
              <a:ext cx="133921" cy="29781"/>
            </a:xfrm>
            <a:custGeom>
              <a:avLst/>
              <a:gdLst>
                <a:gd name="connsiteX0" fmla="*/ 119063 w 133921"/>
                <a:gd name="connsiteY0" fmla="*/ 29782 h 29781"/>
                <a:gd name="connsiteX1" fmla="*/ 0 w 133921"/>
                <a:gd name="connsiteY1" fmla="*/ 29782 h 29781"/>
                <a:gd name="connsiteX2" fmla="*/ 0 w 133921"/>
                <a:gd name="connsiteY2" fmla="*/ 0 h 29781"/>
                <a:gd name="connsiteX3" fmla="*/ 119063 w 133921"/>
                <a:gd name="connsiteY3" fmla="*/ 0 h 29781"/>
                <a:gd name="connsiteX4" fmla="*/ 133921 w 133921"/>
                <a:gd name="connsiteY4" fmla="*/ 14859 h 29781"/>
                <a:gd name="connsiteX5" fmla="*/ 119063 w 133921"/>
                <a:gd name="connsiteY5" fmla="*/ 29718 h 29781"/>
                <a:gd name="connsiteX6" fmla="*/ 119063 w 133921"/>
                <a:gd name="connsiteY6" fmla="*/ 29718 h 29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921" h="29781">
                  <a:moveTo>
                    <a:pt x="119063" y="29782"/>
                  </a:moveTo>
                  <a:lnTo>
                    <a:pt x="0" y="29782"/>
                  </a:lnTo>
                  <a:lnTo>
                    <a:pt x="0" y="0"/>
                  </a:lnTo>
                  <a:lnTo>
                    <a:pt x="119063" y="0"/>
                  </a:lnTo>
                  <a:cubicBezTo>
                    <a:pt x="127381" y="0"/>
                    <a:pt x="133921" y="6540"/>
                    <a:pt x="133921" y="14859"/>
                  </a:cubicBezTo>
                  <a:cubicBezTo>
                    <a:pt x="133921" y="23178"/>
                    <a:pt x="127381" y="29718"/>
                    <a:pt x="119063" y="29718"/>
                  </a:cubicBezTo>
                  <a:lnTo>
                    <a:pt x="119063" y="29718"/>
                  </a:lnTo>
                  <a:close/>
                </a:path>
              </a:pathLst>
            </a:custGeom>
            <a:solidFill>
              <a:srgbClr val="DA3E76"/>
            </a:solidFill>
            <a:ln w="6350" cap="flat">
              <a:noFill/>
              <a:prstDash val="solid"/>
              <a:miter/>
            </a:ln>
          </p:spPr>
          <p:txBody>
            <a:bodyPr rtlCol="0" anchor="ctr"/>
            <a:lstStyle/>
            <a:p>
              <a:endParaRPr lang="en-IN"/>
            </a:p>
          </p:txBody>
        </p:sp>
        <p:sp>
          <p:nvSpPr>
            <p:cNvPr id="23" name="Freeform: Shape 1056">
              <a:extLst>
                <a:ext uri="{FF2B5EF4-FFF2-40B4-BE49-F238E27FC236}">
                  <a16:creationId xmlns:a16="http://schemas.microsoft.com/office/drawing/2014/main" id="{56C86AEB-5083-FDDC-86D4-CD40101912CD}"/>
                </a:ext>
              </a:extLst>
            </p:cNvPr>
            <p:cNvSpPr/>
            <p:nvPr/>
          </p:nvSpPr>
          <p:spPr>
            <a:xfrm>
              <a:off x="2139950" y="1626298"/>
              <a:ext cx="133921" cy="29781"/>
            </a:xfrm>
            <a:custGeom>
              <a:avLst/>
              <a:gdLst>
                <a:gd name="connsiteX0" fmla="*/ 119063 w 133921"/>
                <a:gd name="connsiteY0" fmla="*/ 29782 h 29781"/>
                <a:gd name="connsiteX1" fmla="*/ 0 w 133921"/>
                <a:gd name="connsiteY1" fmla="*/ 29782 h 29781"/>
                <a:gd name="connsiteX2" fmla="*/ 0 w 133921"/>
                <a:gd name="connsiteY2" fmla="*/ 0 h 29781"/>
                <a:gd name="connsiteX3" fmla="*/ 119063 w 133921"/>
                <a:gd name="connsiteY3" fmla="*/ 0 h 29781"/>
                <a:gd name="connsiteX4" fmla="*/ 133921 w 133921"/>
                <a:gd name="connsiteY4" fmla="*/ 14859 h 29781"/>
                <a:gd name="connsiteX5" fmla="*/ 119063 w 133921"/>
                <a:gd name="connsiteY5" fmla="*/ 29718 h 29781"/>
                <a:gd name="connsiteX6" fmla="*/ 119063 w 133921"/>
                <a:gd name="connsiteY6" fmla="*/ 29718 h 29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921" h="29781">
                  <a:moveTo>
                    <a:pt x="119063" y="29782"/>
                  </a:moveTo>
                  <a:lnTo>
                    <a:pt x="0" y="29782"/>
                  </a:lnTo>
                  <a:lnTo>
                    <a:pt x="0" y="0"/>
                  </a:lnTo>
                  <a:lnTo>
                    <a:pt x="119063" y="0"/>
                  </a:lnTo>
                  <a:cubicBezTo>
                    <a:pt x="127381" y="0"/>
                    <a:pt x="133921" y="6541"/>
                    <a:pt x="133921" y="14859"/>
                  </a:cubicBezTo>
                  <a:cubicBezTo>
                    <a:pt x="133921" y="23178"/>
                    <a:pt x="127381" y="29718"/>
                    <a:pt x="119063" y="29718"/>
                  </a:cubicBezTo>
                  <a:lnTo>
                    <a:pt x="119063" y="29718"/>
                  </a:lnTo>
                  <a:close/>
                </a:path>
              </a:pathLst>
            </a:custGeom>
            <a:solidFill>
              <a:srgbClr val="CA1C68"/>
            </a:solidFill>
            <a:ln w="6350" cap="flat">
              <a:noFill/>
              <a:prstDash val="solid"/>
              <a:miter/>
            </a:ln>
          </p:spPr>
          <p:txBody>
            <a:bodyPr rtlCol="0" anchor="ctr"/>
            <a:lstStyle/>
            <a:p>
              <a:endParaRPr lang="en-IN"/>
            </a:p>
          </p:txBody>
        </p:sp>
        <p:sp>
          <p:nvSpPr>
            <p:cNvPr id="24" name="Freeform: Shape 1057">
              <a:extLst>
                <a:ext uri="{FF2B5EF4-FFF2-40B4-BE49-F238E27FC236}">
                  <a16:creationId xmlns:a16="http://schemas.microsoft.com/office/drawing/2014/main" id="{06F6E25A-8552-89BE-AA92-76D0DD087827}"/>
                </a:ext>
              </a:extLst>
            </p:cNvPr>
            <p:cNvSpPr/>
            <p:nvPr/>
          </p:nvSpPr>
          <p:spPr>
            <a:xfrm>
              <a:off x="2139950" y="1566799"/>
              <a:ext cx="133921" cy="29781"/>
            </a:xfrm>
            <a:custGeom>
              <a:avLst/>
              <a:gdLst>
                <a:gd name="connsiteX0" fmla="*/ 119063 w 133921"/>
                <a:gd name="connsiteY0" fmla="*/ 29781 h 29781"/>
                <a:gd name="connsiteX1" fmla="*/ 0 w 133921"/>
                <a:gd name="connsiteY1" fmla="*/ 29781 h 29781"/>
                <a:gd name="connsiteX2" fmla="*/ 0 w 133921"/>
                <a:gd name="connsiteY2" fmla="*/ 0 h 29781"/>
                <a:gd name="connsiteX3" fmla="*/ 119063 w 133921"/>
                <a:gd name="connsiteY3" fmla="*/ 0 h 29781"/>
                <a:gd name="connsiteX4" fmla="*/ 133921 w 133921"/>
                <a:gd name="connsiteY4" fmla="*/ 14859 h 29781"/>
                <a:gd name="connsiteX5" fmla="*/ 119063 w 133921"/>
                <a:gd name="connsiteY5" fmla="*/ 29718 h 29781"/>
                <a:gd name="connsiteX6" fmla="*/ 119063 w 133921"/>
                <a:gd name="connsiteY6" fmla="*/ 29718 h 29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921" h="29781">
                  <a:moveTo>
                    <a:pt x="119063" y="29781"/>
                  </a:moveTo>
                  <a:lnTo>
                    <a:pt x="0" y="29781"/>
                  </a:lnTo>
                  <a:lnTo>
                    <a:pt x="0" y="0"/>
                  </a:lnTo>
                  <a:lnTo>
                    <a:pt x="119063" y="0"/>
                  </a:lnTo>
                  <a:cubicBezTo>
                    <a:pt x="127381" y="0"/>
                    <a:pt x="133921" y="6540"/>
                    <a:pt x="133921" y="14859"/>
                  </a:cubicBezTo>
                  <a:cubicBezTo>
                    <a:pt x="133921" y="23177"/>
                    <a:pt x="127381" y="29718"/>
                    <a:pt x="119063" y="29718"/>
                  </a:cubicBezTo>
                  <a:lnTo>
                    <a:pt x="119063" y="29718"/>
                  </a:lnTo>
                  <a:close/>
                </a:path>
              </a:pathLst>
            </a:custGeom>
            <a:solidFill>
              <a:srgbClr val="CA1C68"/>
            </a:solidFill>
            <a:ln w="6350" cap="flat">
              <a:noFill/>
              <a:prstDash val="solid"/>
              <a:miter/>
            </a:ln>
          </p:spPr>
          <p:txBody>
            <a:bodyPr rtlCol="0" anchor="ctr"/>
            <a:lstStyle/>
            <a:p>
              <a:endParaRPr lang="en-IN"/>
            </a:p>
          </p:txBody>
        </p:sp>
        <p:sp>
          <p:nvSpPr>
            <p:cNvPr id="25" name="Freeform: Shape 1058">
              <a:extLst>
                <a:ext uri="{FF2B5EF4-FFF2-40B4-BE49-F238E27FC236}">
                  <a16:creationId xmlns:a16="http://schemas.microsoft.com/office/drawing/2014/main" id="{50B11924-AEF0-A7BF-D9F6-1A551B9F1079}"/>
                </a:ext>
              </a:extLst>
            </p:cNvPr>
            <p:cNvSpPr/>
            <p:nvPr/>
          </p:nvSpPr>
          <p:spPr>
            <a:xfrm>
              <a:off x="2065591" y="1417955"/>
              <a:ext cx="89280" cy="119062"/>
            </a:xfrm>
            <a:custGeom>
              <a:avLst/>
              <a:gdLst>
                <a:gd name="connsiteX0" fmla="*/ 89217 w 89280"/>
                <a:gd name="connsiteY0" fmla="*/ 44640 h 119062"/>
                <a:gd name="connsiteX1" fmla="*/ 89217 w 89280"/>
                <a:gd name="connsiteY1" fmla="*/ 104204 h 119062"/>
                <a:gd name="connsiteX2" fmla="*/ 74358 w 89280"/>
                <a:gd name="connsiteY2" fmla="*/ 119063 h 119062"/>
                <a:gd name="connsiteX3" fmla="*/ 59499 w 89280"/>
                <a:gd name="connsiteY3" fmla="*/ 104204 h 119062"/>
                <a:gd name="connsiteX4" fmla="*/ 59499 w 89280"/>
                <a:gd name="connsiteY4" fmla="*/ 44640 h 119062"/>
                <a:gd name="connsiteX5" fmla="*/ 44640 w 89280"/>
                <a:gd name="connsiteY5" fmla="*/ 29782 h 119062"/>
                <a:gd name="connsiteX6" fmla="*/ 29782 w 89280"/>
                <a:gd name="connsiteY6" fmla="*/ 44640 h 119062"/>
                <a:gd name="connsiteX7" fmla="*/ 29782 w 89280"/>
                <a:gd name="connsiteY7" fmla="*/ 59499 h 119062"/>
                <a:gd name="connsiteX8" fmla="*/ 0 w 89280"/>
                <a:gd name="connsiteY8" fmla="*/ 59499 h 119062"/>
                <a:gd name="connsiteX9" fmla="*/ 0 w 89280"/>
                <a:gd name="connsiteY9" fmla="*/ 44640 h 119062"/>
                <a:gd name="connsiteX10" fmla="*/ 44640 w 89280"/>
                <a:gd name="connsiteY10" fmla="*/ 0 h 119062"/>
                <a:gd name="connsiteX11" fmla="*/ 74422 w 89280"/>
                <a:gd name="connsiteY11" fmla="*/ 11621 h 119062"/>
                <a:gd name="connsiteX12" fmla="*/ 89281 w 89280"/>
                <a:gd name="connsiteY12" fmla="*/ 44640 h 119062"/>
                <a:gd name="connsiteX13" fmla="*/ 89281 w 89280"/>
                <a:gd name="connsiteY13" fmla="*/ 44640 h 119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9280" h="119062">
                  <a:moveTo>
                    <a:pt x="89217" y="44640"/>
                  </a:moveTo>
                  <a:lnTo>
                    <a:pt x="89217" y="104204"/>
                  </a:lnTo>
                  <a:cubicBezTo>
                    <a:pt x="89217" y="112522"/>
                    <a:pt x="82677" y="119063"/>
                    <a:pt x="74358" y="119063"/>
                  </a:cubicBezTo>
                  <a:cubicBezTo>
                    <a:pt x="66040" y="119063"/>
                    <a:pt x="59499" y="112522"/>
                    <a:pt x="59499" y="104204"/>
                  </a:cubicBezTo>
                  <a:lnTo>
                    <a:pt x="59499" y="44640"/>
                  </a:lnTo>
                  <a:cubicBezTo>
                    <a:pt x="59499" y="36322"/>
                    <a:pt x="52959" y="29782"/>
                    <a:pt x="44640" y="29782"/>
                  </a:cubicBezTo>
                  <a:cubicBezTo>
                    <a:pt x="36322" y="29782"/>
                    <a:pt x="29782" y="36322"/>
                    <a:pt x="29782" y="44640"/>
                  </a:cubicBezTo>
                  <a:lnTo>
                    <a:pt x="29782" y="59499"/>
                  </a:lnTo>
                  <a:lnTo>
                    <a:pt x="0" y="59499"/>
                  </a:lnTo>
                  <a:lnTo>
                    <a:pt x="0" y="44640"/>
                  </a:lnTo>
                  <a:cubicBezTo>
                    <a:pt x="0" y="19939"/>
                    <a:pt x="19939" y="0"/>
                    <a:pt x="44640" y="0"/>
                  </a:cubicBezTo>
                  <a:cubicBezTo>
                    <a:pt x="56261" y="0"/>
                    <a:pt x="66675" y="4445"/>
                    <a:pt x="74422" y="11621"/>
                  </a:cubicBezTo>
                  <a:cubicBezTo>
                    <a:pt x="83629" y="19685"/>
                    <a:pt x="89281" y="31560"/>
                    <a:pt x="89281" y="44640"/>
                  </a:cubicBezTo>
                  <a:lnTo>
                    <a:pt x="89281" y="44640"/>
                  </a:lnTo>
                  <a:close/>
                </a:path>
              </a:pathLst>
            </a:custGeom>
            <a:solidFill>
              <a:srgbClr val="EA5F84"/>
            </a:solidFill>
            <a:ln w="6350" cap="flat">
              <a:noFill/>
              <a:prstDash val="solid"/>
              <a:miter/>
            </a:ln>
          </p:spPr>
          <p:txBody>
            <a:bodyPr rtlCol="0" anchor="ctr"/>
            <a:lstStyle/>
            <a:p>
              <a:endParaRPr lang="en-IN"/>
            </a:p>
          </p:txBody>
        </p:sp>
        <p:sp>
          <p:nvSpPr>
            <p:cNvPr id="26" name="Freeform: Shape 1059">
              <a:extLst>
                <a:ext uri="{FF2B5EF4-FFF2-40B4-BE49-F238E27FC236}">
                  <a16:creationId xmlns:a16="http://schemas.microsoft.com/office/drawing/2014/main" id="{CCD62BF5-C09F-3D84-6951-7399D9A7C7F5}"/>
                </a:ext>
              </a:extLst>
            </p:cNvPr>
            <p:cNvSpPr/>
            <p:nvPr/>
          </p:nvSpPr>
          <p:spPr>
            <a:xfrm>
              <a:off x="2184590" y="1417955"/>
              <a:ext cx="89217" cy="119062"/>
            </a:xfrm>
            <a:custGeom>
              <a:avLst/>
              <a:gdLst>
                <a:gd name="connsiteX0" fmla="*/ 44640 w 89217"/>
                <a:gd name="connsiteY0" fmla="*/ 0 h 119062"/>
                <a:gd name="connsiteX1" fmla="*/ 0 w 89217"/>
                <a:gd name="connsiteY1" fmla="*/ 44640 h 119062"/>
                <a:gd name="connsiteX2" fmla="*/ 0 w 89217"/>
                <a:gd name="connsiteY2" fmla="*/ 59499 h 119062"/>
                <a:gd name="connsiteX3" fmla="*/ 29782 w 89217"/>
                <a:gd name="connsiteY3" fmla="*/ 59499 h 119062"/>
                <a:gd name="connsiteX4" fmla="*/ 29782 w 89217"/>
                <a:gd name="connsiteY4" fmla="*/ 44640 h 119062"/>
                <a:gd name="connsiteX5" fmla="*/ 44640 w 89217"/>
                <a:gd name="connsiteY5" fmla="*/ 29782 h 119062"/>
                <a:gd name="connsiteX6" fmla="*/ 59499 w 89217"/>
                <a:gd name="connsiteY6" fmla="*/ 44640 h 119062"/>
                <a:gd name="connsiteX7" fmla="*/ 59499 w 89217"/>
                <a:gd name="connsiteY7" fmla="*/ 104204 h 119062"/>
                <a:gd name="connsiteX8" fmla="*/ 74358 w 89217"/>
                <a:gd name="connsiteY8" fmla="*/ 119063 h 119062"/>
                <a:gd name="connsiteX9" fmla="*/ 89217 w 89217"/>
                <a:gd name="connsiteY9" fmla="*/ 104204 h 119062"/>
                <a:gd name="connsiteX10" fmla="*/ 89217 w 89217"/>
                <a:gd name="connsiteY10" fmla="*/ 44640 h 119062"/>
                <a:gd name="connsiteX11" fmla="*/ 44577 w 89217"/>
                <a:gd name="connsiteY11" fmla="*/ 0 h 119062"/>
                <a:gd name="connsiteX12" fmla="*/ 44577 w 89217"/>
                <a:gd name="connsiteY12" fmla="*/ 0 h 119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9217" h="119062">
                  <a:moveTo>
                    <a:pt x="44640" y="0"/>
                  </a:moveTo>
                  <a:cubicBezTo>
                    <a:pt x="20002" y="0"/>
                    <a:pt x="0" y="20002"/>
                    <a:pt x="0" y="44640"/>
                  </a:cubicBezTo>
                  <a:lnTo>
                    <a:pt x="0" y="59499"/>
                  </a:lnTo>
                  <a:lnTo>
                    <a:pt x="29782" y="59499"/>
                  </a:lnTo>
                  <a:lnTo>
                    <a:pt x="29782" y="44640"/>
                  </a:lnTo>
                  <a:cubicBezTo>
                    <a:pt x="29782" y="36449"/>
                    <a:pt x="36449" y="29782"/>
                    <a:pt x="44640" y="29782"/>
                  </a:cubicBezTo>
                  <a:cubicBezTo>
                    <a:pt x="52832" y="29782"/>
                    <a:pt x="59499" y="36449"/>
                    <a:pt x="59499" y="44640"/>
                  </a:cubicBezTo>
                  <a:lnTo>
                    <a:pt x="59499" y="104204"/>
                  </a:lnTo>
                  <a:cubicBezTo>
                    <a:pt x="59499" y="112458"/>
                    <a:pt x="66167" y="119063"/>
                    <a:pt x="74358" y="119063"/>
                  </a:cubicBezTo>
                  <a:cubicBezTo>
                    <a:pt x="82550" y="119063"/>
                    <a:pt x="89217" y="112395"/>
                    <a:pt x="89217" y="104204"/>
                  </a:cubicBezTo>
                  <a:lnTo>
                    <a:pt x="89217" y="44640"/>
                  </a:lnTo>
                  <a:cubicBezTo>
                    <a:pt x="89217" y="20002"/>
                    <a:pt x="69215" y="0"/>
                    <a:pt x="44577" y="0"/>
                  </a:cubicBezTo>
                  <a:lnTo>
                    <a:pt x="44577" y="0"/>
                  </a:lnTo>
                  <a:close/>
                </a:path>
              </a:pathLst>
            </a:custGeom>
            <a:solidFill>
              <a:srgbClr val="DA3E76"/>
            </a:solidFill>
            <a:ln w="6350" cap="flat">
              <a:noFill/>
              <a:prstDash val="solid"/>
              <a:miter/>
            </a:ln>
          </p:spPr>
          <p:txBody>
            <a:bodyPr rtlCol="0" anchor="ctr"/>
            <a:lstStyle/>
            <a:p>
              <a:endParaRPr lang="en-IN"/>
            </a:p>
          </p:txBody>
        </p:sp>
        <p:sp>
          <p:nvSpPr>
            <p:cNvPr id="27" name="Freeform: Shape 1060">
              <a:extLst>
                <a:ext uri="{FF2B5EF4-FFF2-40B4-BE49-F238E27FC236}">
                  <a16:creationId xmlns:a16="http://schemas.microsoft.com/office/drawing/2014/main" id="{631D39A9-6F17-F16A-D850-3063A486DD80}"/>
                </a:ext>
              </a:extLst>
            </p:cNvPr>
            <p:cNvSpPr/>
            <p:nvPr/>
          </p:nvSpPr>
          <p:spPr>
            <a:xfrm>
              <a:off x="1946465" y="1417955"/>
              <a:ext cx="89217" cy="119062"/>
            </a:xfrm>
            <a:custGeom>
              <a:avLst/>
              <a:gdLst>
                <a:gd name="connsiteX0" fmla="*/ 44640 w 89217"/>
                <a:gd name="connsiteY0" fmla="*/ 0 h 119062"/>
                <a:gd name="connsiteX1" fmla="*/ 0 w 89217"/>
                <a:gd name="connsiteY1" fmla="*/ 44640 h 119062"/>
                <a:gd name="connsiteX2" fmla="*/ 0 w 89217"/>
                <a:gd name="connsiteY2" fmla="*/ 59499 h 119062"/>
                <a:gd name="connsiteX3" fmla="*/ 29782 w 89217"/>
                <a:gd name="connsiteY3" fmla="*/ 59499 h 119062"/>
                <a:gd name="connsiteX4" fmla="*/ 29782 w 89217"/>
                <a:gd name="connsiteY4" fmla="*/ 44640 h 119062"/>
                <a:gd name="connsiteX5" fmla="*/ 44640 w 89217"/>
                <a:gd name="connsiteY5" fmla="*/ 29782 h 119062"/>
                <a:gd name="connsiteX6" fmla="*/ 59499 w 89217"/>
                <a:gd name="connsiteY6" fmla="*/ 44640 h 119062"/>
                <a:gd name="connsiteX7" fmla="*/ 59499 w 89217"/>
                <a:gd name="connsiteY7" fmla="*/ 104204 h 119062"/>
                <a:gd name="connsiteX8" fmla="*/ 74358 w 89217"/>
                <a:gd name="connsiteY8" fmla="*/ 119063 h 119062"/>
                <a:gd name="connsiteX9" fmla="*/ 89217 w 89217"/>
                <a:gd name="connsiteY9" fmla="*/ 104204 h 119062"/>
                <a:gd name="connsiteX10" fmla="*/ 89217 w 89217"/>
                <a:gd name="connsiteY10" fmla="*/ 44640 h 119062"/>
                <a:gd name="connsiteX11" fmla="*/ 44577 w 89217"/>
                <a:gd name="connsiteY11" fmla="*/ 0 h 119062"/>
                <a:gd name="connsiteX12" fmla="*/ 44577 w 89217"/>
                <a:gd name="connsiteY12" fmla="*/ 0 h 119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9217" h="119062">
                  <a:moveTo>
                    <a:pt x="44640" y="0"/>
                  </a:moveTo>
                  <a:cubicBezTo>
                    <a:pt x="20002" y="0"/>
                    <a:pt x="0" y="20002"/>
                    <a:pt x="0" y="44640"/>
                  </a:cubicBezTo>
                  <a:lnTo>
                    <a:pt x="0" y="59499"/>
                  </a:lnTo>
                  <a:lnTo>
                    <a:pt x="29782" y="59499"/>
                  </a:lnTo>
                  <a:lnTo>
                    <a:pt x="29782" y="44640"/>
                  </a:lnTo>
                  <a:cubicBezTo>
                    <a:pt x="29782" y="36449"/>
                    <a:pt x="36449" y="29782"/>
                    <a:pt x="44640" y="29782"/>
                  </a:cubicBezTo>
                  <a:cubicBezTo>
                    <a:pt x="52832" y="29782"/>
                    <a:pt x="59499" y="36449"/>
                    <a:pt x="59499" y="44640"/>
                  </a:cubicBezTo>
                  <a:lnTo>
                    <a:pt x="59499" y="104204"/>
                  </a:lnTo>
                  <a:cubicBezTo>
                    <a:pt x="59499" y="112458"/>
                    <a:pt x="66167" y="119063"/>
                    <a:pt x="74358" y="119063"/>
                  </a:cubicBezTo>
                  <a:cubicBezTo>
                    <a:pt x="82550" y="119063"/>
                    <a:pt x="89217" y="112395"/>
                    <a:pt x="89217" y="104204"/>
                  </a:cubicBezTo>
                  <a:lnTo>
                    <a:pt x="89217" y="44640"/>
                  </a:lnTo>
                  <a:cubicBezTo>
                    <a:pt x="89217" y="20002"/>
                    <a:pt x="69215" y="0"/>
                    <a:pt x="44577" y="0"/>
                  </a:cubicBezTo>
                  <a:lnTo>
                    <a:pt x="44577" y="0"/>
                  </a:lnTo>
                  <a:close/>
                </a:path>
              </a:pathLst>
            </a:custGeom>
            <a:solidFill>
              <a:srgbClr val="EA5F84"/>
            </a:solidFill>
            <a:ln w="6350" cap="flat">
              <a:noFill/>
              <a:prstDash val="solid"/>
              <a:miter/>
            </a:ln>
          </p:spPr>
          <p:txBody>
            <a:bodyPr rtlCol="0" anchor="ctr"/>
            <a:lstStyle/>
            <a:p>
              <a:endParaRPr lang="en-IN"/>
            </a:p>
          </p:txBody>
        </p:sp>
        <p:sp>
          <p:nvSpPr>
            <p:cNvPr id="28" name="Freeform: Shape 1061">
              <a:extLst>
                <a:ext uri="{FF2B5EF4-FFF2-40B4-BE49-F238E27FC236}">
                  <a16:creationId xmlns:a16="http://schemas.microsoft.com/office/drawing/2014/main" id="{2DDF2F99-9B57-0957-0631-647C6A42A791}"/>
                </a:ext>
              </a:extLst>
            </p:cNvPr>
            <p:cNvSpPr/>
            <p:nvPr/>
          </p:nvSpPr>
          <p:spPr>
            <a:xfrm>
              <a:off x="2139950" y="1429575"/>
              <a:ext cx="14858" cy="107441"/>
            </a:xfrm>
            <a:custGeom>
              <a:avLst/>
              <a:gdLst>
                <a:gd name="connsiteX0" fmla="*/ 0 w 14858"/>
                <a:gd name="connsiteY0" fmla="*/ 107442 h 107441"/>
                <a:gd name="connsiteX1" fmla="*/ 0 w 14858"/>
                <a:gd name="connsiteY1" fmla="*/ 0 h 107441"/>
                <a:gd name="connsiteX2" fmla="*/ 14859 w 14858"/>
                <a:gd name="connsiteY2" fmla="*/ 33020 h 107441"/>
                <a:gd name="connsiteX3" fmla="*/ 14859 w 14858"/>
                <a:gd name="connsiteY3" fmla="*/ 92583 h 107441"/>
                <a:gd name="connsiteX4" fmla="*/ 0 w 14858"/>
                <a:gd name="connsiteY4" fmla="*/ 107442 h 107441"/>
                <a:gd name="connsiteX5" fmla="*/ 0 w 14858"/>
                <a:gd name="connsiteY5" fmla="*/ 107442 h 107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58" h="107441">
                  <a:moveTo>
                    <a:pt x="0" y="107442"/>
                  </a:moveTo>
                  <a:lnTo>
                    <a:pt x="0" y="0"/>
                  </a:lnTo>
                  <a:cubicBezTo>
                    <a:pt x="9208" y="8064"/>
                    <a:pt x="14859" y="19939"/>
                    <a:pt x="14859" y="33020"/>
                  </a:cubicBezTo>
                  <a:lnTo>
                    <a:pt x="14859" y="92583"/>
                  </a:lnTo>
                  <a:cubicBezTo>
                    <a:pt x="14859" y="100902"/>
                    <a:pt x="8318" y="107442"/>
                    <a:pt x="0" y="107442"/>
                  </a:cubicBezTo>
                  <a:lnTo>
                    <a:pt x="0" y="107442"/>
                  </a:lnTo>
                  <a:close/>
                </a:path>
              </a:pathLst>
            </a:custGeom>
            <a:solidFill>
              <a:srgbClr val="DA3E76"/>
            </a:solidFill>
            <a:ln w="6350" cap="flat">
              <a:noFill/>
              <a:prstDash val="solid"/>
              <a:miter/>
            </a:ln>
          </p:spPr>
          <p:txBody>
            <a:bodyPr rtlCol="0" anchor="ctr"/>
            <a:lstStyle/>
            <a:p>
              <a:endParaRPr lang="en-IN"/>
            </a:p>
          </p:txBody>
        </p:sp>
      </p:grpSp>
      <p:sp>
        <p:nvSpPr>
          <p:cNvPr id="30" name="Text Placeholder 29">
            <a:extLst>
              <a:ext uri="{FF2B5EF4-FFF2-40B4-BE49-F238E27FC236}">
                <a16:creationId xmlns:a16="http://schemas.microsoft.com/office/drawing/2014/main" id="{CAED5BB1-FF01-37F5-7F9F-CD96DB2B549B}"/>
              </a:ext>
            </a:extLst>
          </p:cNvPr>
          <p:cNvSpPr>
            <a:spLocks noGrp="1"/>
          </p:cNvSpPr>
          <p:nvPr>
            <p:ph type="body" sz="quarter" idx="16" hasCustomPrompt="1"/>
          </p:nvPr>
        </p:nvSpPr>
        <p:spPr>
          <a:xfrm>
            <a:off x="3593377" y="598715"/>
            <a:ext cx="416632" cy="416632"/>
          </a:xfrm>
          <a:prstGeom prst="ellipse">
            <a:avLst/>
          </a:prstGeom>
          <a:solidFill>
            <a:schemeClr val="accent2"/>
          </a:solidFill>
          <a:ln w="19050">
            <a:solidFill>
              <a:schemeClr val="bg1"/>
            </a:solidFill>
          </a:ln>
        </p:spPr>
        <p:txBody>
          <a:bodyPr lIns="0" tIns="0" rIns="0" bIns="0" anchor="ctr"/>
          <a:lstStyle>
            <a:lvl1pPr algn="ctr">
              <a:defRPr sz="1600" b="1">
                <a:solidFill>
                  <a:schemeClr val="bg1"/>
                </a:solidFill>
              </a:defRPr>
            </a:lvl1pPr>
          </a:lstStyle>
          <a:p>
            <a:pPr lvl="0"/>
            <a:r>
              <a:rPr lang="en-US"/>
              <a:t>#</a:t>
            </a:r>
          </a:p>
        </p:txBody>
      </p:sp>
      <p:sp>
        <p:nvSpPr>
          <p:cNvPr id="31" name="Text Placeholder 3">
            <a:extLst>
              <a:ext uri="{FF2B5EF4-FFF2-40B4-BE49-F238E27FC236}">
                <a16:creationId xmlns:a16="http://schemas.microsoft.com/office/drawing/2014/main" id="{E1B05201-897B-E396-779B-9DF52B2101AD}"/>
              </a:ext>
            </a:extLst>
          </p:cNvPr>
          <p:cNvSpPr>
            <a:spLocks noGrp="1"/>
          </p:cNvSpPr>
          <p:nvPr>
            <p:ph type="body" sz="quarter" idx="17" hasCustomPrompt="1"/>
          </p:nvPr>
        </p:nvSpPr>
        <p:spPr>
          <a:xfrm>
            <a:off x="4147230" y="1273629"/>
            <a:ext cx="7512432" cy="649514"/>
          </a:xfrm>
          <a:prstGeom prst="rect">
            <a:avLst/>
          </a:prstGeom>
        </p:spPr>
        <p:txBody>
          <a:bodyPr lIns="0" tIns="45720" rIns="0">
            <a:noAutofit/>
          </a:bodyPr>
          <a:lstStyle>
            <a:lvl1pPr marL="0" indent="0">
              <a:lnSpc>
                <a:spcPct val="100000"/>
              </a:lnSpc>
              <a:buClrTx/>
              <a:buFont typeface="Arial" panose="020B0604020202020204" pitchFamily="34" charset="0"/>
              <a:buNone/>
              <a:tabLst/>
              <a:defRPr sz="1800" b="0" i="0">
                <a:solidFill>
                  <a:schemeClr val="accent1"/>
                </a:solidFill>
                <a:latin typeface="Tenorite" pitchFamily="2" charset="0"/>
              </a:defRPr>
            </a:lvl1pPr>
            <a:lvl2pPr marL="346075" indent="-171450">
              <a:lnSpc>
                <a:spcPct val="100000"/>
              </a:lnSpc>
              <a:spcBef>
                <a:spcPts val="400"/>
              </a:spcBef>
              <a:buClrTx/>
              <a:buFont typeface="Arial" panose="020B0604020202020204" pitchFamily="34" charset="0"/>
              <a:buChar char="•"/>
              <a:tabLst/>
              <a:defRPr sz="1400" b="1" i="0">
                <a:solidFill>
                  <a:schemeClr val="accent1"/>
                </a:solidFill>
                <a:latin typeface="Tenorite" pitchFamily="2" charset="0"/>
              </a:defRPr>
            </a:lvl2pPr>
            <a:lvl3pPr marL="573088" indent="-168275">
              <a:lnSpc>
                <a:spcPct val="100000"/>
              </a:lnSpc>
              <a:buClrTx/>
              <a:buFont typeface="Arial" panose="020B0604020202020204" pitchFamily="34" charset="0"/>
              <a:buChar char="•"/>
              <a:tabLst/>
              <a:defRPr sz="1600" b="0" i="0">
                <a:solidFill>
                  <a:schemeClr val="accent1"/>
                </a:solidFill>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Section 2 placeholder</a:t>
            </a:r>
          </a:p>
          <a:p>
            <a:pPr lvl="1"/>
            <a:r>
              <a:rPr lang="en-US"/>
              <a:t>Second level</a:t>
            </a:r>
          </a:p>
        </p:txBody>
      </p:sp>
      <p:sp>
        <p:nvSpPr>
          <p:cNvPr id="32" name="Text Placeholder 29">
            <a:extLst>
              <a:ext uri="{FF2B5EF4-FFF2-40B4-BE49-F238E27FC236}">
                <a16:creationId xmlns:a16="http://schemas.microsoft.com/office/drawing/2014/main" id="{38F5C2C5-76FB-63C3-F096-58A22B5F8898}"/>
              </a:ext>
            </a:extLst>
          </p:cNvPr>
          <p:cNvSpPr>
            <a:spLocks noGrp="1"/>
          </p:cNvSpPr>
          <p:nvPr>
            <p:ph type="body" sz="quarter" idx="18" hasCustomPrompt="1"/>
          </p:nvPr>
        </p:nvSpPr>
        <p:spPr>
          <a:xfrm>
            <a:off x="3593377" y="1273629"/>
            <a:ext cx="416632" cy="416632"/>
          </a:xfrm>
          <a:prstGeom prst="ellipse">
            <a:avLst/>
          </a:prstGeom>
          <a:solidFill>
            <a:schemeClr val="accent2"/>
          </a:solidFill>
          <a:ln w="19050">
            <a:solidFill>
              <a:schemeClr val="bg1"/>
            </a:solidFill>
          </a:ln>
        </p:spPr>
        <p:txBody>
          <a:bodyPr lIns="0" tIns="0" rIns="0" bIns="0" anchor="ctr"/>
          <a:lstStyle>
            <a:lvl1pPr algn="ctr">
              <a:defRPr sz="1600" b="1">
                <a:solidFill>
                  <a:schemeClr val="bg1"/>
                </a:solidFill>
              </a:defRPr>
            </a:lvl1pPr>
          </a:lstStyle>
          <a:p>
            <a:pPr lvl="0"/>
            <a:r>
              <a:rPr lang="en-US"/>
              <a:t>#</a:t>
            </a:r>
          </a:p>
        </p:txBody>
      </p:sp>
      <p:sp>
        <p:nvSpPr>
          <p:cNvPr id="33" name="Text Placeholder 3">
            <a:extLst>
              <a:ext uri="{FF2B5EF4-FFF2-40B4-BE49-F238E27FC236}">
                <a16:creationId xmlns:a16="http://schemas.microsoft.com/office/drawing/2014/main" id="{642833AC-4202-FE1E-8937-37E81915812F}"/>
              </a:ext>
            </a:extLst>
          </p:cNvPr>
          <p:cNvSpPr>
            <a:spLocks noGrp="1"/>
          </p:cNvSpPr>
          <p:nvPr>
            <p:ph type="body" sz="quarter" idx="19" hasCustomPrompt="1"/>
          </p:nvPr>
        </p:nvSpPr>
        <p:spPr>
          <a:xfrm>
            <a:off x="4147230" y="1948543"/>
            <a:ext cx="7512432" cy="649514"/>
          </a:xfrm>
          <a:prstGeom prst="rect">
            <a:avLst/>
          </a:prstGeom>
        </p:spPr>
        <p:txBody>
          <a:bodyPr lIns="0" tIns="45720" rIns="0">
            <a:noAutofit/>
          </a:bodyPr>
          <a:lstStyle>
            <a:lvl1pPr marL="0" indent="0">
              <a:lnSpc>
                <a:spcPct val="100000"/>
              </a:lnSpc>
              <a:buClrTx/>
              <a:buFont typeface="Arial" panose="020B0604020202020204" pitchFamily="34" charset="0"/>
              <a:buNone/>
              <a:tabLst/>
              <a:defRPr sz="1800" b="0" i="0">
                <a:solidFill>
                  <a:schemeClr val="accent1"/>
                </a:solidFill>
                <a:latin typeface="Tenorite" pitchFamily="2" charset="0"/>
              </a:defRPr>
            </a:lvl1pPr>
            <a:lvl2pPr marL="346075" indent="-171450">
              <a:lnSpc>
                <a:spcPct val="100000"/>
              </a:lnSpc>
              <a:spcBef>
                <a:spcPts val="400"/>
              </a:spcBef>
              <a:buClrTx/>
              <a:buFont typeface="Arial" panose="020B0604020202020204" pitchFamily="34" charset="0"/>
              <a:buChar char="•"/>
              <a:tabLst/>
              <a:defRPr sz="1400" b="1" i="0">
                <a:solidFill>
                  <a:schemeClr val="accent1"/>
                </a:solidFill>
                <a:latin typeface="Tenorite" pitchFamily="2" charset="0"/>
              </a:defRPr>
            </a:lvl2pPr>
            <a:lvl3pPr marL="573088" indent="-168275">
              <a:lnSpc>
                <a:spcPct val="100000"/>
              </a:lnSpc>
              <a:buClrTx/>
              <a:buFont typeface="Arial" panose="020B0604020202020204" pitchFamily="34" charset="0"/>
              <a:buChar char="•"/>
              <a:tabLst/>
              <a:defRPr sz="1600" b="0" i="0">
                <a:solidFill>
                  <a:schemeClr val="accent1"/>
                </a:solidFill>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Section 3 placeholder</a:t>
            </a:r>
          </a:p>
          <a:p>
            <a:pPr lvl="1"/>
            <a:r>
              <a:rPr lang="en-US"/>
              <a:t>Second level</a:t>
            </a:r>
          </a:p>
        </p:txBody>
      </p:sp>
      <p:sp>
        <p:nvSpPr>
          <p:cNvPr id="34" name="Text Placeholder 29">
            <a:extLst>
              <a:ext uri="{FF2B5EF4-FFF2-40B4-BE49-F238E27FC236}">
                <a16:creationId xmlns:a16="http://schemas.microsoft.com/office/drawing/2014/main" id="{DD0426A0-C055-4DD7-F12F-3AE6D7E1874F}"/>
              </a:ext>
            </a:extLst>
          </p:cNvPr>
          <p:cNvSpPr>
            <a:spLocks noGrp="1"/>
          </p:cNvSpPr>
          <p:nvPr>
            <p:ph type="body" sz="quarter" idx="20" hasCustomPrompt="1"/>
          </p:nvPr>
        </p:nvSpPr>
        <p:spPr>
          <a:xfrm>
            <a:off x="3593377" y="1948543"/>
            <a:ext cx="416632" cy="416632"/>
          </a:xfrm>
          <a:prstGeom prst="ellipse">
            <a:avLst/>
          </a:prstGeom>
          <a:solidFill>
            <a:schemeClr val="accent2"/>
          </a:solidFill>
          <a:ln w="19050">
            <a:solidFill>
              <a:schemeClr val="bg1"/>
            </a:solidFill>
          </a:ln>
        </p:spPr>
        <p:txBody>
          <a:bodyPr lIns="0" tIns="0" rIns="0" bIns="0" anchor="ctr"/>
          <a:lstStyle>
            <a:lvl1pPr algn="ctr">
              <a:defRPr sz="1600" b="1">
                <a:solidFill>
                  <a:schemeClr val="bg1"/>
                </a:solidFill>
              </a:defRPr>
            </a:lvl1pPr>
          </a:lstStyle>
          <a:p>
            <a:pPr lvl="0"/>
            <a:r>
              <a:rPr lang="en-US"/>
              <a:t>#</a:t>
            </a:r>
          </a:p>
        </p:txBody>
      </p:sp>
      <p:sp>
        <p:nvSpPr>
          <p:cNvPr id="35" name="Text Placeholder 3">
            <a:extLst>
              <a:ext uri="{FF2B5EF4-FFF2-40B4-BE49-F238E27FC236}">
                <a16:creationId xmlns:a16="http://schemas.microsoft.com/office/drawing/2014/main" id="{69F08D8D-50F0-E9F4-6AB8-DD1500BE7CCE}"/>
              </a:ext>
            </a:extLst>
          </p:cNvPr>
          <p:cNvSpPr>
            <a:spLocks noGrp="1"/>
          </p:cNvSpPr>
          <p:nvPr>
            <p:ph type="body" sz="quarter" idx="21" hasCustomPrompt="1"/>
          </p:nvPr>
        </p:nvSpPr>
        <p:spPr>
          <a:xfrm>
            <a:off x="4147230" y="2623457"/>
            <a:ext cx="7512432" cy="649514"/>
          </a:xfrm>
          <a:prstGeom prst="rect">
            <a:avLst/>
          </a:prstGeom>
        </p:spPr>
        <p:txBody>
          <a:bodyPr lIns="0" tIns="45720" rIns="0">
            <a:noAutofit/>
          </a:bodyPr>
          <a:lstStyle>
            <a:lvl1pPr marL="0" indent="0">
              <a:lnSpc>
                <a:spcPct val="100000"/>
              </a:lnSpc>
              <a:buClrTx/>
              <a:buFont typeface="Arial" panose="020B0604020202020204" pitchFamily="34" charset="0"/>
              <a:buNone/>
              <a:tabLst/>
              <a:defRPr sz="1800" b="0" i="0">
                <a:solidFill>
                  <a:schemeClr val="accent1"/>
                </a:solidFill>
                <a:latin typeface="Tenorite" pitchFamily="2" charset="0"/>
              </a:defRPr>
            </a:lvl1pPr>
            <a:lvl2pPr marL="346075" indent="-171450">
              <a:lnSpc>
                <a:spcPct val="100000"/>
              </a:lnSpc>
              <a:spcBef>
                <a:spcPts val="400"/>
              </a:spcBef>
              <a:buClrTx/>
              <a:buFont typeface="Arial" panose="020B0604020202020204" pitchFamily="34" charset="0"/>
              <a:buChar char="•"/>
              <a:tabLst/>
              <a:defRPr sz="1400" b="1" i="0">
                <a:solidFill>
                  <a:schemeClr val="accent1"/>
                </a:solidFill>
                <a:latin typeface="Tenorite" pitchFamily="2" charset="0"/>
              </a:defRPr>
            </a:lvl2pPr>
            <a:lvl3pPr marL="573088" indent="-168275">
              <a:lnSpc>
                <a:spcPct val="100000"/>
              </a:lnSpc>
              <a:buClrTx/>
              <a:buFont typeface="Arial" panose="020B0604020202020204" pitchFamily="34" charset="0"/>
              <a:buChar char="•"/>
              <a:tabLst/>
              <a:defRPr sz="1600" b="0" i="0">
                <a:solidFill>
                  <a:schemeClr val="accent1"/>
                </a:solidFill>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Section 4 placeholder</a:t>
            </a:r>
          </a:p>
          <a:p>
            <a:pPr lvl="1"/>
            <a:r>
              <a:rPr lang="en-US"/>
              <a:t>Second level</a:t>
            </a:r>
          </a:p>
        </p:txBody>
      </p:sp>
      <p:sp>
        <p:nvSpPr>
          <p:cNvPr id="36" name="Text Placeholder 29">
            <a:extLst>
              <a:ext uri="{FF2B5EF4-FFF2-40B4-BE49-F238E27FC236}">
                <a16:creationId xmlns:a16="http://schemas.microsoft.com/office/drawing/2014/main" id="{AA705F8E-19E7-6397-ABB1-7E85CF0E29FD}"/>
              </a:ext>
            </a:extLst>
          </p:cNvPr>
          <p:cNvSpPr>
            <a:spLocks noGrp="1"/>
          </p:cNvSpPr>
          <p:nvPr>
            <p:ph type="body" sz="quarter" idx="22" hasCustomPrompt="1"/>
          </p:nvPr>
        </p:nvSpPr>
        <p:spPr>
          <a:xfrm>
            <a:off x="3593377" y="2623457"/>
            <a:ext cx="416632" cy="416632"/>
          </a:xfrm>
          <a:prstGeom prst="ellipse">
            <a:avLst/>
          </a:prstGeom>
          <a:solidFill>
            <a:schemeClr val="accent2"/>
          </a:solidFill>
          <a:ln w="19050">
            <a:solidFill>
              <a:schemeClr val="bg1"/>
            </a:solidFill>
          </a:ln>
        </p:spPr>
        <p:txBody>
          <a:bodyPr lIns="0" tIns="0" rIns="0" bIns="0" anchor="ctr"/>
          <a:lstStyle>
            <a:lvl1pPr algn="ctr">
              <a:defRPr sz="1600" b="1">
                <a:solidFill>
                  <a:schemeClr val="bg1"/>
                </a:solidFill>
              </a:defRPr>
            </a:lvl1pPr>
          </a:lstStyle>
          <a:p>
            <a:pPr lvl="0"/>
            <a:r>
              <a:rPr lang="en-US"/>
              <a:t>#</a:t>
            </a:r>
          </a:p>
        </p:txBody>
      </p:sp>
      <p:sp>
        <p:nvSpPr>
          <p:cNvPr id="37" name="Text Placeholder 3">
            <a:extLst>
              <a:ext uri="{FF2B5EF4-FFF2-40B4-BE49-F238E27FC236}">
                <a16:creationId xmlns:a16="http://schemas.microsoft.com/office/drawing/2014/main" id="{7B755645-2691-5D99-E1E7-844275A0B001}"/>
              </a:ext>
            </a:extLst>
          </p:cNvPr>
          <p:cNvSpPr>
            <a:spLocks noGrp="1"/>
          </p:cNvSpPr>
          <p:nvPr>
            <p:ph type="body" sz="quarter" idx="23" hasCustomPrompt="1"/>
          </p:nvPr>
        </p:nvSpPr>
        <p:spPr>
          <a:xfrm>
            <a:off x="4147230" y="3298371"/>
            <a:ext cx="7512432" cy="649514"/>
          </a:xfrm>
          <a:prstGeom prst="rect">
            <a:avLst/>
          </a:prstGeom>
        </p:spPr>
        <p:txBody>
          <a:bodyPr lIns="0" tIns="45720" rIns="0">
            <a:noAutofit/>
          </a:bodyPr>
          <a:lstStyle>
            <a:lvl1pPr marL="0" indent="0">
              <a:lnSpc>
                <a:spcPct val="100000"/>
              </a:lnSpc>
              <a:buClrTx/>
              <a:buFont typeface="Arial" panose="020B0604020202020204" pitchFamily="34" charset="0"/>
              <a:buNone/>
              <a:tabLst/>
              <a:defRPr sz="1800" b="0" i="0">
                <a:solidFill>
                  <a:schemeClr val="accent1"/>
                </a:solidFill>
                <a:latin typeface="Tenorite" pitchFamily="2" charset="0"/>
              </a:defRPr>
            </a:lvl1pPr>
            <a:lvl2pPr marL="346075" indent="-171450">
              <a:lnSpc>
                <a:spcPct val="100000"/>
              </a:lnSpc>
              <a:spcBef>
                <a:spcPts val="400"/>
              </a:spcBef>
              <a:buClrTx/>
              <a:buFont typeface="Arial" panose="020B0604020202020204" pitchFamily="34" charset="0"/>
              <a:buChar char="•"/>
              <a:tabLst/>
              <a:defRPr sz="1400" b="1" i="0">
                <a:solidFill>
                  <a:schemeClr val="accent1"/>
                </a:solidFill>
                <a:latin typeface="Tenorite" pitchFamily="2" charset="0"/>
              </a:defRPr>
            </a:lvl2pPr>
            <a:lvl3pPr marL="573088" indent="-168275">
              <a:lnSpc>
                <a:spcPct val="100000"/>
              </a:lnSpc>
              <a:buClrTx/>
              <a:buFont typeface="Arial" panose="020B0604020202020204" pitchFamily="34" charset="0"/>
              <a:buChar char="•"/>
              <a:tabLst/>
              <a:defRPr sz="1600" b="0" i="0">
                <a:solidFill>
                  <a:schemeClr val="accent1"/>
                </a:solidFill>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Section 5 placeholder</a:t>
            </a:r>
          </a:p>
          <a:p>
            <a:pPr lvl="1"/>
            <a:r>
              <a:rPr lang="en-US"/>
              <a:t>Second level</a:t>
            </a:r>
          </a:p>
        </p:txBody>
      </p:sp>
      <p:sp>
        <p:nvSpPr>
          <p:cNvPr id="38" name="Text Placeholder 29">
            <a:extLst>
              <a:ext uri="{FF2B5EF4-FFF2-40B4-BE49-F238E27FC236}">
                <a16:creationId xmlns:a16="http://schemas.microsoft.com/office/drawing/2014/main" id="{B6548958-3954-03CF-E5EA-121E587EBA21}"/>
              </a:ext>
            </a:extLst>
          </p:cNvPr>
          <p:cNvSpPr>
            <a:spLocks noGrp="1"/>
          </p:cNvSpPr>
          <p:nvPr>
            <p:ph type="body" sz="quarter" idx="24" hasCustomPrompt="1"/>
          </p:nvPr>
        </p:nvSpPr>
        <p:spPr>
          <a:xfrm>
            <a:off x="3593377" y="3298371"/>
            <a:ext cx="416632" cy="416632"/>
          </a:xfrm>
          <a:prstGeom prst="ellipse">
            <a:avLst/>
          </a:prstGeom>
          <a:solidFill>
            <a:schemeClr val="accent2"/>
          </a:solidFill>
          <a:ln w="19050">
            <a:solidFill>
              <a:schemeClr val="bg1"/>
            </a:solidFill>
          </a:ln>
        </p:spPr>
        <p:txBody>
          <a:bodyPr lIns="0" tIns="0" rIns="0" bIns="0" anchor="ctr"/>
          <a:lstStyle>
            <a:lvl1pPr algn="ctr">
              <a:defRPr sz="1600" b="1">
                <a:solidFill>
                  <a:schemeClr val="bg1"/>
                </a:solidFill>
              </a:defRPr>
            </a:lvl1pPr>
          </a:lstStyle>
          <a:p>
            <a:pPr lvl="0"/>
            <a:r>
              <a:rPr lang="en-US"/>
              <a:t>#</a:t>
            </a:r>
          </a:p>
        </p:txBody>
      </p:sp>
      <p:sp>
        <p:nvSpPr>
          <p:cNvPr id="39" name="Text Placeholder 3">
            <a:extLst>
              <a:ext uri="{FF2B5EF4-FFF2-40B4-BE49-F238E27FC236}">
                <a16:creationId xmlns:a16="http://schemas.microsoft.com/office/drawing/2014/main" id="{96067858-FB31-EC99-6997-6BDD1E0EE3DB}"/>
              </a:ext>
            </a:extLst>
          </p:cNvPr>
          <p:cNvSpPr>
            <a:spLocks noGrp="1"/>
          </p:cNvSpPr>
          <p:nvPr>
            <p:ph type="body" sz="quarter" idx="25" hasCustomPrompt="1"/>
          </p:nvPr>
        </p:nvSpPr>
        <p:spPr>
          <a:xfrm>
            <a:off x="4147230" y="3973285"/>
            <a:ext cx="7512432" cy="649514"/>
          </a:xfrm>
          <a:prstGeom prst="rect">
            <a:avLst/>
          </a:prstGeom>
        </p:spPr>
        <p:txBody>
          <a:bodyPr lIns="0" tIns="45720" rIns="0">
            <a:noAutofit/>
          </a:bodyPr>
          <a:lstStyle>
            <a:lvl1pPr marL="0" indent="0">
              <a:lnSpc>
                <a:spcPct val="100000"/>
              </a:lnSpc>
              <a:buClrTx/>
              <a:buFont typeface="Arial" panose="020B0604020202020204" pitchFamily="34" charset="0"/>
              <a:buNone/>
              <a:tabLst/>
              <a:defRPr sz="1800" b="0" i="0">
                <a:solidFill>
                  <a:schemeClr val="accent1"/>
                </a:solidFill>
                <a:latin typeface="Tenorite" pitchFamily="2" charset="0"/>
              </a:defRPr>
            </a:lvl1pPr>
            <a:lvl2pPr marL="346075" indent="-171450">
              <a:lnSpc>
                <a:spcPct val="100000"/>
              </a:lnSpc>
              <a:spcBef>
                <a:spcPts val="400"/>
              </a:spcBef>
              <a:buClrTx/>
              <a:buFont typeface="Arial" panose="020B0604020202020204" pitchFamily="34" charset="0"/>
              <a:buChar char="•"/>
              <a:tabLst/>
              <a:defRPr sz="1400" b="1" i="0">
                <a:solidFill>
                  <a:schemeClr val="accent1"/>
                </a:solidFill>
                <a:latin typeface="Tenorite" pitchFamily="2" charset="0"/>
              </a:defRPr>
            </a:lvl2pPr>
            <a:lvl3pPr marL="573088" indent="-168275">
              <a:lnSpc>
                <a:spcPct val="100000"/>
              </a:lnSpc>
              <a:buClrTx/>
              <a:buFont typeface="Arial" panose="020B0604020202020204" pitchFamily="34" charset="0"/>
              <a:buChar char="•"/>
              <a:tabLst/>
              <a:defRPr sz="1600" b="0" i="0">
                <a:solidFill>
                  <a:schemeClr val="accent1"/>
                </a:solidFill>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Section 6 placeholder</a:t>
            </a:r>
          </a:p>
          <a:p>
            <a:pPr lvl="1"/>
            <a:r>
              <a:rPr lang="en-US"/>
              <a:t>Second level</a:t>
            </a:r>
          </a:p>
        </p:txBody>
      </p:sp>
      <p:sp>
        <p:nvSpPr>
          <p:cNvPr id="40" name="Text Placeholder 29">
            <a:extLst>
              <a:ext uri="{FF2B5EF4-FFF2-40B4-BE49-F238E27FC236}">
                <a16:creationId xmlns:a16="http://schemas.microsoft.com/office/drawing/2014/main" id="{EEA0173A-2726-ECB3-8DF8-B02C9C721AAD}"/>
              </a:ext>
            </a:extLst>
          </p:cNvPr>
          <p:cNvSpPr>
            <a:spLocks noGrp="1"/>
          </p:cNvSpPr>
          <p:nvPr>
            <p:ph type="body" sz="quarter" idx="26" hasCustomPrompt="1"/>
          </p:nvPr>
        </p:nvSpPr>
        <p:spPr>
          <a:xfrm>
            <a:off x="3593377" y="3973285"/>
            <a:ext cx="416632" cy="416632"/>
          </a:xfrm>
          <a:prstGeom prst="ellipse">
            <a:avLst/>
          </a:prstGeom>
          <a:solidFill>
            <a:schemeClr val="accent2"/>
          </a:solidFill>
          <a:ln w="19050">
            <a:solidFill>
              <a:schemeClr val="bg1"/>
            </a:solidFill>
          </a:ln>
        </p:spPr>
        <p:txBody>
          <a:bodyPr lIns="0" tIns="0" rIns="0" bIns="0" anchor="ctr"/>
          <a:lstStyle>
            <a:lvl1pPr algn="ctr">
              <a:defRPr sz="1600" b="1">
                <a:solidFill>
                  <a:schemeClr val="bg1"/>
                </a:solidFill>
              </a:defRPr>
            </a:lvl1pPr>
          </a:lstStyle>
          <a:p>
            <a:pPr lvl="0"/>
            <a:r>
              <a:rPr lang="en-US"/>
              <a:t>#</a:t>
            </a:r>
          </a:p>
        </p:txBody>
      </p:sp>
      <p:sp>
        <p:nvSpPr>
          <p:cNvPr id="41" name="Text Placeholder 3">
            <a:extLst>
              <a:ext uri="{FF2B5EF4-FFF2-40B4-BE49-F238E27FC236}">
                <a16:creationId xmlns:a16="http://schemas.microsoft.com/office/drawing/2014/main" id="{53A79DE7-E7F0-E897-CEEF-33AB9A61C209}"/>
              </a:ext>
            </a:extLst>
          </p:cNvPr>
          <p:cNvSpPr>
            <a:spLocks noGrp="1"/>
          </p:cNvSpPr>
          <p:nvPr>
            <p:ph type="body" sz="quarter" idx="27" hasCustomPrompt="1"/>
          </p:nvPr>
        </p:nvSpPr>
        <p:spPr>
          <a:xfrm>
            <a:off x="4147230" y="4648199"/>
            <a:ext cx="7512432" cy="649514"/>
          </a:xfrm>
          <a:prstGeom prst="rect">
            <a:avLst/>
          </a:prstGeom>
        </p:spPr>
        <p:txBody>
          <a:bodyPr lIns="0" tIns="45720" rIns="0">
            <a:noAutofit/>
          </a:bodyPr>
          <a:lstStyle>
            <a:lvl1pPr marL="0" indent="0">
              <a:lnSpc>
                <a:spcPct val="100000"/>
              </a:lnSpc>
              <a:buClrTx/>
              <a:buFont typeface="Arial" panose="020B0604020202020204" pitchFamily="34" charset="0"/>
              <a:buNone/>
              <a:tabLst/>
              <a:defRPr sz="1800" b="0" i="0">
                <a:solidFill>
                  <a:schemeClr val="accent1"/>
                </a:solidFill>
                <a:latin typeface="Tenorite" pitchFamily="2" charset="0"/>
              </a:defRPr>
            </a:lvl1pPr>
            <a:lvl2pPr marL="346075" indent="-171450">
              <a:lnSpc>
                <a:spcPct val="100000"/>
              </a:lnSpc>
              <a:spcBef>
                <a:spcPts val="400"/>
              </a:spcBef>
              <a:buClrTx/>
              <a:buFont typeface="Arial" panose="020B0604020202020204" pitchFamily="34" charset="0"/>
              <a:buChar char="•"/>
              <a:tabLst/>
              <a:defRPr sz="1400" b="1" i="0">
                <a:solidFill>
                  <a:schemeClr val="accent1"/>
                </a:solidFill>
                <a:latin typeface="Tenorite" pitchFamily="2" charset="0"/>
              </a:defRPr>
            </a:lvl2pPr>
            <a:lvl3pPr marL="573088" indent="-168275">
              <a:lnSpc>
                <a:spcPct val="100000"/>
              </a:lnSpc>
              <a:buClrTx/>
              <a:buFont typeface="Arial" panose="020B0604020202020204" pitchFamily="34" charset="0"/>
              <a:buChar char="•"/>
              <a:tabLst/>
              <a:defRPr sz="1600" b="0" i="0">
                <a:solidFill>
                  <a:schemeClr val="accent1"/>
                </a:solidFill>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Section 7 placeholder</a:t>
            </a:r>
          </a:p>
          <a:p>
            <a:pPr lvl="1"/>
            <a:r>
              <a:rPr lang="en-US"/>
              <a:t>Second level</a:t>
            </a:r>
          </a:p>
        </p:txBody>
      </p:sp>
      <p:sp>
        <p:nvSpPr>
          <p:cNvPr id="42" name="Text Placeholder 29">
            <a:extLst>
              <a:ext uri="{FF2B5EF4-FFF2-40B4-BE49-F238E27FC236}">
                <a16:creationId xmlns:a16="http://schemas.microsoft.com/office/drawing/2014/main" id="{55C67F78-9CB4-3118-9C2B-7C306DD819D2}"/>
              </a:ext>
            </a:extLst>
          </p:cNvPr>
          <p:cNvSpPr>
            <a:spLocks noGrp="1"/>
          </p:cNvSpPr>
          <p:nvPr>
            <p:ph type="body" sz="quarter" idx="28" hasCustomPrompt="1"/>
          </p:nvPr>
        </p:nvSpPr>
        <p:spPr>
          <a:xfrm>
            <a:off x="3593377" y="4648199"/>
            <a:ext cx="416632" cy="416632"/>
          </a:xfrm>
          <a:prstGeom prst="ellipse">
            <a:avLst/>
          </a:prstGeom>
          <a:solidFill>
            <a:schemeClr val="accent2"/>
          </a:solidFill>
          <a:ln w="19050">
            <a:solidFill>
              <a:schemeClr val="bg1"/>
            </a:solidFill>
          </a:ln>
        </p:spPr>
        <p:txBody>
          <a:bodyPr lIns="0" tIns="0" rIns="0" bIns="0" anchor="ctr"/>
          <a:lstStyle>
            <a:lvl1pPr algn="ctr">
              <a:defRPr sz="1600" b="1">
                <a:solidFill>
                  <a:schemeClr val="bg1"/>
                </a:solidFill>
              </a:defRPr>
            </a:lvl1pPr>
          </a:lstStyle>
          <a:p>
            <a:pPr lvl="0"/>
            <a:r>
              <a:rPr lang="en-US"/>
              <a:t>#</a:t>
            </a:r>
          </a:p>
        </p:txBody>
      </p:sp>
      <p:sp>
        <p:nvSpPr>
          <p:cNvPr id="43" name="Text Placeholder 3">
            <a:extLst>
              <a:ext uri="{FF2B5EF4-FFF2-40B4-BE49-F238E27FC236}">
                <a16:creationId xmlns:a16="http://schemas.microsoft.com/office/drawing/2014/main" id="{0AE54DB0-6C2F-C342-B65A-611F768DA28A}"/>
              </a:ext>
            </a:extLst>
          </p:cNvPr>
          <p:cNvSpPr>
            <a:spLocks noGrp="1"/>
          </p:cNvSpPr>
          <p:nvPr>
            <p:ph type="body" sz="quarter" idx="29" hasCustomPrompt="1"/>
          </p:nvPr>
        </p:nvSpPr>
        <p:spPr>
          <a:xfrm>
            <a:off x="4147230" y="5323113"/>
            <a:ext cx="7512432" cy="649514"/>
          </a:xfrm>
          <a:prstGeom prst="rect">
            <a:avLst/>
          </a:prstGeom>
        </p:spPr>
        <p:txBody>
          <a:bodyPr lIns="0" tIns="45720" rIns="0">
            <a:noAutofit/>
          </a:bodyPr>
          <a:lstStyle>
            <a:lvl1pPr marL="0" indent="0">
              <a:lnSpc>
                <a:spcPct val="100000"/>
              </a:lnSpc>
              <a:buClrTx/>
              <a:buFont typeface="Arial" panose="020B0604020202020204" pitchFamily="34" charset="0"/>
              <a:buNone/>
              <a:tabLst/>
              <a:defRPr sz="1800" b="0" i="0">
                <a:solidFill>
                  <a:schemeClr val="accent1"/>
                </a:solidFill>
                <a:latin typeface="Tenorite" pitchFamily="2" charset="0"/>
              </a:defRPr>
            </a:lvl1pPr>
            <a:lvl2pPr marL="346075" indent="-171450">
              <a:lnSpc>
                <a:spcPct val="100000"/>
              </a:lnSpc>
              <a:spcBef>
                <a:spcPts val="400"/>
              </a:spcBef>
              <a:buClrTx/>
              <a:buFont typeface="Arial" panose="020B0604020202020204" pitchFamily="34" charset="0"/>
              <a:buChar char="•"/>
              <a:tabLst/>
              <a:defRPr sz="1400" b="1" i="0">
                <a:solidFill>
                  <a:schemeClr val="accent1"/>
                </a:solidFill>
                <a:latin typeface="Tenorite" pitchFamily="2" charset="0"/>
              </a:defRPr>
            </a:lvl2pPr>
            <a:lvl3pPr marL="573088" indent="-168275">
              <a:lnSpc>
                <a:spcPct val="100000"/>
              </a:lnSpc>
              <a:buClrTx/>
              <a:buFont typeface="Arial" panose="020B0604020202020204" pitchFamily="34" charset="0"/>
              <a:buChar char="•"/>
              <a:tabLst/>
              <a:defRPr sz="1600" b="0" i="0">
                <a:solidFill>
                  <a:schemeClr val="accent1"/>
                </a:solidFill>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Section 8 placeholder</a:t>
            </a:r>
          </a:p>
          <a:p>
            <a:pPr lvl="1"/>
            <a:r>
              <a:rPr lang="en-US"/>
              <a:t>Second level</a:t>
            </a:r>
          </a:p>
        </p:txBody>
      </p:sp>
      <p:sp>
        <p:nvSpPr>
          <p:cNvPr id="44" name="Text Placeholder 29">
            <a:extLst>
              <a:ext uri="{FF2B5EF4-FFF2-40B4-BE49-F238E27FC236}">
                <a16:creationId xmlns:a16="http://schemas.microsoft.com/office/drawing/2014/main" id="{E197B43D-0998-6618-974A-AFCD790A890D}"/>
              </a:ext>
            </a:extLst>
          </p:cNvPr>
          <p:cNvSpPr>
            <a:spLocks noGrp="1"/>
          </p:cNvSpPr>
          <p:nvPr>
            <p:ph type="body" sz="quarter" idx="30" hasCustomPrompt="1"/>
          </p:nvPr>
        </p:nvSpPr>
        <p:spPr>
          <a:xfrm>
            <a:off x="3593377" y="5323113"/>
            <a:ext cx="416632" cy="416632"/>
          </a:xfrm>
          <a:prstGeom prst="ellipse">
            <a:avLst/>
          </a:prstGeom>
          <a:solidFill>
            <a:schemeClr val="accent2"/>
          </a:solidFill>
          <a:ln w="19050">
            <a:solidFill>
              <a:schemeClr val="bg1"/>
            </a:solidFill>
          </a:ln>
        </p:spPr>
        <p:txBody>
          <a:bodyPr lIns="0" tIns="0" rIns="0" bIns="0" anchor="ctr"/>
          <a:lstStyle>
            <a:lvl1pPr algn="ctr">
              <a:defRPr sz="1600" b="1">
                <a:solidFill>
                  <a:schemeClr val="bg1"/>
                </a:solidFill>
              </a:defRPr>
            </a:lvl1pPr>
          </a:lstStyle>
          <a:p>
            <a:pPr lvl="0"/>
            <a:r>
              <a:rPr lang="en-US"/>
              <a:t>#</a:t>
            </a:r>
          </a:p>
        </p:txBody>
      </p:sp>
      <p:sp>
        <p:nvSpPr>
          <p:cNvPr id="45" name="Text Placeholder 3">
            <a:extLst>
              <a:ext uri="{FF2B5EF4-FFF2-40B4-BE49-F238E27FC236}">
                <a16:creationId xmlns:a16="http://schemas.microsoft.com/office/drawing/2014/main" id="{965FDE86-1766-A137-C028-C3D4CF29FAED}"/>
              </a:ext>
            </a:extLst>
          </p:cNvPr>
          <p:cNvSpPr>
            <a:spLocks noGrp="1"/>
          </p:cNvSpPr>
          <p:nvPr>
            <p:ph type="body" sz="quarter" idx="31" hasCustomPrompt="1"/>
          </p:nvPr>
        </p:nvSpPr>
        <p:spPr>
          <a:xfrm>
            <a:off x="4147230" y="5998029"/>
            <a:ext cx="7512432" cy="649514"/>
          </a:xfrm>
          <a:prstGeom prst="rect">
            <a:avLst/>
          </a:prstGeom>
        </p:spPr>
        <p:txBody>
          <a:bodyPr lIns="0" tIns="45720" rIns="0">
            <a:noAutofit/>
          </a:bodyPr>
          <a:lstStyle>
            <a:lvl1pPr marL="0" indent="0">
              <a:lnSpc>
                <a:spcPct val="100000"/>
              </a:lnSpc>
              <a:buClrTx/>
              <a:buFont typeface="Arial" panose="020B0604020202020204" pitchFamily="34" charset="0"/>
              <a:buNone/>
              <a:tabLst/>
              <a:defRPr sz="1800" b="0" i="0">
                <a:solidFill>
                  <a:schemeClr val="accent1"/>
                </a:solidFill>
                <a:latin typeface="Tenorite" pitchFamily="2" charset="0"/>
              </a:defRPr>
            </a:lvl1pPr>
            <a:lvl2pPr marL="346075" indent="-171450">
              <a:lnSpc>
                <a:spcPct val="100000"/>
              </a:lnSpc>
              <a:spcBef>
                <a:spcPts val="400"/>
              </a:spcBef>
              <a:buClrTx/>
              <a:buFont typeface="Arial" panose="020B0604020202020204" pitchFamily="34" charset="0"/>
              <a:buChar char="•"/>
              <a:tabLst/>
              <a:defRPr sz="1400" b="1" i="0">
                <a:solidFill>
                  <a:schemeClr val="accent1"/>
                </a:solidFill>
                <a:latin typeface="Tenorite" pitchFamily="2" charset="0"/>
              </a:defRPr>
            </a:lvl2pPr>
            <a:lvl3pPr marL="573088" indent="-168275">
              <a:lnSpc>
                <a:spcPct val="100000"/>
              </a:lnSpc>
              <a:buClrTx/>
              <a:buFont typeface="Arial" panose="020B0604020202020204" pitchFamily="34" charset="0"/>
              <a:buChar char="•"/>
              <a:tabLst/>
              <a:defRPr sz="1600" b="0" i="0">
                <a:solidFill>
                  <a:schemeClr val="accent1"/>
                </a:solidFill>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Section 9 placeholder</a:t>
            </a:r>
          </a:p>
          <a:p>
            <a:pPr lvl="1"/>
            <a:r>
              <a:rPr lang="en-US"/>
              <a:t>Second level</a:t>
            </a:r>
          </a:p>
        </p:txBody>
      </p:sp>
      <p:sp>
        <p:nvSpPr>
          <p:cNvPr id="46" name="Text Placeholder 29">
            <a:extLst>
              <a:ext uri="{FF2B5EF4-FFF2-40B4-BE49-F238E27FC236}">
                <a16:creationId xmlns:a16="http://schemas.microsoft.com/office/drawing/2014/main" id="{1E4E240F-FFAB-D1A4-4651-5024801E309B}"/>
              </a:ext>
            </a:extLst>
          </p:cNvPr>
          <p:cNvSpPr>
            <a:spLocks noGrp="1"/>
          </p:cNvSpPr>
          <p:nvPr>
            <p:ph type="body" sz="quarter" idx="32" hasCustomPrompt="1"/>
          </p:nvPr>
        </p:nvSpPr>
        <p:spPr>
          <a:xfrm>
            <a:off x="3593377" y="5998029"/>
            <a:ext cx="416632" cy="416632"/>
          </a:xfrm>
          <a:prstGeom prst="ellipse">
            <a:avLst/>
          </a:prstGeom>
          <a:solidFill>
            <a:schemeClr val="accent2"/>
          </a:solidFill>
          <a:ln w="19050">
            <a:solidFill>
              <a:schemeClr val="bg1"/>
            </a:solidFill>
          </a:ln>
        </p:spPr>
        <p:txBody>
          <a:bodyPr lIns="0" tIns="0" rIns="0" bIns="0" anchor="ctr"/>
          <a:lstStyle>
            <a:lvl1pPr algn="ctr">
              <a:defRPr sz="1600" b="1">
                <a:solidFill>
                  <a:schemeClr val="bg1"/>
                </a:solidFill>
              </a:defRPr>
            </a:lvl1pPr>
          </a:lstStyle>
          <a:p>
            <a:pPr lvl="0"/>
            <a:r>
              <a:rPr lang="en-US"/>
              <a:t>#</a:t>
            </a:r>
          </a:p>
        </p:txBody>
      </p:sp>
    </p:spTree>
    <p:extLst>
      <p:ext uri="{BB962C8B-B14F-4D97-AF65-F5344CB8AC3E}">
        <p14:creationId xmlns:p14="http://schemas.microsoft.com/office/powerpoint/2010/main" val="355438630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Meet the Team">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381000" y="2170094"/>
            <a:ext cx="2065986" cy="1339403"/>
          </a:xfrm>
          <a:prstGeom prst="rect">
            <a:avLst/>
          </a:prstGeom>
        </p:spPr>
        <p:txBody>
          <a:bodyPr lIns="0" rIns="0">
            <a:noAutofit/>
          </a:bodyPr>
          <a:lstStyle>
            <a:lvl1pPr marL="0" indent="0">
              <a:lnSpc>
                <a:spcPct val="100000"/>
              </a:lnSpc>
              <a:buClrTx/>
              <a:buFont typeface="Arial" panose="020B0604020202020204" pitchFamily="34" charset="0"/>
              <a:buNone/>
              <a:tabLst/>
              <a:defRPr sz="1600" b="1" i="0">
                <a:solidFill>
                  <a:schemeClr val="accent2"/>
                </a:solidFill>
                <a:latin typeface="Tenorite" pitchFamily="2" charset="0"/>
              </a:defRPr>
            </a:lvl1pPr>
            <a:lvl2pPr marL="6350" indent="0">
              <a:lnSpc>
                <a:spcPct val="100000"/>
              </a:lnSpc>
              <a:spcBef>
                <a:spcPts val="400"/>
              </a:spcBef>
              <a:buClrTx/>
              <a:buFont typeface="Arial" panose="020B0604020202020204" pitchFamily="34" charset="0"/>
              <a:buNone/>
              <a:tabLst/>
              <a:defRPr sz="1200" b="0" i="0">
                <a:latin typeface="Tenorite" pitchFamily="2" charset="0"/>
              </a:defRPr>
            </a:lvl2pPr>
            <a:lvl3pPr marL="6350" indent="0">
              <a:lnSpc>
                <a:spcPct val="100000"/>
              </a:lnSpc>
              <a:spcBef>
                <a:spcPts val="400"/>
              </a:spcBef>
              <a:buClrTx/>
              <a:buFont typeface="Arial" panose="020B0604020202020204" pitchFamily="34" charset="0"/>
              <a:buNone/>
              <a:tabLst/>
              <a:defRPr sz="1050" b="1"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name here</a:t>
            </a:r>
          </a:p>
          <a:p>
            <a:pPr lvl="1"/>
            <a:r>
              <a:rPr lang="en-US"/>
              <a:t>Click to edit title here</a:t>
            </a:r>
          </a:p>
          <a:p>
            <a:pPr lvl="2"/>
            <a:r>
              <a:rPr lang="en-US"/>
              <a:t>Click to edit location/team here</a:t>
            </a:r>
          </a:p>
        </p:txBody>
      </p:sp>
      <p:sp>
        <p:nvSpPr>
          <p:cNvPr id="15" name="Title 1"/>
          <p:cNvSpPr>
            <a:spLocks noGrp="1"/>
          </p:cNvSpPr>
          <p:nvPr>
            <p:ph type="title" hasCustomPrompt="1"/>
          </p:nvPr>
        </p:nvSpPr>
        <p:spPr>
          <a:xfrm>
            <a:off x="381000" y="381001"/>
            <a:ext cx="11430000" cy="491836"/>
          </a:xfrm>
          <a:prstGeom prst="rect">
            <a:avLst/>
          </a:prstGeom>
        </p:spPr>
        <p:txBody>
          <a:bodyPr lIns="0" tIns="0" rIns="0" bIns="0"/>
          <a:lstStyle>
            <a:lvl1pPr>
              <a:lnSpc>
                <a:spcPct val="100000"/>
              </a:lnSpc>
              <a:defRPr sz="2800" b="1" i="0" spc="-20" baseline="0">
                <a:solidFill>
                  <a:schemeClr val="tx2"/>
                </a:solidFill>
                <a:latin typeface="Tenorite" pitchFamily="2" charset="0"/>
              </a:defRPr>
            </a:lvl1pPr>
          </a:lstStyle>
          <a:p>
            <a:r>
              <a:rPr lang="en-US"/>
              <a:t>Meet the team placeholder</a:t>
            </a:r>
          </a:p>
        </p:txBody>
      </p:sp>
      <p:sp>
        <p:nvSpPr>
          <p:cNvPr id="3" name="Picture Placeholder 2">
            <a:extLst>
              <a:ext uri="{FF2B5EF4-FFF2-40B4-BE49-F238E27FC236}">
                <a16:creationId xmlns:a16="http://schemas.microsoft.com/office/drawing/2014/main" id="{C373E95A-9979-8E15-084F-FC2DB82E0797}"/>
              </a:ext>
            </a:extLst>
          </p:cNvPr>
          <p:cNvSpPr>
            <a:spLocks noGrp="1"/>
          </p:cNvSpPr>
          <p:nvPr>
            <p:ph type="pic" sz="quarter" idx="14" hasCustomPrompt="1"/>
          </p:nvPr>
        </p:nvSpPr>
        <p:spPr>
          <a:xfrm>
            <a:off x="381000" y="1063223"/>
            <a:ext cx="1061434" cy="1061434"/>
          </a:xfrm>
          <a:prstGeom prst="ellipse">
            <a:avLst/>
          </a:prstGeom>
          <a:solidFill>
            <a:schemeClr val="bg2">
              <a:lumMod val="90000"/>
            </a:schemeClr>
          </a:solidFill>
        </p:spPr>
        <p:txBody>
          <a:bodyPr lIns="0" tIns="45720" rIns="0" bIns="0"/>
          <a:lstStyle>
            <a:lvl1pPr algn="ctr">
              <a:defRPr sz="800"/>
            </a:lvl1pPr>
          </a:lstStyle>
          <a:p>
            <a:r>
              <a:rPr lang="en-US"/>
              <a:t>Click to add picture</a:t>
            </a:r>
          </a:p>
        </p:txBody>
      </p:sp>
      <p:sp>
        <p:nvSpPr>
          <p:cNvPr id="5" name="Text Placeholder 3">
            <a:extLst>
              <a:ext uri="{FF2B5EF4-FFF2-40B4-BE49-F238E27FC236}">
                <a16:creationId xmlns:a16="http://schemas.microsoft.com/office/drawing/2014/main" id="{327C0B51-9CD2-42F2-9832-3393E5BC3E2D}"/>
              </a:ext>
            </a:extLst>
          </p:cNvPr>
          <p:cNvSpPr>
            <a:spLocks noGrp="1"/>
          </p:cNvSpPr>
          <p:nvPr>
            <p:ph type="body" sz="quarter" idx="15" hasCustomPrompt="1"/>
          </p:nvPr>
        </p:nvSpPr>
        <p:spPr>
          <a:xfrm>
            <a:off x="2673439" y="2170094"/>
            <a:ext cx="2065986" cy="1339403"/>
          </a:xfrm>
          <a:prstGeom prst="rect">
            <a:avLst/>
          </a:prstGeom>
        </p:spPr>
        <p:txBody>
          <a:bodyPr lIns="0" rIns="0">
            <a:noAutofit/>
          </a:bodyPr>
          <a:lstStyle>
            <a:lvl1pPr marL="0" indent="0">
              <a:lnSpc>
                <a:spcPct val="100000"/>
              </a:lnSpc>
              <a:buClrTx/>
              <a:buFont typeface="Arial" panose="020B0604020202020204" pitchFamily="34" charset="0"/>
              <a:buNone/>
              <a:tabLst/>
              <a:defRPr sz="1600" b="1" i="0">
                <a:solidFill>
                  <a:schemeClr val="accent2"/>
                </a:solidFill>
                <a:latin typeface="Tenorite" pitchFamily="2" charset="0"/>
              </a:defRPr>
            </a:lvl1pPr>
            <a:lvl2pPr marL="6350" indent="0">
              <a:lnSpc>
                <a:spcPct val="100000"/>
              </a:lnSpc>
              <a:spcBef>
                <a:spcPts val="400"/>
              </a:spcBef>
              <a:buClrTx/>
              <a:buFont typeface="Arial" panose="020B0604020202020204" pitchFamily="34" charset="0"/>
              <a:buNone/>
              <a:tabLst/>
              <a:defRPr sz="1200" b="0" i="0">
                <a:latin typeface="Tenorite" pitchFamily="2" charset="0"/>
              </a:defRPr>
            </a:lvl2pPr>
            <a:lvl3pPr marL="6350" indent="0">
              <a:lnSpc>
                <a:spcPct val="100000"/>
              </a:lnSpc>
              <a:spcBef>
                <a:spcPts val="400"/>
              </a:spcBef>
              <a:buClrTx/>
              <a:buFont typeface="Arial" panose="020B0604020202020204" pitchFamily="34" charset="0"/>
              <a:buNone/>
              <a:tabLst/>
              <a:defRPr sz="1050" b="1"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name here</a:t>
            </a:r>
          </a:p>
          <a:p>
            <a:pPr lvl="1"/>
            <a:r>
              <a:rPr lang="en-US"/>
              <a:t>Click to edit title here</a:t>
            </a:r>
          </a:p>
          <a:p>
            <a:pPr lvl="2"/>
            <a:r>
              <a:rPr lang="en-US"/>
              <a:t>Click to edit location/team here</a:t>
            </a:r>
          </a:p>
        </p:txBody>
      </p:sp>
      <p:sp>
        <p:nvSpPr>
          <p:cNvPr id="6" name="Picture Placeholder 2">
            <a:extLst>
              <a:ext uri="{FF2B5EF4-FFF2-40B4-BE49-F238E27FC236}">
                <a16:creationId xmlns:a16="http://schemas.microsoft.com/office/drawing/2014/main" id="{56B382E8-492A-1C99-5856-6113DF28B218}"/>
              </a:ext>
            </a:extLst>
          </p:cNvPr>
          <p:cNvSpPr>
            <a:spLocks noGrp="1"/>
          </p:cNvSpPr>
          <p:nvPr>
            <p:ph type="pic" sz="quarter" idx="16" hasCustomPrompt="1"/>
          </p:nvPr>
        </p:nvSpPr>
        <p:spPr>
          <a:xfrm>
            <a:off x="2673439" y="1063223"/>
            <a:ext cx="1061434" cy="1061434"/>
          </a:xfrm>
          <a:prstGeom prst="ellipse">
            <a:avLst/>
          </a:prstGeom>
          <a:solidFill>
            <a:schemeClr val="bg2">
              <a:lumMod val="90000"/>
            </a:schemeClr>
          </a:solidFill>
        </p:spPr>
        <p:txBody>
          <a:bodyPr lIns="0" tIns="45720" rIns="0" bIns="0"/>
          <a:lstStyle>
            <a:lvl1pPr algn="ctr">
              <a:defRPr sz="800"/>
            </a:lvl1pPr>
          </a:lstStyle>
          <a:p>
            <a:r>
              <a:rPr lang="en-US"/>
              <a:t>Click to add picture</a:t>
            </a:r>
          </a:p>
        </p:txBody>
      </p:sp>
      <p:sp>
        <p:nvSpPr>
          <p:cNvPr id="7" name="Text Placeholder 3">
            <a:extLst>
              <a:ext uri="{FF2B5EF4-FFF2-40B4-BE49-F238E27FC236}">
                <a16:creationId xmlns:a16="http://schemas.microsoft.com/office/drawing/2014/main" id="{8A0690C7-6305-25F5-DBB7-8336068D4C2E}"/>
              </a:ext>
            </a:extLst>
          </p:cNvPr>
          <p:cNvSpPr>
            <a:spLocks noGrp="1"/>
          </p:cNvSpPr>
          <p:nvPr>
            <p:ph type="body" sz="quarter" idx="17" hasCustomPrompt="1"/>
          </p:nvPr>
        </p:nvSpPr>
        <p:spPr>
          <a:xfrm>
            <a:off x="4965878" y="2170094"/>
            <a:ext cx="2065986" cy="1339403"/>
          </a:xfrm>
          <a:prstGeom prst="rect">
            <a:avLst/>
          </a:prstGeom>
        </p:spPr>
        <p:txBody>
          <a:bodyPr lIns="0" rIns="0">
            <a:noAutofit/>
          </a:bodyPr>
          <a:lstStyle>
            <a:lvl1pPr marL="0" indent="0">
              <a:lnSpc>
                <a:spcPct val="100000"/>
              </a:lnSpc>
              <a:buClrTx/>
              <a:buFont typeface="Arial" panose="020B0604020202020204" pitchFamily="34" charset="0"/>
              <a:buNone/>
              <a:tabLst/>
              <a:defRPr sz="1600" b="1" i="0">
                <a:solidFill>
                  <a:schemeClr val="accent2"/>
                </a:solidFill>
                <a:latin typeface="Tenorite" pitchFamily="2" charset="0"/>
              </a:defRPr>
            </a:lvl1pPr>
            <a:lvl2pPr marL="6350" indent="0">
              <a:lnSpc>
                <a:spcPct val="100000"/>
              </a:lnSpc>
              <a:spcBef>
                <a:spcPts val="400"/>
              </a:spcBef>
              <a:buClrTx/>
              <a:buFont typeface="Arial" panose="020B0604020202020204" pitchFamily="34" charset="0"/>
              <a:buNone/>
              <a:tabLst/>
              <a:defRPr sz="1200" b="0" i="0">
                <a:latin typeface="Tenorite" pitchFamily="2" charset="0"/>
              </a:defRPr>
            </a:lvl2pPr>
            <a:lvl3pPr marL="6350" indent="0">
              <a:lnSpc>
                <a:spcPct val="100000"/>
              </a:lnSpc>
              <a:spcBef>
                <a:spcPts val="400"/>
              </a:spcBef>
              <a:buClrTx/>
              <a:buFont typeface="Arial" panose="020B0604020202020204" pitchFamily="34" charset="0"/>
              <a:buNone/>
              <a:tabLst/>
              <a:defRPr sz="1050" b="1"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name here</a:t>
            </a:r>
          </a:p>
          <a:p>
            <a:pPr lvl="1"/>
            <a:r>
              <a:rPr lang="en-US"/>
              <a:t>Click to edit title here</a:t>
            </a:r>
          </a:p>
          <a:p>
            <a:pPr lvl="2"/>
            <a:r>
              <a:rPr lang="en-US"/>
              <a:t>Click to edit location/team here</a:t>
            </a:r>
          </a:p>
        </p:txBody>
      </p:sp>
      <p:sp>
        <p:nvSpPr>
          <p:cNvPr id="8" name="Picture Placeholder 2">
            <a:extLst>
              <a:ext uri="{FF2B5EF4-FFF2-40B4-BE49-F238E27FC236}">
                <a16:creationId xmlns:a16="http://schemas.microsoft.com/office/drawing/2014/main" id="{3E4F4272-1E6D-148C-9F21-8D09501C0F84}"/>
              </a:ext>
            </a:extLst>
          </p:cNvPr>
          <p:cNvSpPr>
            <a:spLocks noGrp="1"/>
          </p:cNvSpPr>
          <p:nvPr>
            <p:ph type="pic" sz="quarter" idx="18" hasCustomPrompt="1"/>
          </p:nvPr>
        </p:nvSpPr>
        <p:spPr>
          <a:xfrm>
            <a:off x="4965878" y="1063223"/>
            <a:ext cx="1061434" cy="1061434"/>
          </a:xfrm>
          <a:prstGeom prst="ellipse">
            <a:avLst/>
          </a:prstGeom>
          <a:solidFill>
            <a:schemeClr val="bg2">
              <a:lumMod val="90000"/>
            </a:schemeClr>
          </a:solidFill>
        </p:spPr>
        <p:txBody>
          <a:bodyPr lIns="0" tIns="45720" rIns="0" bIns="0"/>
          <a:lstStyle>
            <a:lvl1pPr algn="ctr">
              <a:defRPr sz="800"/>
            </a:lvl1pPr>
          </a:lstStyle>
          <a:p>
            <a:r>
              <a:rPr lang="en-US"/>
              <a:t>Click to add picture</a:t>
            </a:r>
          </a:p>
        </p:txBody>
      </p:sp>
      <p:sp>
        <p:nvSpPr>
          <p:cNvPr id="9" name="Text Placeholder 3">
            <a:extLst>
              <a:ext uri="{FF2B5EF4-FFF2-40B4-BE49-F238E27FC236}">
                <a16:creationId xmlns:a16="http://schemas.microsoft.com/office/drawing/2014/main" id="{7DA38FD9-2694-664F-943A-25C501FCD403}"/>
              </a:ext>
            </a:extLst>
          </p:cNvPr>
          <p:cNvSpPr>
            <a:spLocks noGrp="1"/>
          </p:cNvSpPr>
          <p:nvPr>
            <p:ph type="body" sz="quarter" idx="19" hasCustomPrompt="1"/>
          </p:nvPr>
        </p:nvSpPr>
        <p:spPr>
          <a:xfrm>
            <a:off x="7258317" y="2170094"/>
            <a:ext cx="2065986" cy="1339403"/>
          </a:xfrm>
          <a:prstGeom prst="rect">
            <a:avLst/>
          </a:prstGeom>
        </p:spPr>
        <p:txBody>
          <a:bodyPr lIns="0" rIns="0">
            <a:noAutofit/>
          </a:bodyPr>
          <a:lstStyle>
            <a:lvl1pPr marL="0" indent="0">
              <a:lnSpc>
                <a:spcPct val="100000"/>
              </a:lnSpc>
              <a:buClrTx/>
              <a:buFont typeface="Arial" panose="020B0604020202020204" pitchFamily="34" charset="0"/>
              <a:buNone/>
              <a:tabLst/>
              <a:defRPr sz="1600" b="1" i="0">
                <a:solidFill>
                  <a:schemeClr val="accent2"/>
                </a:solidFill>
                <a:latin typeface="Tenorite" pitchFamily="2" charset="0"/>
              </a:defRPr>
            </a:lvl1pPr>
            <a:lvl2pPr marL="6350" indent="0">
              <a:lnSpc>
                <a:spcPct val="100000"/>
              </a:lnSpc>
              <a:spcBef>
                <a:spcPts val="400"/>
              </a:spcBef>
              <a:buClrTx/>
              <a:buFont typeface="Arial" panose="020B0604020202020204" pitchFamily="34" charset="0"/>
              <a:buNone/>
              <a:tabLst/>
              <a:defRPr sz="1200" b="0" i="0">
                <a:latin typeface="Tenorite" pitchFamily="2" charset="0"/>
              </a:defRPr>
            </a:lvl2pPr>
            <a:lvl3pPr marL="6350" indent="0">
              <a:lnSpc>
                <a:spcPct val="100000"/>
              </a:lnSpc>
              <a:spcBef>
                <a:spcPts val="400"/>
              </a:spcBef>
              <a:buClrTx/>
              <a:buFont typeface="Arial" panose="020B0604020202020204" pitchFamily="34" charset="0"/>
              <a:buNone/>
              <a:tabLst/>
              <a:defRPr sz="1050" b="1"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name here</a:t>
            </a:r>
          </a:p>
          <a:p>
            <a:pPr lvl="1"/>
            <a:r>
              <a:rPr lang="en-US"/>
              <a:t>Click to edit title here</a:t>
            </a:r>
          </a:p>
          <a:p>
            <a:pPr lvl="2"/>
            <a:r>
              <a:rPr lang="en-US"/>
              <a:t>Click to edit location/team here</a:t>
            </a:r>
          </a:p>
        </p:txBody>
      </p:sp>
      <p:sp>
        <p:nvSpPr>
          <p:cNvPr id="10" name="Picture Placeholder 2">
            <a:extLst>
              <a:ext uri="{FF2B5EF4-FFF2-40B4-BE49-F238E27FC236}">
                <a16:creationId xmlns:a16="http://schemas.microsoft.com/office/drawing/2014/main" id="{0B959087-279D-7727-52D7-14DF991AF317}"/>
              </a:ext>
            </a:extLst>
          </p:cNvPr>
          <p:cNvSpPr>
            <a:spLocks noGrp="1"/>
          </p:cNvSpPr>
          <p:nvPr>
            <p:ph type="pic" sz="quarter" idx="20" hasCustomPrompt="1"/>
          </p:nvPr>
        </p:nvSpPr>
        <p:spPr>
          <a:xfrm>
            <a:off x="7258317" y="1063223"/>
            <a:ext cx="1061434" cy="1061434"/>
          </a:xfrm>
          <a:prstGeom prst="ellipse">
            <a:avLst/>
          </a:prstGeom>
          <a:solidFill>
            <a:schemeClr val="bg2">
              <a:lumMod val="90000"/>
            </a:schemeClr>
          </a:solidFill>
        </p:spPr>
        <p:txBody>
          <a:bodyPr lIns="0" tIns="45720" rIns="0" bIns="0"/>
          <a:lstStyle>
            <a:lvl1pPr algn="ctr">
              <a:defRPr sz="800"/>
            </a:lvl1pPr>
          </a:lstStyle>
          <a:p>
            <a:r>
              <a:rPr lang="en-US"/>
              <a:t>Click to add picture</a:t>
            </a:r>
          </a:p>
        </p:txBody>
      </p:sp>
      <p:sp>
        <p:nvSpPr>
          <p:cNvPr id="11" name="Text Placeholder 3">
            <a:extLst>
              <a:ext uri="{FF2B5EF4-FFF2-40B4-BE49-F238E27FC236}">
                <a16:creationId xmlns:a16="http://schemas.microsoft.com/office/drawing/2014/main" id="{06B60C3F-3CAA-E554-C141-14D19E377F2E}"/>
              </a:ext>
            </a:extLst>
          </p:cNvPr>
          <p:cNvSpPr>
            <a:spLocks noGrp="1"/>
          </p:cNvSpPr>
          <p:nvPr>
            <p:ph type="body" sz="quarter" idx="21" hasCustomPrompt="1"/>
          </p:nvPr>
        </p:nvSpPr>
        <p:spPr>
          <a:xfrm>
            <a:off x="9550757" y="2170094"/>
            <a:ext cx="2065986" cy="1339403"/>
          </a:xfrm>
          <a:prstGeom prst="rect">
            <a:avLst/>
          </a:prstGeom>
        </p:spPr>
        <p:txBody>
          <a:bodyPr lIns="0" rIns="0">
            <a:noAutofit/>
          </a:bodyPr>
          <a:lstStyle>
            <a:lvl1pPr marL="0" indent="0">
              <a:lnSpc>
                <a:spcPct val="100000"/>
              </a:lnSpc>
              <a:buClrTx/>
              <a:buFont typeface="Arial" panose="020B0604020202020204" pitchFamily="34" charset="0"/>
              <a:buNone/>
              <a:tabLst/>
              <a:defRPr sz="1600" b="1" i="0">
                <a:solidFill>
                  <a:schemeClr val="accent2"/>
                </a:solidFill>
                <a:latin typeface="Tenorite" pitchFamily="2" charset="0"/>
              </a:defRPr>
            </a:lvl1pPr>
            <a:lvl2pPr marL="6350" indent="0">
              <a:lnSpc>
                <a:spcPct val="100000"/>
              </a:lnSpc>
              <a:spcBef>
                <a:spcPts val="400"/>
              </a:spcBef>
              <a:buClrTx/>
              <a:buFont typeface="Arial" panose="020B0604020202020204" pitchFamily="34" charset="0"/>
              <a:buNone/>
              <a:tabLst/>
              <a:defRPr sz="1200" b="0" i="0">
                <a:latin typeface="Tenorite" pitchFamily="2" charset="0"/>
              </a:defRPr>
            </a:lvl2pPr>
            <a:lvl3pPr marL="6350" indent="0">
              <a:lnSpc>
                <a:spcPct val="100000"/>
              </a:lnSpc>
              <a:spcBef>
                <a:spcPts val="400"/>
              </a:spcBef>
              <a:buClrTx/>
              <a:buFont typeface="Arial" panose="020B0604020202020204" pitchFamily="34" charset="0"/>
              <a:buNone/>
              <a:tabLst/>
              <a:defRPr sz="1050" b="1"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name here</a:t>
            </a:r>
          </a:p>
          <a:p>
            <a:pPr lvl="1"/>
            <a:r>
              <a:rPr lang="en-US"/>
              <a:t>Click to edit title here</a:t>
            </a:r>
          </a:p>
          <a:p>
            <a:pPr lvl="2"/>
            <a:r>
              <a:rPr lang="en-US"/>
              <a:t>Click to edit location/team here</a:t>
            </a:r>
          </a:p>
        </p:txBody>
      </p:sp>
      <p:sp>
        <p:nvSpPr>
          <p:cNvPr id="12" name="Picture Placeholder 2">
            <a:extLst>
              <a:ext uri="{FF2B5EF4-FFF2-40B4-BE49-F238E27FC236}">
                <a16:creationId xmlns:a16="http://schemas.microsoft.com/office/drawing/2014/main" id="{11FC5330-174A-5581-C2E1-AA600F8A6058}"/>
              </a:ext>
            </a:extLst>
          </p:cNvPr>
          <p:cNvSpPr>
            <a:spLocks noGrp="1"/>
          </p:cNvSpPr>
          <p:nvPr>
            <p:ph type="pic" sz="quarter" idx="22" hasCustomPrompt="1"/>
          </p:nvPr>
        </p:nvSpPr>
        <p:spPr>
          <a:xfrm>
            <a:off x="9550757" y="1063223"/>
            <a:ext cx="1061434" cy="1061434"/>
          </a:xfrm>
          <a:prstGeom prst="ellipse">
            <a:avLst/>
          </a:prstGeom>
          <a:solidFill>
            <a:schemeClr val="bg2">
              <a:lumMod val="90000"/>
            </a:schemeClr>
          </a:solidFill>
        </p:spPr>
        <p:txBody>
          <a:bodyPr lIns="0" tIns="45720" rIns="0" bIns="0"/>
          <a:lstStyle>
            <a:lvl1pPr algn="ctr">
              <a:defRPr sz="800"/>
            </a:lvl1pPr>
          </a:lstStyle>
          <a:p>
            <a:r>
              <a:rPr lang="en-US"/>
              <a:t>Click to add picture</a:t>
            </a:r>
          </a:p>
        </p:txBody>
      </p:sp>
      <p:sp>
        <p:nvSpPr>
          <p:cNvPr id="13" name="Text Placeholder 3">
            <a:extLst>
              <a:ext uri="{FF2B5EF4-FFF2-40B4-BE49-F238E27FC236}">
                <a16:creationId xmlns:a16="http://schemas.microsoft.com/office/drawing/2014/main" id="{A89A1758-51BD-0B59-B8CF-6CCAAA00401B}"/>
              </a:ext>
            </a:extLst>
          </p:cNvPr>
          <p:cNvSpPr>
            <a:spLocks noGrp="1"/>
          </p:cNvSpPr>
          <p:nvPr>
            <p:ph type="body" sz="quarter" idx="23" hasCustomPrompt="1"/>
          </p:nvPr>
        </p:nvSpPr>
        <p:spPr>
          <a:xfrm>
            <a:off x="381000" y="4777707"/>
            <a:ext cx="2065986" cy="1339403"/>
          </a:xfrm>
          <a:prstGeom prst="rect">
            <a:avLst/>
          </a:prstGeom>
        </p:spPr>
        <p:txBody>
          <a:bodyPr lIns="0" rIns="0">
            <a:noAutofit/>
          </a:bodyPr>
          <a:lstStyle>
            <a:lvl1pPr marL="0" indent="0">
              <a:lnSpc>
                <a:spcPct val="100000"/>
              </a:lnSpc>
              <a:buClrTx/>
              <a:buFont typeface="Arial" panose="020B0604020202020204" pitchFamily="34" charset="0"/>
              <a:buNone/>
              <a:tabLst/>
              <a:defRPr sz="1600" b="1" i="0">
                <a:solidFill>
                  <a:schemeClr val="accent2"/>
                </a:solidFill>
                <a:latin typeface="Tenorite" pitchFamily="2" charset="0"/>
              </a:defRPr>
            </a:lvl1pPr>
            <a:lvl2pPr marL="6350" indent="0">
              <a:lnSpc>
                <a:spcPct val="100000"/>
              </a:lnSpc>
              <a:spcBef>
                <a:spcPts val="400"/>
              </a:spcBef>
              <a:buClrTx/>
              <a:buFont typeface="Arial" panose="020B0604020202020204" pitchFamily="34" charset="0"/>
              <a:buNone/>
              <a:tabLst/>
              <a:defRPr sz="1200" b="0" i="0">
                <a:latin typeface="Tenorite" pitchFamily="2" charset="0"/>
              </a:defRPr>
            </a:lvl2pPr>
            <a:lvl3pPr marL="6350" indent="0">
              <a:lnSpc>
                <a:spcPct val="100000"/>
              </a:lnSpc>
              <a:spcBef>
                <a:spcPts val="400"/>
              </a:spcBef>
              <a:buClrTx/>
              <a:buFont typeface="Arial" panose="020B0604020202020204" pitchFamily="34" charset="0"/>
              <a:buNone/>
              <a:tabLst/>
              <a:defRPr sz="1050" b="1"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name here</a:t>
            </a:r>
          </a:p>
          <a:p>
            <a:pPr lvl="1"/>
            <a:r>
              <a:rPr lang="en-US"/>
              <a:t>Click to edit title here</a:t>
            </a:r>
          </a:p>
          <a:p>
            <a:pPr lvl="2"/>
            <a:r>
              <a:rPr lang="en-US"/>
              <a:t>Click to edit location/team here</a:t>
            </a:r>
          </a:p>
        </p:txBody>
      </p:sp>
      <p:sp>
        <p:nvSpPr>
          <p:cNvPr id="14" name="Picture Placeholder 2">
            <a:extLst>
              <a:ext uri="{FF2B5EF4-FFF2-40B4-BE49-F238E27FC236}">
                <a16:creationId xmlns:a16="http://schemas.microsoft.com/office/drawing/2014/main" id="{2139C11A-97C9-3E56-D0B8-F2EB76A4C08A}"/>
              </a:ext>
            </a:extLst>
          </p:cNvPr>
          <p:cNvSpPr>
            <a:spLocks noGrp="1"/>
          </p:cNvSpPr>
          <p:nvPr>
            <p:ph type="pic" sz="quarter" idx="24" hasCustomPrompt="1"/>
          </p:nvPr>
        </p:nvSpPr>
        <p:spPr>
          <a:xfrm>
            <a:off x="381000" y="3670836"/>
            <a:ext cx="1061434" cy="1061434"/>
          </a:xfrm>
          <a:prstGeom prst="ellipse">
            <a:avLst/>
          </a:prstGeom>
          <a:solidFill>
            <a:schemeClr val="bg2">
              <a:lumMod val="90000"/>
            </a:schemeClr>
          </a:solidFill>
        </p:spPr>
        <p:txBody>
          <a:bodyPr lIns="0" tIns="45720" rIns="0" bIns="0"/>
          <a:lstStyle>
            <a:lvl1pPr algn="ctr">
              <a:defRPr sz="800"/>
            </a:lvl1pPr>
          </a:lstStyle>
          <a:p>
            <a:r>
              <a:rPr lang="en-US"/>
              <a:t>Click to add picture</a:t>
            </a:r>
          </a:p>
        </p:txBody>
      </p:sp>
      <p:sp>
        <p:nvSpPr>
          <p:cNvPr id="16" name="Text Placeholder 3">
            <a:extLst>
              <a:ext uri="{FF2B5EF4-FFF2-40B4-BE49-F238E27FC236}">
                <a16:creationId xmlns:a16="http://schemas.microsoft.com/office/drawing/2014/main" id="{440DB6BF-2881-8DF8-A4D4-53C9F213F481}"/>
              </a:ext>
            </a:extLst>
          </p:cNvPr>
          <p:cNvSpPr>
            <a:spLocks noGrp="1"/>
          </p:cNvSpPr>
          <p:nvPr>
            <p:ph type="body" sz="quarter" idx="25" hasCustomPrompt="1"/>
          </p:nvPr>
        </p:nvSpPr>
        <p:spPr>
          <a:xfrm>
            <a:off x="2673439" y="4777707"/>
            <a:ext cx="2065986" cy="1339403"/>
          </a:xfrm>
          <a:prstGeom prst="rect">
            <a:avLst/>
          </a:prstGeom>
        </p:spPr>
        <p:txBody>
          <a:bodyPr lIns="0" rIns="0">
            <a:noAutofit/>
          </a:bodyPr>
          <a:lstStyle>
            <a:lvl1pPr marL="0" indent="0">
              <a:lnSpc>
                <a:spcPct val="100000"/>
              </a:lnSpc>
              <a:buClrTx/>
              <a:buFont typeface="Arial" panose="020B0604020202020204" pitchFamily="34" charset="0"/>
              <a:buNone/>
              <a:tabLst/>
              <a:defRPr sz="1600" b="1" i="0">
                <a:solidFill>
                  <a:schemeClr val="accent2"/>
                </a:solidFill>
                <a:latin typeface="Tenorite" pitchFamily="2" charset="0"/>
              </a:defRPr>
            </a:lvl1pPr>
            <a:lvl2pPr marL="6350" indent="0">
              <a:lnSpc>
                <a:spcPct val="100000"/>
              </a:lnSpc>
              <a:spcBef>
                <a:spcPts val="400"/>
              </a:spcBef>
              <a:buClrTx/>
              <a:buFont typeface="Arial" panose="020B0604020202020204" pitchFamily="34" charset="0"/>
              <a:buNone/>
              <a:tabLst/>
              <a:defRPr sz="1200" b="0" i="0">
                <a:latin typeface="Tenorite" pitchFamily="2" charset="0"/>
              </a:defRPr>
            </a:lvl2pPr>
            <a:lvl3pPr marL="6350" indent="0">
              <a:lnSpc>
                <a:spcPct val="100000"/>
              </a:lnSpc>
              <a:spcBef>
                <a:spcPts val="400"/>
              </a:spcBef>
              <a:buClrTx/>
              <a:buFont typeface="Arial" panose="020B0604020202020204" pitchFamily="34" charset="0"/>
              <a:buNone/>
              <a:tabLst/>
              <a:defRPr sz="1050" b="1"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name here</a:t>
            </a:r>
          </a:p>
          <a:p>
            <a:pPr lvl="1"/>
            <a:r>
              <a:rPr lang="en-US"/>
              <a:t>Click to edit title here</a:t>
            </a:r>
          </a:p>
          <a:p>
            <a:pPr lvl="2"/>
            <a:r>
              <a:rPr lang="en-US"/>
              <a:t>Click to edit location/team here</a:t>
            </a:r>
          </a:p>
        </p:txBody>
      </p:sp>
      <p:sp>
        <p:nvSpPr>
          <p:cNvPr id="17" name="Picture Placeholder 2">
            <a:extLst>
              <a:ext uri="{FF2B5EF4-FFF2-40B4-BE49-F238E27FC236}">
                <a16:creationId xmlns:a16="http://schemas.microsoft.com/office/drawing/2014/main" id="{57FFC354-A1DC-3B15-D02A-812B79E7D8ED}"/>
              </a:ext>
            </a:extLst>
          </p:cNvPr>
          <p:cNvSpPr>
            <a:spLocks noGrp="1"/>
          </p:cNvSpPr>
          <p:nvPr>
            <p:ph type="pic" sz="quarter" idx="26" hasCustomPrompt="1"/>
          </p:nvPr>
        </p:nvSpPr>
        <p:spPr>
          <a:xfrm>
            <a:off x="2673439" y="3670836"/>
            <a:ext cx="1061434" cy="1061434"/>
          </a:xfrm>
          <a:prstGeom prst="ellipse">
            <a:avLst/>
          </a:prstGeom>
          <a:solidFill>
            <a:schemeClr val="bg2">
              <a:lumMod val="90000"/>
            </a:schemeClr>
          </a:solidFill>
        </p:spPr>
        <p:txBody>
          <a:bodyPr lIns="0" tIns="45720" rIns="0" bIns="0"/>
          <a:lstStyle>
            <a:lvl1pPr algn="ctr">
              <a:defRPr sz="800"/>
            </a:lvl1pPr>
          </a:lstStyle>
          <a:p>
            <a:r>
              <a:rPr lang="en-US"/>
              <a:t>Click to add picture</a:t>
            </a:r>
          </a:p>
        </p:txBody>
      </p:sp>
      <p:sp>
        <p:nvSpPr>
          <p:cNvPr id="18" name="Text Placeholder 3">
            <a:extLst>
              <a:ext uri="{FF2B5EF4-FFF2-40B4-BE49-F238E27FC236}">
                <a16:creationId xmlns:a16="http://schemas.microsoft.com/office/drawing/2014/main" id="{B3B235CB-BB0A-CBF7-3C8E-2FAD7F4B02C8}"/>
              </a:ext>
            </a:extLst>
          </p:cNvPr>
          <p:cNvSpPr>
            <a:spLocks noGrp="1"/>
          </p:cNvSpPr>
          <p:nvPr>
            <p:ph type="body" sz="quarter" idx="27" hasCustomPrompt="1"/>
          </p:nvPr>
        </p:nvSpPr>
        <p:spPr>
          <a:xfrm>
            <a:off x="4965878" y="4777707"/>
            <a:ext cx="2065986" cy="1339403"/>
          </a:xfrm>
          <a:prstGeom prst="rect">
            <a:avLst/>
          </a:prstGeom>
        </p:spPr>
        <p:txBody>
          <a:bodyPr lIns="0" rIns="0">
            <a:noAutofit/>
          </a:bodyPr>
          <a:lstStyle>
            <a:lvl1pPr marL="0" indent="0">
              <a:lnSpc>
                <a:spcPct val="100000"/>
              </a:lnSpc>
              <a:buClrTx/>
              <a:buFont typeface="Arial" panose="020B0604020202020204" pitchFamily="34" charset="0"/>
              <a:buNone/>
              <a:tabLst/>
              <a:defRPr sz="1600" b="1" i="0">
                <a:solidFill>
                  <a:schemeClr val="accent2"/>
                </a:solidFill>
                <a:latin typeface="Tenorite" pitchFamily="2" charset="0"/>
              </a:defRPr>
            </a:lvl1pPr>
            <a:lvl2pPr marL="6350" indent="0">
              <a:lnSpc>
                <a:spcPct val="100000"/>
              </a:lnSpc>
              <a:spcBef>
                <a:spcPts val="400"/>
              </a:spcBef>
              <a:buClrTx/>
              <a:buFont typeface="Arial" panose="020B0604020202020204" pitchFamily="34" charset="0"/>
              <a:buNone/>
              <a:tabLst/>
              <a:defRPr sz="1200" b="0" i="0">
                <a:latin typeface="Tenorite" pitchFamily="2" charset="0"/>
              </a:defRPr>
            </a:lvl2pPr>
            <a:lvl3pPr marL="6350" indent="0">
              <a:lnSpc>
                <a:spcPct val="100000"/>
              </a:lnSpc>
              <a:spcBef>
                <a:spcPts val="400"/>
              </a:spcBef>
              <a:buClrTx/>
              <a:buFont typeface="Arial" panose="020B0604020202020204" pitchFamily="34" charset="0"/>
              <a:buNone/>
              <a:tabLst/>
              <a:defRPr sz="1050" b="1"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name here</a:t>
            </a:r>
          </a:p>
          <a:p>
            <a:pPr lvl="1"/>
            <a:r>
              <a:rPr lang="en-US"/>
              <a:t>Click to edit title here</a:t>
            </a:r>
          </a:p>
          <a:p>
            <a:pPr lvl="2"/>
            <a:r>
              <a:rPr lang="en-US"/>
              <a:t>Click to edit location/team here</a:t>
            </a:r>
          </a:p>
        </p:txBody>
      </p:sp>
      <p:sp>
        <p:nvSpPr>
          <p:cNvPr id="19" name="Picture Placeholder 2">
            <a:extLst>
              <a:ext uri="{FF2B5EF4-FFF2-40B4-BE49-F238E27FC236}">
                <a16:creationId xmlns:a16="http://schemas.microsoft.com/office/drawing/2014/main" id="{19CB0A13-A679-D177-C5B7-E4D616EC075D}"/>
              </a:ext>
            </a:extLst>
          </p:cNvPr>
          <p:cNvSpPr>
            <a:spLocks noGrp="1"/>
          </p:cNvSpPr>
          <p:nvPr>
            <p:ph type="pic" sz="quarter" idx="28" hasCustomPrompt="1"/>
          </p:nvPr>
        </p:nvSpPr>
        <p:spPr>
          <a:xfrm>
            <a:off x="4965878" y="3670836"/>
            <a:ext cx="1061434" cy="1061434"/>
          </a:xfrm>
          <a:prstGeom prst="ellipse">
            <a:avLst/>
          </a:prstGeom>
          <a:solidFill>
            <a:schemeClr val="bg2">
              <a:lumMod val="90000"/>
            </a:schemeClr>
          </a:solidFill>
        </p:spPr>
        <p:txBody>
          <a:bodyPr lIns="0" tIns="45720" rIns="0" bIns="0"/>
          <a:lstStyle>
            <a:lvl1pPr algn="ctr">
              <a:defRPr sz="800"/>
            </a:lvl1pPr>
          </a:lstStyle>
          <a:p>
            <a:r>
              <a:rPr lang="en-US"/>
              <a:t>Click to add picture</a:t>
            </a:r>
          </a:p>
        </p:txBody>
      </p:sp>
      <p:sp>
        <p:nvSpPr>
          <p:cNvPr id="20" name="Text Placeholder 3">
            <a:extLst>
              <a:ext uri="{FF2B5EF4-FFF2-40B4-BE49-F238E27FC236}">
                <a16:creationId xmlns:a16="http://schemas.microsoft.com/office/drawing/2014/main" id="{68C34DB9-0409-BC28-AF17-435214B8A2E7}"/>
              </a:ext>
            </a:extLst>
          </p:cNvPr>
          <p:cNvSpPr>
            <a:spLocks noGrp="1"/>
          </p:cNvSpPr>
          <p:nvPr>
            <p:ph type="body" sz="quarter" idx="29" hasCustomPrompt="1"/>
          </p:nvPr>
        </p:nvSpPr>
        <p:spPr>
          <a:xfrm>
            <a:off x="7258317" y="4777707"/>
            <a:ext cx="2065986" cy="1339403"/>
          </a:xfrm>
          <a:prstGeom prst="rect">
            <a:avLst/>
          </a:prstGeom>
        </p:spPr>
        <p:txBody>
          <a:bodyPr lIns="0" rIns="0">
            <a:noAutofit/>
          </a:bodyPr>
          <a:lstStyle>
            <a:lvl1pPr marL="0" indent="0">
              <a:lnSpc>
                <a:spcPct val="100000"/>
              </a:lnSpc>
              <a:buClrTx/>
              <a:buFont typeface="Arial" panose="020B0604020202020204" pitchFamily="34" charset="0"/>
              <a:buNone/>
              <a:tabLst/>
              <a:defRPr sz="1600" b="1" i="0">
                <a:solidFill>
                  <a:schemeClr val="accent2"/>
                </a:solidFill>
                <a:latin typeface="Tenorite" pitchFamily="2" charset="0"/>
              </a:defRPr>
            </a:lvl1pPr>
            <a:lvl2pPr marL="6350" indent="0">
              <a:lnSpc>
                <a:spcPct val="100000"/>
              </a:lnSpc>
              <a:spcBef>
                <a:spcPts val="400"/>
              </a:spcBef>
              <a:buClrTx/>
              <a:buFont typeface="Arial" panose="020B0604020202020204" pitchFamily="34" charset="0"/>
              <a:buNone/>
              <a:tabLst/>
              <a:defRPr sz="1200" b="0" i="0">
                <a:latin typeface="Tenorite" pitchFamily="2" charset="0"/>
              </a:defRPr>
            </a:lvl2pPr>
            <a:lvl3pPr marL="6350" indent="0">
              <a:lnSpc>
                <a:spcPct val="100000"/>
              </a:lnSpc>
              <a:spcBef>
                <a:spcPts val="400"/>
              </a:spcBef>
              <a:buClrTx/>
              <a:buFont typeface="Arial" panose="020B0604020202020204" pitchFamily="34" charset="0"/>
              <a:buNone/>
              <a:tabLst/>
              <a:defRPr sz="1050" b="1"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name here</a:t>
            </a:r>
          </a:p>
          <a:p>
            <a:pPr lvl="1"/>
            <a:r>
              <a:rPr lang="en-US"/>
              <a:t>Click to edit title here</a:t>
            </a:r>
          </a:p>
          <a:p>
            <a:pPr lvl="2"/>
            <a:r>
              <a:rPr lang="en-US"/>
              <a:t>Click to edit location/team here</a:t>
            </a:r>
          </a:p>
        </p:txBody>
      </p:sp>
      <p:sp>
        <p:nvSpPr>
          <p:cNvPr id="21" name="Picture Placeholder 2">
            <a:extLst>
              <a:ext uri="{FF2B5EF4-FFF2-40B4-BE49-F238E27FC236}">
                <a16:creationId xmlns:a16="http://schemas.microsoft.com/office/drawing/2014/main" id="{DDEBA851-B61B-25D5-77F3-B8AE3A817BF1}"/>
              </a:ext>
            </a:extLst>
          </p:cNvPr>
          <p:cNvSpPr>
            <a:spLocks noGrp="1"/>
          </p:cNvSpPr>
          <p:nvPr>
            <p:ph type="pic" sz="quarter" idx="30" hasCustomPrompt="1"/>
          </p:nvPr>
        </p:nvSpPr>
        <p:spPr>
          <a:xfrm>
            <a:off x="7258317" y="3670836"/>
            <a:ext cx="1061434" cy="1061434"/>
          </a:xfrm>
          <a:prstGeom prst="ellipse">
            <a:avLst/>
          </a:prstGeom>
          <a:solidFill>
            <a:schemeClr val="bg2">
              <a:lumMod val="90000"/>
            </a:schemeClr>
          </a:solidFill>
        </p:spPr>
        <p:txBody>
          <a:bodyPr lIns="0" tIns="45720" rIns="0" bIns="0"/>
          <a:lstStyle>
            <a:lvl1pPr algn="ctr">
              <a:defRPr sz="800"/>
            </a:lvl1pPr>
          </a:lstStyle>
          <a:p>
            <a:r>
              <a:rPr lang="en-US"/>
              <a:t>Click to add picture</a:t>
            </a:r>
          </a:p>
        </p:txBody>
      </p:sp>
      <p:sp>
        <p:nvSpPr>
          <p:cNvPr id="22" name="Text Placeholder 3">
            <a:extLst>
              <a:ext uri="{FF2B5EF4-FFF2-40B4-BE49-F238E27FC236}">
                <a16:creationId xmlns:a16="http://schemas.microsoft.com/office/drawing/2014/main" id="{737A6084-318E-591F-2590-3CECAA6D67D8}"/>
              </a:ext>
            </a:extLst>
          </p:cNvPr>
          <p:cNvSpPr>
            <a:spLocks noGrp="1"/>
          </p:cNvSpPr>
          <p:nvPr>
            <p:ph type="body" sz="quarter" idx="31" hasCustomPrompt="1"/>
          </p:nvPr>
        </p:nvSpPr>
        <p:spPr>
          <a:xfrm>
            <a:off x="9550757" y="4777707"/>
            <a:ext cx="2065986" cy="1339403"/>
          </a:xfrm>
          <a:prstGeom prst="rect">
            <a:avLst/>
          </a:prstGeom>
        </p:spPr>
        <p:txBody>
          <a:bodyPr lIns="0" rIns="0">
            <a:noAutofit/>
          </a:bodyPr>
          <a:lstStyle>
            <a:lvl1pPr marL="0" indent="0">
              <a:lnSpc>
                <a:spcPct val="100000"/>
              </a:lnSpc>
              <a:buClrTx/>
              <a:buFont typeface="Arial" panose="020B0604020202020204" pitchFamily="34" charset="0"/>
              <a:buNone/>
              <a:tabLst/>
              <a:defRPr sz="1600" b="1" i="0">
                <a:solidFill>
                  <a:schemeClr val="accent2"/>
                </a:solidFill>
                <a:latin typeface="Tenorite" pitchFamily="2" charset="0"/>
              </a:defRPr>
            </a:lvl1pPr>
            <a:lvl2pPr marL="6350" indent="0">
              <a:lnSpc>
                <a:spcPct val="100000"/>
              </a:lnSpc>
              <a:spcBef>
                <a:spcPts val="400"/>
              </a:spcBef>
              <a:buClrTx/>
              <a:buFont typeface="Arial" panose="020B0604020202020204" pitchFamily="34" charset="0"/>
              <a:buNone/>
              <a:tabLst/>
              <a:defRPr sz="1200" b="0" i="0">
                <a:latin typeface="Tenorite" pitchFamily="2" charset="0"/>
              </a:defRPr>
            </a:lvl2pPr>
            <a:lvl3pPr marL="6350" indent="0">
              <a:lnSpc>
                <a:spcPct val="100000"/>
              </a:lnSpc>
              <a:spcBef>
                <a:spcPts val="400"/>
              </a:spcBef>
              <a:buClrTx/>
              <a:buFont typeface="Arial" panose="020B0604020202020204" pitchFamily="34" charset="0"/>
              <a:buNone/>
              <a:tabLst/>
              <a:defRPr sz="1050" b="1"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name here</a:t>
            </a:r>
          </a:p>
          <a:p>
            <a:pPr lvl="1"/>
            <a:r>
              <a:rPr lang="en-US"/>
              <a:t>Click to edit title here</a:t>
            </a:r>
          </a:p>
          <a:p>
            <a:pPr lvl="2"/>
            <a:r>
              <a:rPr lang="en-US"/>
              <a:t>Click to edit location/team here</a:t>
            </a:r>
          </a:p>
        </p:txBody>
      </p:sp>
      <p:sp>
        <p:nvSpPr>
          <p:cNvPr id="23" name="Picture Placeholder 2">
            <a:extLst>
              <a:ext uri="{FF2B5EF4-FFF2-40B4-BE49-F238E27FC236}">
                <a16:creationId xmlns:a16="http://schemas.microsoft.com/office/drawing/2014/main" id="{C04DA1AA-4DE8-985C-B7F9-85599EF0410E}"/>
              </a:ext>
            </a:extLst>
          </p:cNvPr>
          <p:cNvSpPr>
            <a:spLocks noGrp="1"/>
          </p:cNvSpPr>
          <p:nvPr>
            <p:ph type="pic" sz="quarter" idx="32" hasCustomPrompt="1"/>
          </p:nvPr>
        </p:nvSpPr>
        <p:spPr>
          <a:xfrm>
            <a:off x="9550757" y="3670836"/>
            <a:ext cx="1061434" cy="1061434"/>
          </a:xfrm>
          <a:prstGeom prst="ellipse">
            <a:avLst/>
          </a:prstGeom>
          <a:solidFill>
            <a:schemeClr val="bg2">
              <a:lumMod val="90000"/>
            </a:schemeClr>
          </a:solidFill>
        </p:spPr>
        <p:txBody>
          <a:bodyPr lIns="0" tIns="45720" rIns="0" bIns="0"/>
          <a:lstStyle>
            <a:lvl1pPr algn="ctr">
              <a:defRPr sz="800"/>
            </a:lvl1pPr>
          </a:lstStyle>
          <a:p>
            <a:r>
              <a:rPr lang="en-US"/>
              <a:t>Click to add picture</a:t>
            </a:r>
          </a:p>
        </p:txBody>
      </p:sp>
    </p:spTree>
    <p:extLst>
      <p:ext uri="{BB962C8B-B14F-4D97-AF65-F5344CB8AC3E}">
        <p14:creationId xmlns:p14="http://schemas.microsoft.com/office/powerpoint/2010/main" val="271955350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cSld name="End Slide White BG">
    <p:bg>
      <p:bgPr>
        <a:solidFill>
          <a:schemeClr val="bg1"/>
        </a:solidFill>
        <a:effectLst/>
      </p:bgPr>
    </p:bg>
    <p:spTree>
      <p:nvGrpSpPr>
        <p:cNvPr id="1" name=""/>
        <p:cNvGrpSpPr/>
        <p:nvPr/>
      </p:nvGrpSpPr>
      <p:grpSpPr>
        <a:xfrm>
          <a:off x="0" y="0"/>
          <a:ext cx="0" cy="0"/>
          <a:chOff x="0" y="0"/>
          <a:chExt cx="0" cy="0"/>
        </a:xfrm>
      </p:grpSpPr>
      <p:grpSp>
        <p:nvGrpSpPr>
          <p:cNvPr id="32" name="Group 31">
            <a:extLst>
              <a:ext uri="{FF2B5EF4-FFF2-40B4-BE49-F238E27FC236}">
                <a16:creationId xmlns:a16="http://schemas.microsoft.com/office/drawing/2014/main" id="{07FE7D6C-A446-8D66-9295-0B1CC685D666}"/>
              </a:ext>
            </a:extLst>
          </p:cNvPr>
          <p:cNvGrpSpPr/>
          <p:nvPr/>
        </p:nvGrpSpPr>
        <p:grpSpPr>
          <a:xfrm>
            <a:off x="3365433" y="2020093"/>
            <a:ext cx="5461134" cy="1586977"/>
            <a:chOff x="5689410" y="3308350"/>
            <a:chExt cx="815352" cy="236937"/>
          </a:xfrm>
          <a:solidFill>
            <a:schemeClr val="accent1"/>
          </a:solidFill>
        </p:grpSpPr>
        <p:sp>
          <p:nvSpPr>
            <p:cNvPr id="33" name="Freeform 32">
              <a:extLst>
                <a:ext uri="{FF2B5EF4-FFF2-40B4-BE49-F238E27FC236}">
                  <a16:creationId xmlns:a16="http://schemas.microsoft.com/office/drawing/2014/main" id="{4D145C46-AFB2-2925-0EE7-762C3DFDE598}"/>
                </a:ext>
              </a:extLst>
            </p:cNvPr>
            <p:cNvSpPr/>
            <p:nvPr/>
          </p:nvSpPr>
          <p:spPr>
            <a:xfrm>
              <a:off x="5689410" y="3309278"/>
              <a:ext cx="65969" cy="80649"/>
            </a:xfrm>
            <a:custGeom>
              <a:avLst/>
              <a:gdLst>
                <a:gd name="connsiteX0" fmla="*/ 57652 w 65969"/>
                <a:gd name="connsiteY0" fmla="*/ 20975 h 80649"/>
                <a:gd name="connsiteX1" fmla="*/ 35158 w 65969"/>
                <a:gd name="connsiteY1" fmla="*/ 14385 h 80649"/>
                <a:gd name="connsiteX2" fmla="*/ 19942 w 65969"/>
                <a:gd name="connsiteY2" fmla="*/ 23759 h 80649"/>
                <a:gd name="connsiteX3" fmla="*/ 36292 w 65969"/>
                <a:gd name="connsiteY3" fmla="*/ 32761 h 80649"/>
                <a:gd name="connsiteX4" fmla="*/ 40735 w 65969"/>
                <a:gd name="connsiteY4" fmla="*/ 33504 h 80649"/>
                <a:gd name="connsiteX5" fmla="*/ 65969 w 65969"/>
                <a:gd name="connsiteY5" fmla="*/ 55313 h 80649"/>
                <a:gd name="connsiteX6" fmla="*/ 33457 w 65969"/>
                <a:gd name="connsiteY6" fmla="*/ 80650 h 80649"/>
                <a:gd name="connsiteX7" fmla="*/ 0 w 65969"/>
                <a:gd name="connsiteY7" fmla="*/ 70441 h 80649"/>
                <a:gd name="connsiteX8" fmla="*/ 8223 w 65969"/>
                <a:gd name="connsiteY8" fmla="*/ 57912 h 80649"/>
                <a:gd name="connsiteX9" fmla="*/ 33457 w 65969"/>
                <a:gd name="connsiteY9" fmla="*/ 66358 h 80649"/>
                <a:gd name="connsiteX10" fmla="*/ 49052 w 65969"/>
                <a:gd name="connsiteY10" fmla="*/ 56984 h 80649"/>
                <a:gd name="connsiteX11" fmla="*/ 32228 w 65969"/>
                <a:gd name="connsiteY11" fmla="*/ 47889 h 80649"/>
                <a:gd name="connsiteX12" fmla="*/ 27219 w 65969"/>
                <a:gd name="connsiteY12" fmla="*/ 47146 h 80649"/>
                <a:gd name="connsiteX13" fmla="*/ 3024 w 65969"/>
                <a:gd name="connsiteY13" fmla="*/ 24872 h 80649"/>
                <a:gd name="connsiteX14" fmla="*/ 34780 w 65969"/>
                <a:gd name="connsiteY14" fmla="*/ 0 h 80649"/>
                <a:gd name="connsiteX15" fmla="*/ 65119 w 65969"/>
                <a:gd name="connsiteY15" fmla="*/ 8260 h 80649"/>
                <a:gd name="connsiteX16" fmla="*/ 57652 w 65969"/>
                <a:gd name="connsiteY16" fmla="*/ 20975 h 80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5969" h="80649">
                  <a:moveTo>
                    <a:pt x="57652" y="20975"/>
                  </a:moveTo>
                  <a:cubicBezTo>
                    <a:pt x="51414" y="17169"/>
                    <a:pt x="43853" y="14385"/>
                    <a:pt x="35158" y="14385"/>
                  </a:cubicBezTo>
                  <a:cubicBezTo>
                    <a:pt x="26463" y="14385"/>
                    <a:pt x="19942" y="17819"/>
                    <a:pt x="19942" y="23759"/>
                  </a:cubicBezTo>
                  <a:cubicBezTo>
                    <a:pt x="19942" y="29698"/>
                    <a:pt x="26841" y="31183"/>
                    <a:pt x="36292" y="32761"/>
                  </a:cubicBezTo>
                  <a:lnTo>
                    <a:pt x="40735" y="33504"/>
                  </a:lnTo>
                  <a:cubicBezTo>
                    <a:pt x="54911" y="35824"/>
                    <a:pt x="65969" y="41763"/>
                    <a:pt x="65969" y="55313"/>
                  </a:cubicBezTo>
                  <a:cubicBezTo>
                    <a:pt x="65969" y="72483"/>
                    <a:pt x="50564" y="80650"/>
                    <a:pt x="33457" y="80650"/>
                  </a:cubicBezTo>
                  <a:cubicBezTo>
                    <a:pt x="21454" y="80650"/>
                    <a:pt x="8506" y="77216"/>
                    <a:pt x="0" y="70441"/>
                  </a:cubicBezTo>
                  <a:lnTo>
                    <a:pt x="8223" y="57912"/>
                  </a:lnTo>
                  <a:cubicBezTo>
                    <a:pt x="13988" y="62460"/>
                    <a:pt x="23250" y="66358"/>
                    <a:pt x="33457" y="66358"/>
                  </a:cubicBezTo>
                  <a:cubicBezTo>
                    <a:pt x="42247" y="66358"/>
                    <a:pt x="49052" y="62924"/>
                    <a:pt x="49052" y="56984"/>
                  </a:cubicBezTo>
                  <a:cubicBezTo>
                    <a:pt x="49052" y="51601"/>
                    <a:pt x="43286" y="49559"/>
                    <a:pt x="32228" y="47889"/>
                  </a:cubicBezTo>
                  <a:lnTo>
                    <a:pt x="27219" y="47146"/>
                  </a:lnTo>
                  <a:cubicBezTo>
                    <a:pt x="13232" y="45012"/>
                    <a:pt x="3024" y="38886"/>
                    <a:pt x="3024" y="24872"/>
                  </a:cubicBezTo>
                  <a:cubicBezTo>
                    <a:pt x="3213" y="8446"/>
                    <a:pt x="17957" y="0"/>
                    <a:pt x="34780" y="0"/>
                  </a:cubicBezTo>
                  <a:cubicBezTo>
                    <a:pt x="45933" y="0"/>
                    <a:pt x="55100" y="2413"/>
                    <a:pt x="65119" y="8260"/>
                  </a:cubicBezTo>
                  <a:lnTo>
                    <a:pt x="57652" y="20975"/>
                  </a:lnTo>
                  <a:close/>
                </a:path>
              </a:pathLst>
            </a:custGeom>
            <a:grpFill/>
            <a:ln w="0" cap="flat">
              <a:noFill/>
              <a:prstDash val="solid"/>
              <a:miter/>
            </a:ln>
          </p:spPr>
          <p:txBody>
            <a:bodyPr rtlCol="0" anchor="ctr"/>
            <a:lstStyle/>
            <a:p>
              <a:endParaRPr lang="en-US" b="1" i="0">
                <a:latin typeface="Tenorite" pitchFamily="2" charset="0"/>
              </a:endParaRPr>
            </a:p>
          </p:txBody>
        </p:sp>
        <p:sp>
          <p:nvSpPr>
            <p:cNvPr id="34" name="Freeform 33">
              <a:extLst>
                <a:ext uri="{FF2B5EF4-FFF2-40B4-BE49-F238E27FC236}">
                  <a16:creationId xmlns:a16="http://schemas.microsoft.com/office/drawing/2014/main" id="{CF839F21-1A0A-D3CA-7CCC-AB90CD03926D}"/>
                </a:ext>
              </a:extLst>
            </p:cNvPr>
            <p:cNvSpPr/>
            <p:nvPr/>
          </p:nvSpPr>
          <p:spPr>
            <a:xfrm>
              <a:off x="5762184" y="3318466"/>
              <a:ext cx="49429" cy="71369"/>
            </a:xfrm>
            <a:custGeom>
              <a:avLst/>
              <a:gdLst>
                <a:gd name="connsiteX0" fmla="*/ 45271 w 49429"/>
                <a:gd name="connsiteY0" fmla="*/ 29049 h 71369"/>
                <a:gd name="connsiteX1" fmla="*/ 25424 w 49429"/>
                <a:gd name="connsiteY1" fmla="*/ 29049 h 71369"/>
                <a:gd name="connsiteX2" fmla="*/ 25424 w 49429"/>
                <a:gd name="connsiteY2" fmla="*/ 48724 h 71369"/>
                <a:gd name="connsiteX3" fmla="*/ 33646 w 49429"/>
                <a:gd name="connsiteY3" fmla="*/ 57912 h 71369"/>
                <a:gd name="connsiteX4" fmla="*/ 43948 w 49429"/>
                <a:gd name="connsiteY4" fmla="*/ 54385 h 71369"/>
                <a:gd name="connsiteX5" fmla="*/ 49430 w 49429"/>
                <a:gd name="connsiteY5" fmla="*/ 65708 h 71369"/>
                <a:gd name="connsiteX6" fmla="*/ 31189 w 49429"/>
                <a:gd name="connsiteY6" fmla="*/ 71369 h 71369"/>
                <a:gd name="connsiteX7" fmla="*/ 10585 w 49429"/>
                <a:gd name="connsiteY7" fmla="*/ 49838 h 71369"/>
                <a:gd name="connsiteX8" fmla="*/ 10585 w 49429"/>
                <a:gd name="connsiteY8" fmla="*/ 28956 h 71369"/>
                <a:gd name="connsiteX9" fmla="*/ 0 w 49429"/>
                <a:gd name="connsiteY9" fmla="*/ 28956 h 71369"/>
                <a:gd name="connsiteX10" fmla="*/ 0 w 49429"/>
                <a:gd name="connsiteY10" fmla="*/ 16056 h 71369"/>
                <a:gd name="connsiteX11" fmla="*/ 10585 w 49429"/>
                <a:gd name="connsiteY11" fmla="*/ 16056 h 71369"/>
                <a:gd name="connsiteX12" fmla="*/ 10585 w 49429"/>
                <a:gd name="connsiteY12" fmla="*/ 0 h 71369"/>
                <a:gd name="connsiteX13" fmla="*/ 25424 w 49429"/>
                <a:gd name="connsiteY13" fmla="*/ 0 h 71369"/>
                <a:gd name="connsiteX14" fmla="*/ 25424 w 49429"/>
                <a:gd name="connsiteY14" fmla="*/ 16056 h 71369"/>
                <a:gd name="connsiteX15" fmla="*/ 45271 w 49429"/>
                <a:gd name="connsiteY15" fmla="*/ 16056 h 71369"/>
                <a:gd name="connsiteX16" fmla="*/ 45271 w 49429"/>
                <a:gd name="connsiteY16" fmla="*/ 28956 h 71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9429" h="71369">
                  <a:moveTo>
                    <a:pt x="45271" y="29049"/>
                  </a:moveTo>
                  <a:lnTo>
                    <a:pt x="25424" y="29049"/>
                  </a:lnTo>
                  <a:lnTo>
                    <a:pt x="25424" y="48724"/>
                  </a:lnTo>
                  <a:cubicBezTo>
                    <a:pt x="25424" y="55499"/>
                    <a:pt x="29015" y="57912"/>
                    <a:pt x="33646" y="57912"/>
                  </a:cubicBezTo>
                  <a:cubicBezTo>
                    <a:pt x="37143" y="57912"/>
                    <a:pt x="40924" y="56149"/>
                    <a:pt x="43948" y="54385"/>
                  </a:cubicBezTo>
                  <a:lnTo>
                    <a:pt x="49430" y="65708"/>
                  </a:lnTo>
                  <a:cubicBezTo>
                    <a:pt x="44609" y="68956"/>
                    <a:pt x="39033" y="71369"/>
                    <a:pt x="31189" y="71369"/>
                  </a:cubicBezTo>
                  <a:cubicBezTo>
                    <a:pt x="17579" y="71369"/>
                    <a:pt x="10585" y="63759"/>
                    <a:pt x="10585" y="49838"/>
                  </a:cubicBezTo>
                  <a:lnTo>
                    <a:pt x="10585" y="28956"/>
                  </a:lnTo>
                  <a:lnTo>
                    <a:pt x="0" y="28956"/>
                  </a:lnTo>
                  <a:lnTo>
                    <a:pt x="0" y="16056"/>
                  </a:lnTo>
                  <a:lnTo>
                    <a:pt x="10585" y="16056"/>
                  </a:lnTo>
                  <a:lnTo>
                    <a:pt x="10585" y="0"/>
                  </a:lnTo>
                  <a:lnTo>
                    <a:pt x="25424" y="0"/>
                  </a:lnTo>
                  <a:lnTo>
                    <a:pt x="25424" y="16056"/>
                  </a:lnTo>
                  <a:lnTo>
                    <a:pt x="45271" y="16056"/>
                  </a:lnTo>
                  <a:lnTo>
                    <a:pt x="45271" y="28956"/>
                  </a:lnTo>
                  <a:close/>
                </a:path>
              </a:pathLst>
            </a:custGeom>
            <a:grpFill/>
            <a:ln w="0" cap="flat">
              <a:noFill/>
              <a:prstDash val="solid"/>
              <a:miter/>
            </a:ln>
          </p:spPr>
          <p:txBody>
            <a:bodyPr rtlCol="0" anchor="ctr"/>
            <a:lstStyle/>
            <a:p>
              <a:endParaRPr lang="en-US" b="1" i="0">
                <a:latin typeface="Tenorite" pitchFamily="2" charset="0"/>
              </a:endParaRPr>
            </a:p>
          </p:txBody>
        </p:sp>
        <p:sp>
          <p:nvSpPr>
            <p:cNvPr id="35" name="Freeform 34">
              <a:extLst>
                <a:ext uri="{FF2B5EF4-FFF2-40B4-BE49-F238E27FC236}">
                  <a16:creationId xmlns:a16="http://schemas.microsoft.com/office/drawing/2014/main" id="{184A4D2E-6D93-A7F4-5950-E947646CFD2F}"/>
                </a:ext>
              </a:extLst>
            </p:cNvPr>
            <p:cNvSpPr/>
            <p:nvPr/>
          </p:nvSpPr>
          <p:spPr>
            <a:xfrm>
              <a:off x="5820593" y="3333129"/>
              <a:ext cx="37615" cy="55313"/>
            </a:xfrm>
            <a:custGeom>
              <a:avLst/>
              <a:gdLst>
                <a:gd name="connsiteX0" fmla="*/ 37427 w 37615"/>
                <a:gd name="connsiteY0" fmla="*/ 1114 h 55313"/>
                <a:gd name="connsiteX1" fmla="*/ 35253 w 37615"/>
                <a:gd name="connsiteY1" fmla="*/ 15499 h 55313"/>
                <a:gd name="connsiteX2" fmla="*/ 26274 w 37615"/>
                <a:gd name="connsiteY2" fmla="*/ 13736 h 55313"/>
                <a:gd name="connsiteX3" fmla="*/ 14744 w 37615"/>
                <a:gd name="connsiteY3" fmla="*/ 25893 h 55313"/>
                <a:gd name="connsiteX4" fmla="*/ 14744 w 37615"/>
                <a:gd name="connsiteY4" fmla="*/ 55313 h 55313"/>
                <a:gd name="connsiteX5" fmla="*/ 0 w 37615"/>
                <a:gd name="connsiteY5" fmla="*/ 55313 h 55313"/>
                <a:gd name="connsiteX6" fmla="*/ 0 w 37615"/>
                <a:gd name="connsiteY6" fmla="*/ 1392 h 55313"/>
                <a:gd name="connsiteX7" fmla="*/ 14366 w 37615"/>
                <a:gd name="connsiteY7" fmla="*/ 1392 h 55313"/>
                <a:gd name="connsiteX8" fmla="*/ 14366 w 37615"/>
                <a:gd name="connsiteY8" fmla="*/ 7332 h 55313"/>
                <a:gd name="connsiteX9" fmla="*/ 29866 w 37615"/>
                <a:gd name="connsiteY9" fmla="*/ 0 h 55313"/>
                <a:gd name="connsiteX10" fmla="*/ 37616 w 37615"/>
                <a:gd name="connsiteY10" fmla="*/ 1206 h 55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615" h="55313">
                  <a:moveTo>
                    <a:pt x="37427" y="1114"/>
                  </a:moveTo>
                  <a:lnTo>
                    <a:pt x="35253" y="15499"/>
                  </a:lnTo>
                  <a:cubicBezTo>
                    <a:pt x="32796" y="14478"/>
                    <a:pt x="29299" y="13736"/>
                    <a:pt x="26274" y="13736"/>
                  </a:cubicBezTo>
                  <a:cubicBezTo>
                    <a:pt x="19375" y="13736"/>
                    <a:pt x="14744" y="17819"/>
                    <a:pt x="14744" y="25893"/>
                  </a:cubicBezTo>
                  <a:lnTo>
                    <a:pt x="14744" y="55313"/>
                  </a:lnTo>
                  <a:lnTo>
                    <a:pt x="0" y="55313"/>
                  </a:lnTo>
                  <a:lnTo>
                    <a:pt x="0" y="1392"/>
                  </a:lnTo>
                  <a:lnTo>
                    <a:pt x="14366" y="1392"/>
                  </a:lnTo>
                  <a:lnTo>
                    <a:pt x="14366" y="7332"/>
                  </a:lnTo>
                  <a:cubicBezTo>
                    <a:pt x="17863" y="2227"/>
                    <a:pt x="23061" y="0"/>
                    <a:pt x="29866" y="0"/>
                  </a:cubicBezTo>
                  <a:cubicBezTo>
                    <a:pt x="33079" y="0"/>
                    <a:pt x="35536" y="464"/>
                    <a:pt x="37616" y="1206"/>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36" name="Freeform 35">
              <a:extLst>
                <a:ext uri="{FF2B5EF4-FFF2-40B4-BE49-F238E27FC236}">
                  <a16:creationId xmlns:a16="http://schemas.microsoft.com/office/drawing/2014/main" id="{1C5B9078-BC1A-035C-99DD-A1A3F3614C88}"/>
                </a:ext>
              </a:extLst>
            </p:cNvPr>
            <p:cNvSpPr/>
            <p:nvPr/>
          </p:nvSpPr>
          <p:spPr>
            <a:xfrm>
              <a:off x="5862934" y="3333129"/>
              <a:ext cx="57463" cy="56798"/>
            </a:xfrm>
            <a:custGeom>
              <a:avLst/>
              <a:gdLst>
                <a:gd name="connsiteX0" fmla="*/ 57463 w 57463"/>
                <a:gd name="connsiteY0" fmla="*/ 55406 h 56798"/>
                <a:gd name="connsiteX1" fmla="*/ 43003 w 57463"/>
                <a:gd name="connsiteY1" fmla="*/ 55406 h 56798"/>
                <a:gd name="connsiteX2" fmla="*/ 43003 w 57463"/>
                <a:gd name="connsiteY2" fmla="*/ 49467 h 56798"/>
                <a:gd name="connsiteX3" fmla="*/ 26558 w 57463"/>
                <a:gd name="connsiteY3" fmla="*/ 56798 h 56798"/>
                <a:gd name="connsiteX4" fmla="*/ 0 w 57463"/>
                <a:gd name="connsiteY4" fmla="*/ 28399 h 56798"/>
                <a:gd name="connsiteX5" fmla="*/ 26558 w 57463"/>
                <a:gd name="connsiteY5" fmla="*/ 0 h 56798"/>
                <a:gd name="connsiteX6" fmla="*/ 43003 w 57463"/>
                <a:gd name="connsiteY6" fmla="*/ 7425 h 56798"/>
                <a:gd name="connsiteX7" fmla="*/ 43003 w 57463"/>
                <a:gd name="connsiteY7" fmla="*/ 1485 h 56798"/>
                <a:gd name="connsiteX8" fmla="*/ 57463 w 57463"/>
                <a:gd name="connsiteY8" fmla="*/ 1485 h 56798"/>
                <a:gd name="connsiteX9" fmla="*/ 57463 w 57463"/>
                <a:gd name="connsiteY9" fmla="*/ 55406 h 56798"/>
                <a:gd name="connsiteX10" fmla="*/ 15122 w 57463"/>
                <a:gd name="connsiteY10" fmla="*/ 28399 h 56798"/>
                <a:gd name="connsiteX11" fmla="*/ 29299 w 57463"/>
                <a:gd name="connsiteY11" fmla="*/ 43248 h 56798"/>
                <a:gd name="connsiteX12" fmla="*/ 43475 w 57463"/>
                <a:gd name="connsiteY12" fmla="*/ 28399 h 56798"/>
                <a:gd name="connsiteX13" fmla="*/ 29299 w 57463"/>
                <a:gd name="connsiteY13" fmla="*/ 13550 h 56798"/>
                <a:gd name="connsiteX14" fmla="*/ 15122 w 57463"/>
                <a:gd name="connsiteY14" fmla="*/ 28399 h 56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463" h="56798">
                  <a:moveTo>
                    <a:pt x="57463" y="55406"/>
                  </a:moveTo>
                  <a:lnTo>
                    <a:pt x="43003" y="55406"/>
                  </a:lnTo>
                  <a:lnTo>
                    <a:pt x="43003" y="49467"/>
                  </a:lnTo>
                  <a:cubicBezTo>
                    <a:pt x="39411" y="53828"/>
                    <a:pt x="34119" y="56798"/>
                    <a:pt x="26558" y="56798"/>
                  </a:cubicBezTo>
                  <a:cubicBezTo>
                    <a:pt x="11436" y="56798"/>
                    <a:pt x="0" y="44641"/>
                    <a:pt x="0" y="28399"/>
                  </a:cubicBezTo>
                  <a:cubicBezTo>
                    <a:pt x="0" y="12158"/>
                    <a:pt x="11436" y="0"/>
                    <a:pt x="26558" y="0"/>
                  </a:cubicBezTo>
                  <a:cubicBezTo>
                    <a:pt x="34119" y="0"/>
                    <a:pt x="39317" y="2970"/>
                    <a:pt x="43003" y="7425"/>
                  </a:cubicBezTo>
                  <a:lnTo>
                    <a:pt x="43003" y="1485"/>
                  </a:lnTo>
                  <a:lnTo>
                    <a:pt x="57463" y="1485"/>
                  </a:lnTo>
                  <a:lnTo>
                    <a:pt x="57463" y="55406"/>
                  </a:lnTo>
                  <a:close/>
                  <a:moveTo>
                    <a:pt x="15122" y="28399"/>
                  </a:moveTo>
                  <a:cubicBezTo>
                    <a:pt x="15122" y="36659"/>
                    <a:pt x="20604" y="43248"/>
                    <a:pt x="29299" y="43248"/>
                  </a:cubicBezTo>
                  <a:cubicBezTo>
                    <a:pt x="37994" y="43248"/>
                    <a:pt x="43475" y="36937"/>
                    <a:pt x="43475" y="28399"/>
                  </a:cubicBezTo>
                  <a:cubicBezTo>
                    <a:pt x="43475" y="19861"/>
                    <a:pt x="37710" y="13550"/>
                    <a:pt x="29299" y="13550"/>
                  </a:cubicBezTo>
                  <a:cubicBezTo>
                    <a:pt x="20887" y="13550"/>
                    <a:pt x="15122" y="20139"/>
                    <a:pt x="15122" y="28399"/>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37" name="Freeform 36">
              <a:extLst>
                <a:ext uri="{FF2B5EF4-FFF2-40B4-BE49-F238E27FC236}">
                  <a16:creationId xmlns:a16="http://schemas.microsoft.com/office/drawing/2014/main" id="{A41F96A4-B9E0-C9F9-0C3C-C14414E4AE49}"/>
                </a:ext>
              </a:extLst>
            </p:cNvPr>
            <p:cNvSpPr/>
            <p:nvPr/>
          </p:nvSpPr>
          <p:spPr>
            <a:xfrm>
              <a:off x="5930604" y="3318466"/>
              <a:ext cx="49335" cy="71369"/>
            </a:xfrm>
            <a:custGeom>
              <a:avLst/>
              <a:gdLst>
                <a:gd name="connsiteX0" fmla="*/ 45177 w 49335"/>
                <a:gd name="connsiteY0" fmla="*/ 29049 h 71369"/>
                <a:gd name="connsiteX1" fmla="*/ 25329 w 49335"/>
                <a:gd name="connsiteY1" fmla="*/ 29049 h 71369"/>
                <a:gd name="connsiteX2" fmla="*/ 25329 w 49335"/>
                <a:gd name="connsiteY2" fmla="*/ 48724 h 71369"/>
                <a:gd name="connsiteX3" fmla="*/ 33552 w 49335"/>
                <a:gd name="connsiteY3" fmla="*/ 57912 h 71369"/>
                <a:gd name="connsiteX4" fmla="*/ 43853 w 49335"/>
                <a:gd name="connsiteY4" fmla="*/ 54385 h 71369"/>
                <a:gd name="connsiteX5" fmla="*/ 49335 w 49335"/>
                <a:gd name="connsiteY5" fmla="*/ 65708 h 71369"/>
                <a:gd name="connsiteX6" fmla="*/ 31189 w 49335"/>
                <a:gd name="connsiteY6" fmla="*/ 71369 h 71369"/>
                <a:gd name="connsiteX7" fmla="*/ 10585 w 49335"/>
                <a:gd name="connsiteY7" fmla="*/ 49838 h 71369"/>
                <a:gd name="connsiteX8" fmla="*/ 10585 w 49335"/>
                <a:gd name="connsiteY8" fmla="*/ 28956 h 71369"/>
                <a:gd name="connsiteX9" fmla="*/ 0 w 49335"/>
                <a:gd name="connsiteY9" fmla="*/ 28956 h 71369"/>
                <a:gd name="connsiteX10" fmla="*/ 0 w 49335"/>
                <a:gd name="connsiteY10" fmla="*/ 16056 h 71369"/>
                <a:gd name="connsiteX11" fmla="*/ 10585 w 49335"/>
                <a:gd name="connsiteY11" fmla="*/ 16056 h 71369"/>
                <a:gd name="connsiteX12" fmla="*/ 10585 w 49335"/>
                <a:gd name="connsiteY12" fmla="*/ 0 h 71369"/>
                <a:gd name="connsiteX13" fmla="*/ 25424 w 49335"/>
                <a:gd name="connsiteY13" fmla="*/ 0 h 71369"/>
                <a:gd name="connsiteX14" fmla="*/ 25424 w 49335"/>
                <a:gd name="connsiteY14" fmla="*/ 16056 h 71369"/>
                <a:gd name="connsiteX15" fmla="*/ 45271 w 49335"/>
                <a:gd name="connsiteY15" fmla="*/ 16056 h 71369"/>
                <a:gd name="connsiteX16" fmla="*/ 45271 w 49335"/>
                <a:gd name="connsiteY16" fmla="*/ 28956 h 71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9335" h="71369">
                  <a:moveTo>
                    <a:pt x="45177" y="29049"/>
                  </a:moveTo>
                  <a:lnTo>
                    <a:pt x="25329" y="29049"/>
                  </a:lnTo>
                  <a:lnTo>
                    <a:pt x="25329" y="48724"/>
                  </a:lnTo>
                  <a:cubicBezTo>
                    <a:pt x="25329" y="55499"/>
                    <a:pt x="28921" y="57912"/>
                    <a:pt x="33552" y="57912"/>
                  </a:cubicBezTo>
                  <a:cubicBezTo>
                    <a:pt x="37049" y="57912"/>
                    <a:pt x="40829" y="56149"/>
                    <a:pt x="43853" y="54385"/>
                  </a:cubicBezTo>
                  <a:lnTo>
                    <a:pt x="49335" y="65708"/>
                  </a:lnTo>
                  <a:cubicBezTo>
                    <a:pt x="44515" y="68956"/>
                    <a:pt x="38939" y="71369"/>
                    <a:pt x="31189" y="71369"/>
                  </a:cubicBezTo>
                  <a:cubicBezTo>
                    <a:pt x="17579" y="71369"/>
                    <a:pt x="10585" y="63759"/>
                    <a:pt x="10585" y="49838"/>
                  </a:cubicBezTo>
                  <a:lnTo>
                    <a:pt x="10585" y="28956"/>
                  </a:lnTo>
                  <a:lnTo>
                    <a:pt x="0" y="28956"/>
                  </a:lnTo>
                  <a:lnTo>
                    <a:pt x="0" y="16056"/>
                  </a:lnTo>
                  <a:lnTo>
                    <a:pt x="10585" y="16056"/>
                  </a:lnTo>
                  <a:lnTo>
                    <a:pt x="10585" y="0"/>
                  </a:lnTo>
                  <a:lnTo>
                    <a:pt x="25424" y="0"/>
                  </a:lnTo>
                  <a:lnTo>
                    <a:pt x="25424" y="16056"/>
                  </a:lnTo>
                  <a:lnTo>
                    <a:pt x="45271" y="16056"/>
                  </a:lnTo>
                  <a:lnTo>
                    <a:pt x="45271" y="28956"/>
                  </a:lnTo>
                  <a:close/>
                </a:path>
              </a:pathLst>
            </a:custGeom>
            <a:grpFill/>
            <a:ln w="0" cap="flat">
              <a:noFill/>
              <a:prstDash val="solid"/>
              <a:miter/>
            </a:ln>
          </p:spPr>
          <p:txBody>
            <a:bodyPr rtlCol="0" anchor="ctr"/>
            <a:lstStyle/>
            <a:p>
              <a:endParaRPr lang="en-US" b="1" i="0">
                <a:latin typeface="Tenorite" pitchFamily="2" charset="0"/>
              </a:endParaRPr>
            </a:p>
          </p:txBody>
        </p:sp>
        <p:sp>
          <p:nvSpPr>
            <p:cNvPr id="38" name="Freeform 37">
              <a:extLst>
                <a:ext uri="{FF2B5EF4-FFF2-40B4-BE49-F238E27FC236}">
                  <a16:creationId xmlns:a16="http://schemas.microsoft.com/office/drawing/2014/main" id="{DA172F63-16D3-468F-4084-AD97A2F2B3B3}"/>
                </a:ext>
              </a:extLst>
            </p:cNvPr>
            <p:cNvSpPr/>
            <p:nvPr/>
          </p:nvSpPr>
          <p:spPr>
            <a:xfrm>
              <a:off x="5984665" y="3333129"/>
              <a:ext cx="54533" cy="56798"/>
            </a:xfrm>
            <a:custGeom>
              <a:avLst/>
              <a:gdLst>
                <a:gd name="connsiteX0" fmla="*/ 54533 w 54533"/>
                <a:gd name="connsiteY0" fmla="*/ 28306 h 56798"/>
                <a:gd name="connsiteX1" fmla="*/ 54250 w 54533"/>
                <a:gd name="connsiteY1" fmla="*/ 33225 h 56798"/>
                <a:gd name="connsiteX2" fmla="*/ 15311 w 54533"/>
                <a:gd name="connsiteY2" fmla="*/ 33225 h 56798"/>
                <a:gd name="connsiteX3" fmla="*/ 29393 w 54533"/>
                <a:gd name="connsiteY3" fmla="*/ 44455 h 56798"/>
                <a:gd name="connsiteX4" fmla="*/ 43286 w 54533"/>
                <a:gd name="connsiteY4" fmla="*/ 39258 h 56798"/>
                <a:gd name="connsiteX5" fmla="*/ 51981 w 54533"/>
                <a:gd name="connsiteY5" fmla="*/ 48631 h 56798"/>
                <a:gd name="connsiteX6" fmla="*/ 28543 w 54533"/>
                <a:gd name="connsiteY6" fmla="*/ 56798 h 56798"/>
                <a:gd name="connsiteX7" fmla="*/ 0 w 54533"/>
                <a:gd name="connsiteY7" fmla="*/ 28585 h 56798"/>
                <a:gd name="connsiteX8" fmla="*/ 27786 w 54533"/>
                <a:gd name="connsiteY8" fmla="*/ 0 h 56798"/>
                <a:gd name="connsiteX9" fmla="*/ 54439 w 54533"/>
                <a:gd name="connsiteY9" fmla="*/ 28306 h 56798"/>
                <a:gd name="connsiteX10" fmla="*/ 15405 w 54533"/>
                <a:gd name="connsiteY10" fmla="*/ 23295 h 56798"/>
                <a:gd name="connsiteX11" fmla="*/ 39695 w 54533"/>
                <a:gd name="connsiteY11" fmla="*/ 23295 h 56798"/>
                <a:gd name="connsiteX12" fmla="*/ 27692 w 54533"/>
                <a:gd name="connsiteY12" fmla="*/ 12529 h 56798"/>
                <a:gd name="connsiteX13" fmla="*/ 15311 w 54533"/>
                <a:gd name="connsiteY13" fmla="*/ 23295 h 56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4533" h="56798">
                  <a:moveTo>
                    <a:pt x="54533" y="28306"/>
                  </a:moveTo>
                  <a:cubicBezTo>
                    <a:pt x="54533" y="29977"/>
                    <a:pt x="54439" y="32019"/>
                    <a:pt x="54250" y="33225"/>
                  </a:cubicBezTo>
                  <a:lnTo>
                    <a:pt x="15311" y="33225"/>
                  </a:lnTo>
                  <a:cubicBezTo>
                    <a:pt x="16918" y="41021"/>
                    <a:pt x="22399" y="44455"/>
                    <a:pt x="29393" y="44455"/>
                  </a:cubicBezTo>
                  <a:cubicBezTo>
                    <a:pt x="34119" y="44455"/>
                    <a:pt x="39317" y="42599"/>
                    <a:pt x="43286" y="39258"/>
                  </a:cubicBezTo>
                  <a:lnTo>
                    <a:pt x="51981" y="48631"/>
                  </a:lnTo>
                  <a:cubicBezTo>
                    <a:pt x="45744" y="54293"/>
                    <a:pt x="37805" y="56798"/>
                    <a:pt x="28543" y="56798"/>
                  </a:cubicBezTo>
                  <a:cubicBezTo>
                    <a:pt x="11719" y="56798"/>
                    <a:pt x="0" y="45569"/>
                    <a:pt x="0" y="28585"/>
                  </a:cubicBezTo>
                  <a:cubicBezTo>
                    <a:pt x="0" y="11601"/>
                    <a:pt x="11341" y="0"/>
                    <a:pt x="27786" y="0"/>
                  </a:cubicBezTo>
                  <a:cubicBezTo>
                    <a:pt x="44231" y="0"/>
                    <a:pt x="54439" y="11508"/>
                    <a:pt x="54439" y="28306"/>
                  </a:cubicBezTo>
                  <a:close/>
                  <a:moveTo>
                    <a:pt x="15405" y="23295"/>
                  </a:moveTo>
                  <a:lnTo>
                    <a:pt x="39695" y="23295"/>
                  </a:lnTo>
                  <a:cubicBezTo>
                    <a:pt x="38372" y="16427"/>
                    <a:pt x="34119" y="12529"/>
                    <a:pt x="27692" y="12529"/>
                  </a:cubicBezTo>
                  <a:cubicBezTo>
                    <a:pt x="20698" y="12529"/>
                    <a:pt x="16634" y="16613"/>
                    <a:pt x="15311" y="23295"/>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39" name="Freeform 38">
              <a:extLst>
                <a:ext uri="{FF2B5EF4-FFF2-40B4-BE49-F238E27FC236}">
                  <a16:creationId xmlns:a16="http://schemas.microsoft.com/office/drawing/2014/main" id="{82BFFD1B-BDDF-F6D1-FA28-DD796A3F278D}"/>
                </a:ext>
              </a:extLst>
            </p:cNvPr>
            <p:cNvSpPr/>
            <p:nvPr/>
          </p:nvSpPr>
          <p:spPr>
            <a:xfrm>
              <a:off x="6047988" y="3333036"/>
              <a:ext cx="56801" cy="78700"/>
            </a:xfrm>
            <a:custGeom>
              <a:avLst/>
              <a:gdLst>
                <a:gd name="connsiteX0" fmla="*/ 42247 w 56801"/>
                <a:gd name="connsiteY0" fmla="*/ 7517 h 78700"/>
                <a:gd name="connsiteX1" fmla="*/ 42247 w 56801"/>
                <a:gd name="connsiteY1" fmla="*/ 1485 h 78700"/>
                <a:gd name="connsiteX2" fmla="*/ 56802 w 56801"/>
                <a:gd name="connsiteY2" fmla="*/ 1485 h 78700"/>
                <a:gd name="connsiteX3" fmla="*/ 56802 w 56801"/>
                <a:gd name="connsiteY3" fmla="*/ 50951 h 78700"/>
                <a:gd name="connsiteX4" fmla="*/ 27125 w 56801"/>
                <a:gd name="connsiteY4" fmla="*/ 78701 h 78700"/>
                <a:gd name="connsiteX5" fmla="*/ 3119 w 56801"/>
                <a:gd name="connsiteY5" fmla="*/ 72204 h 78700"/>
                <a:gd name="connsiteX6" fmla="*/ 8412 w 56801"/>
                <a:gd name="connsiteY6" fmla="*/ 60325 h 78700"/>
                <a:gd name="connsiteX7" fmla="*/ 26558 w 56801"/>
                <a:gd name="connsiteY7" fmla="*/ 65801 h 78700"/>
                <a:gd name="connsiteX8" fmla="*/ 42152 w 56801"/>
                <a:gd name="connsiteY8" fmla="*/ 51508 h 78700"/>
                <a:gd name="connsiteX9" fmla="*/ 42152 w 56801"/>
                <a:gd name="connsiteY9" fmla="*/ 47703 h 78700"/>
                <a:gd name="connsiteX10" fmla="*/ 25235 w 56801"/>
                <a:gd name="connsiteY10" fmla="*/ 55035 h 78700"/>
                <a:gd name="connsiteX11" fmla="*/ 0 w 56801"/>
                <a:gd name="connsiteY11" fmla="*/ 27564 h 78700"/>
                <a:gd name="connsiteX12" fmla="*/ 25235 w 56801"/>
                <a:gd name="connsiteY12" fmla="*/ 0 h 78700"/>
                <a:gd name="connsiteX13" fmla="*/ 42247 w 56801"/>
                <a:gd name="connsiteY13" fmla="*/ 7425 h 78700"/>
                <a:gd name="connsiteX14" fmla="*/ 15122 w 56801"/>
                <a:gd name="connsiteY14" fmla="*/ 27657 h 78700"/>
                <a:gd name="connsiteX15" fmla="*/ 28921 w 56801"/>
                <a:gd name="connsiteY15" fmla="*/ 41763 h 78700"/>
                <a:gd name="connsiteX16" fmla="*/ 42719 w 56801"/>
                <a:gd name="connsiteY16" fmla="*/ 27657 h 78700"/>
                <a:gd name="connsiteX17" fmla="*/ 28921 w 56801"/>
                <a:gd name="connsiteY17" fmla="*/ 13457 h 78700"/>
                <a:gd name="connsiteX18" fmla="*/ 15122 w 56801"/>
                <a:gd name="connsiteY18" fmla="*/ 27657 h 7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6801" h="78700">
                  <a:moveTo>
                    <a:pt x="42247" y="7517"/>
                  </a:moveTo>
                  <a:lnTo>
                    <a:pt x="42247" y="1485"/>
                  </a:lnTo>
                  <a:lnTo>
                    <a:pt x="56802" y="1485"/>
                  </a:lnTo>
                  <a:lnTo>
                    <a:pt x="56802" y="50951"/>
                  </a:lnTo>
                  <a:cubicBezTo>
                    <a:pt x="56802" y="68214"/>
                    <a:pt x="45271" y="78701"/>
                    <a:pt x="27125" y="78701"/>
                  </a:cubicBezTo>
                  <a:cubicBezTo>
                    <a:pt x="18430" y="78701"/>
                    <a:pt x="9262" y="76474"/>
                    <a:pt x="3119" y="72204"/>
                  </a:cubicBezTo>
                  <a:lnTo>
                    <a:pt x="8412" y="60325"/>
                  </a:lnTo>
                  <a:cubicBezTo>
                    <a:pt x="13893" y="63852"/>
                    <a:pt x="19942" y="65801"/>
                    <a:pt x="26558" y="65801"/>
                  </a:cubicBezTo>
                  <a:cubicBezTo>
                    <a:pt x="35725" y="65801"/>
                    <a:pt x="42152" y="60789"/>
                    <a:pt x="42152" y="51508"/>
                  </a:cubicBezTo>
                  <a:lnTo>
                    <a:pt x="42152" y="47703"/>
                  </a:lnTo>
                  <a:cubicBezTo>
                    <a:pt x="38372" y="52251"/>
                    <a:pt x="32890" y="55035"/>
                    <a:pt x="25235" y="55035"/>
                  </a:cubicBezTo>
                  <a:cubicBezTo>
                    <a:pt x="11814" y="55035"/>
                    <a:pt x="0" y="44084"/>
                    <a:pt x="0" y="27564"/>
                  </a:cubicBezTo>
                  <a:cubicBezTo>
                    <a:pt x="0" y="11044"/>
                    <a:pt x="11908" y="0"/>
                    <a:pt x="25235" y="0"/>
                  </a:cubicBezTo>
                  <a:cubicBezTo>
                    <a:pt x="32890" y="0"/>
                    <a:pt x="38466" y="2877"/>
                    <a:pt x="42247" y="7425"/>
                  </a:cubicBezTo>
                  <a:close/>
                  <a:moveTo>
                    <a:pt x="15122" y="27657"/>
                  </a:moveTo>
                  <a:cubicBezTo>
                    <a:pt x="15122" y="35453"/>
                    <a:pt x="20509" y="41763"/>
                    <a:pt x="28921" y="41763"/>
                  </a:cubicBezTo>
                  <a:cubicBezTo>
                    <a:pt x="37332" y="41763"/>
                    <a:pt x="42719" y="35638"/>
                    <a:pt x="42719" y="27657"/>
                  </a:cubicBezTo>
                  <a:cubicBezTo>
                    <a:pt x="42719" y="19675"/>
                    <a:pt x="37143" y="13457"/>
                    <a:pt x="28921" y="13457"/>
                  </a:cubicBezTo>
                  <a:cubicBezTo>
                    <a:pt x="20698" y="13457"/>
                    <a:pt x="15122" y="19768"/>
                    <a:pt x="15122" y="27657"/>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40" name="Freeform 39">
              <a:extLst>
                <a:ext uri="{FF2B5EF4-FFF2-40B4-BE49-F238E27FC236}">
                  <a16:creationId xmlns:a16="http://schemas.microsoft.com/office/drawing/2014/main" id="{DD34B6B4-7800-528C-1163-FB7C111DFE65}"/>
                </a:ext>
              </a:extLst>
            </p:cNvPr>
            <p:cNvSpPr/>
            <p:nvPr/>
          </p:nvSpPr>
          <p:spPr>
            <a:xfrm>
              <a:off x="6113201" y="3334521"/>
              <a:ext cx="62661" cy="76473"/>
            </a:xfrm>
            <a:custGeom>
              <a:avLst/>
              <a:gdLst>
                <a:gd name="connsiteX0" fmla="*/ 20698 w 62661"/>
                <a:gd name="connsiteY0" fmla="*/ 76474 h 76473"/>
                <a:gd name="connsiteX1" fmla="*/ 4537 w 62661"/>
                <a:gd name="connsiteY1" fmla="*/ 76474 h 76473"/>
                <a:gd name="connsiteX2" fmla="*/ 23722 w 62661"/>
                <a:gd name="connsiteY2" fmla="*/ 42506 h 76473"/>
                <a:gd name="connsiteX3" fmla="*/ 0 w 62661"/>
                <a:gd name="connsiteY3" fmla="*/ 0 h 76473"/>
                <a:gd name="connsiteX4" fmla="*/ 16729 w 62661"/>
                <a:gd name="connsiteY4" fmla="*/ 0 h 76473"/>
                <a:gd name="connsiteX5" fmla="*/ 31850 w 62661"/>
                <a:gd name="connsiteY5" fmla="*/ 27750 h 76473"/>
                <a:gd name="connsiteX6" fmla="*/ 46500 w 62661"/>
                <a:gd name="connsiteY6" fmla="*/ 0 h 76473"/>
                <a:gd name="connsiteX7" fmla="*/ 62661 w 62661"/>
                <a:gd name="connsiteY7" fmla="*/ 0 h 76473"/>
                <a:gd name="connsiteX8" fmla="*/ 20698 w 62661"/>
                <a:gd name="connsiteY8" fmla="*/ 76381 h 76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661" h="76473">
                  <a:moveTo>
                    <a:pt x="20698" y="76474"/>
                  </a:moveTo>
                  <a:lnTo>
                    <a:pt x="4537" y="76474"/>
                  </a:lnTo>
                  <a:lnTo>
                    <a:pt x="23722" y="42506"/>
                  </a:lnTo>
                  <a:lnTo>
                    <a:pt x="0" y="0"/>
                  </a:lnTo>
                  <a:lnTo>
                    <a:pt x="16729" y="0"/>
                  </a:lnTo>
                  <a:lnTo>
                    <a:pt x="31850" y="27750"/>
                  </a:lnTo>
                  <a:lnTo>
                    <a:pt x="46500" y="0"/>
                  </a:lnTo>
                  <a:lnTo>
                    <a:pt x="62661" y="0"/>
                  </a:lnTo>
                  <a:lnTo>
                    <a:pt x="20698" y="76381"/>
                  </a:lnTo>
                  <a:close/>
                </a:path>
              </a:pathLst>
            </a:custGeom>
            <a:grpFill/>
            <a:ln w="0" cap="flat">
              <a:noFill/>
              <a:prstDash val="solid"/>
              <a:miter/>
            </a:ln>
          </p:spPr>
          <p:txBody>
            <a:bodyPr rtlCol="0" anchor="ctr"/>
            <a:lstStyle/>
            <a:p>
              <a:endParaRPr lang="en-US" b="1" i="0">
                <a:latin typeface="Tenorite" pitchFamily="2" charset="0"/>
              </a:endParaRPr>
            </a:p>
          </p:txBody>
        </p:sp>
        <p:sp>
          <p:nvSpPr>
            <p:cNvPr id="41" name="Freeform 40">
              <a:extLst>
                <a:ext uri="{FF2B5EF4-FFF2-40B4-BE49-F238E27FC236}">
                  <a16:creationId xmlns:a16="http://schemas.microsoft.com/office/drawing/2014/main" id="{7800C214-2707-5471-B132-28B44BCA98AD}"/>
                </a:ext>
              </a:extLst>
            </p:cNvPr>
            <p:cNvSpPr/>
            <p:nvPr/>
          </p:nvSpPr>
          <p:spPr>
            <a:xfrm>
              <a:off x="6210264" y="3333036"/>
              <a:ext cx="89029" cy="55499"/>
            </a:xfrm>
            <a:custGeom>
              <a:avLst/>
              <a:gdLst>
                <a:gd name="connsiteX0" fmla="*/ 89030 w 89029"/>
                <a:gd name="connsiteY0" fmla="*/ 21160 h 55499"/>
                <a:gd name="connsiteX1" fmla="*/ 89030 w 89029"/>
                <a:gd name="connsiteY1" fmla="*/ 55499 h 55499"/>
                <a:gd name="connsiteX2" fmla="*/ 74286 w 89029"/>
                <a:gd name="connsiteY2" fmla="*/ 55499 h 55499"/>
                <a:gd name="connsiteX3" fmla="*/ 74286 w 89029"/>
                <a:gd name="connsiteY3" fmla="*/ 25801 h 55499"/>
                <a:gd name="connsiteX4" fmla="*/ 63606 w 89029"/>
                <a:gd name="connsiteY4" fmla="*/ 13736 h 55499"/>
                <a:gd name="connsiteX5" fmla="*/ 51981 w 89029"/>
                <a:gd name="connsiteY5" fmla="*/ 25893 h 55499"/>
                <a:gd name="connsiteX6" fmla="*/ 51981 w 89029"/>
                <a:gd name="connsiteY6" fmla="*/ 55406 h 55499"/>
                <a:gd name="connsiteX7" fmla="*/ 37143 w 89029"/>
                <a:gd name="connsiteY7" fmla="*/ 55406 h 55499"/>
                <a:gd name="connsiteX8" fmla="*/ 37143 w 89029"/>
                <a:gd name="connsiteY8" fmla="*/ 25708 h 55499"/>
                <a:gd name="connsiteX9" fmla="*/ 26463 w 89029"/>
                <a:gd name="connsiteY9" fmla="*/ 13643 h 55499"/>
                <a:gd name="connsiteX10" fmla="*/ 14838 w 89029"/>
                <a:gd name="connsiteY10" fmla="*/ 25801 h 55499"/>
                <a:gd name="connsiteX11" fmla="*/ 14838 w 89029"/>
                <a:gd name="connsiteY11" fmla="*/ 55313 h 55499"/>
                <a:gd name="connsiteX12" fmla="*/ 0 w 89029"/>
                <a:gd name="connsiteY12" fmla="*/ 55313 h 55499"/>
                <a:gd name="connsiteX13" fmla="*/ 0 w 89029"/>
                <a:gd name="connsiteY13" fmla="*/ 1485 h 55499"/>
                <a:gd name="connsiteX14" fmla="*/ 14366 w 89029"/>
                <a:gd name="connsiteY14" fmla="*/ 1485 h 55499"/>
                <a:gd name="connsiteX15" fmla="*/ 14366 w 89029"/>
                <a:gd name="connsiteY15" fmla="*/ 7796 h 55499"/>
                <a:gd name="connsiteX16" fmla="*/ 30527 w 89029"/>
                <a:gd name="connsiteY16" fmla="*/ 0 h 55499"/>
                <a:gd name="connsiteX17" fmla="*/ 48674 w 89029"/>
                <a:gd name="connsiteY17" fmla="*/ 9281 h 55499"/>
                <a:gd name="connsiteX18" fmla="*/ 67292 w 89029"/>
                <a:gd name="connsiteY18" fmla="*/ 0 h 55499"/>
                <a:gd name="connsiteX19" fmla="*/ 88935 w 89029"/>
                <a:gd name="connsiteY19" fmla="*/ 21067 h 55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9029" h="55499">
                  <a:moveTo>
                    <a:pt x="89030" y="21160"/>
                  </a:moveTo>
                  <a:lnTo>
                    <a:pt x="89030" y="55499"/>
                  </a:lnTo>
                  <a:lnTo>
                    <a:pt x="74286" y="55499"/>
                  </a:lnTo>
                  <a:lnTo>
                    <a:pt x="74286" y="25801"/>
                  </a:lnTo>
                  <a:cubicBezTo>
                    <a:pt x="74286" y="18005"/>
                    <a:pt x="70317" y="13736"/>
                    <a:pt x="63606" y="13736"/>
                  </a:cubicBezTo>
                  <a:cubicBezTo>
                    <a:pt x="56896" y="13736"/>
                    <a:pt x="51981" y="17819"/>
                    <a:pt x="51981" y="25893"/>
                  </a:cubicBezTo>
                  <a:lnTo>
                    <a:pt x="51981" y="55406"/>
                  </a:lnTo>
                  <a:lnTo>
                    <a:pt x="37143" y="55406"/>
                  </a:lnTo>
                  <a:lnTo>
                    <a:pt x="37143" y="25708"/>
                  </a:lnTo>
                  <a:cubicBezTo>
                    <a:pt x="37143" y="17912"/>
                    <a:pt x="33174" y="13643"/>
                    <a:pt x="26463" y="13643"/>
                  </a:cubicBezTo>
                  <a:cubicBezTo>
                    <a:pt x="20131" y="13643"/>
                    <a:pt x="14838" y="17726"/>
                    <a:pt x="14838" y="25801"/>
                  </a:cubicBezTo>
                  <a:lnTo>
                    <a:pt x="14838" y="55313"/>
                  </a:lnTo>
                  <a:lnTo>
                    <a:pt x="0" y="55313"/>
                  </a:lnTo>
                  <a:lnTo>
                    <a:pt x="0" y="1485"/>
                  </a:lnTo>
                  <a:lnTo>
                    <a:pt x="14366" y="1485"/>
                  </a:lnTo>
                  <a:lnTo>
                    <a:pt x="14366" y="7796"/>
                  </a:lnTo>
                  <a:cubicBezTo>
                    <a:pt x="18241" y="2042"/>
                    <a:pt x="24289" y="0"/>
                    <a:pt x="30527" y="0"/>
                  </a:cubicBezTo>
                  <a:cubicBezTo>
                    <a:pt x="38466" y="0"/>
                    <a:pt x="44988" y="3527"/>
                    <a:pt x="48674" y="9281"/>
                  </a:cubicBezTo>
                  <a:cubicBezTo>
                    <a:pt x="52926" y="2413"/>
                    <a:pt x="60109" y="0"/>
                    <a:pt x="67292" y="0"/>
                  </a:cubicBezTo>
                  <a:cubicBezTo>
                    <a:pt x="80240" y="0"/>
                    <a:pt x="88935" y="8538"/>
                    <a:pt x="88935" y="21067"/>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42" name="Freeform 41">
              <a:extLst>
                <a:ext uri="{FF2B5EF4-FFF2-40B4-BE49-F238E27FC236}">
                  <a16:creationId xmlns:a16="http://schemas.microsoft.com/office/drawing/2014/main" id="{F4322118-904C-AF9C-C880-2EE8CD6B84BA}"/>
                </a:ext>
              </a:extLst>
            </p:cNvPr>
            <p:cNvSpPr/>
            <p:nvPr/>
          </p:nvSpPr>
          <p:spPr>
            <a:xfrm>
              <a:off x="6311013" y="3333129"/>
              <a:ext cx="57463" cy="56798"/>
            </a:xfrm>
            <a:custGeom>
              <a:avLst/>
              <a:gdLst>
                <a:gd name="connsiteX0" fmla="*/ 57463 w 57463"/>
                <a:gd name="connsiteY0" fmla="*/ 55406 h 56798"/>
                <a:gd name="connsiteX1" fmla="*/ 43003 w 57463"/>
                <a:gd name="connsiteY1" fmla="*/ 55406 h 56798"/>
                <a:gd name="connsiteX2" fmla="*/ 43003 w 57463"/>
                <a:gd name="connsiteY2" fmla="*/ 49467 h 56798"/>
                <a:gd name="connsiteX3" fmla="*/ 26558 w 57463"/>
                <a:gd name="connsiteY3" fmla="*/ 56798 h 56798"/>
                <a:gd name="connsiteX4" fmla="*/ 0 w 57463"/>
                <a:gd name="connsiteY4" fmla="*/ 28399 h 56798"/>
                <a:gd name="connsiteX5" fmla="*/ 26558 w 57463"/>
                <a:gd name="connsiteY5" fmla="*/ 0 h 56798"/>
                <a:gd name="connsiteX6" fmla="*/ 43003 w 57463"/>
                <a:gd name="connsiteY6" fmla="*/ 7425 h 56798"/>
                <a:gd name="connsiteX7" fmla="*/ 43003 w 57463"/>
                <a:gd name="connsiteY7" fmla="*/ 1485 h 56798"/>
                <a:gd name="connsiteX8" fmla="*/ 57463 w 57463"/>
                <a:gd name="connsiteY8" fmla="*/ 1485 h 56798"/>
                <a:gd name="connsiteX9" fmla="*/ 57463 w 57463"/>
                <a:gd name="connsiteY9" fmla="*/ 55406 h 56798"/>
                <a:gd name="connsiteX10" fmla="*/ 15122 w 57463"/>
                <a:gd name="connsiteY10" fmla="*/ 28399 h 56798"/>
                <a:gd name="connsiteX11" fmla="*/ 29299 w 57463"/>
                <a:gd name="connsiteY11" fmla="*/ 43248 h 56798"/>
                <a:gd name="connsiteX12" fmla="*/ 43475 w 57463"/>
                <a:gd name="connsiteY12" fmla="*/ 28399 h 56798"/>
                <a:gd name="connsiteX13" fmla="*/ 29299 w 57463"/>
                <a:gd name="connsiteY13" fmla="*/ 13550 h 56798"/>
                <a:gd name="connsiteX14" fmla="*/ 15122 w 57463"/>
                <a:gd name="connsiteY14" fmla="*/ 28399 h 56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463" h="56798">
                  <a:moveTo>
                    <a:pt x="57463" y="55406"/>
                  </a:moveTo>
                  <a:lnTo>
                    <a:pt x="43003" y="55406"/>
                  </a:lnTo>
                  <a:lnTo>
                    <a:pt x="43003" y="49467"/>
                  </a:lnTo>
                  <a:cubicBezTo>
                    <a:pt x="39411" y="53828"/>
                    <a:pt x="34119" y="56798"/>
                    <a:pt x="26558" y="56798"/>
                  </a:cubicBezTo>
                  <a:cubicBezTo>
                    <a:pt x="11436" y="56798"/>
                    <a:pt x="0" y="44641"/>
                    <a:pt x="0" y="28399"/>
                  </a:cubicBezTo>
                  <a:cubicBezTo>
                    <a:pt x="0" y="12158"/>
                    <a:pt x="11436" y="0"/>
                    <a:pt x="26558" y="0"/>
                  </a:cubicBezTo>
                  <a:cubicBezTo>
                    <a:pt x="34119" y="0"/>
                    <a:pt x="39411" y="2970"/>
                    <a:pt x="43003" y="7425"/>
                  </a:cubicBezTo>
                  <a:lnTo>
                    <a:pt x="43003" y="1485"/>
                  </a:lnTo>
                  <a:lnTo>
                    <a:pt x="57463" y="1485"/>
                  </a:lnTo>
                  <a:lnTo>
                    <a:pt x="57463" y="55406"/>
                  </a:lnTo>
                  <a:close/>
                  <a:moveTo>
                    <a:pt x="15122" y="28399"/>
                  </a:moveTo>
                  <a:cubicBezTo>
                    <a:pt x="15122" y="36659"/>
                    <a:pt x="20604" y="43248"/>
                    <a:pt x="29299" y="43248"/>
                  </a:cubicBezTo>
                  <a:cubicBezTo>
                    <a:pt x="37994" y="43248"/>
                    <a:pt x="43475" y="36937"/>
                    <a:pt x="43475" y="28399"/>
                  </a:cubicBezTo>
                  <a:cubicBezTo>
                    <a:pt x="43475" y="19861"/>
                    <a:pt x="37710" y="13550"/>
                    <a:pt x="29299" y="13550"/>
                  </a:cubicBezTo>
                  <a:cubicBezTo>
                    <a:pt x="20887" y="13550"/>
                    <a:pt x="15122" y="20139"/>
                    <a:pt x="15122" y="28399"/>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43" name="Freeform 42">
              <a:extLst>
                <a:ext uri="{FF2B5EF4-FFF2-40B4-BE49-F238E27FC236}">
                  <a16:creationId xmlns:a16="http://schemas.microsoft.com/office/drawing/2014/main" id="{31308151-7445-88E8-3823-4302CC37FA24}"/>
                </a:ext>
              </a:extLst>
            </p:cNvPr>
            <p:cNvSpPr/>
            <p:nvPr/>
          </p:nvSpPr>
          <p:spPr>
            <a:xfrm>
              <a:off x="6380669" y="3308350"/>
              <a:ext cx="57463" cy="81577"/>
            </a:xfrm>
            <a:custGeom>
              <a:avLst/>
              <a:gdLst>
                <a:gd name="connsiteX0" fmla="*/ 42719 w 57463"/>
                <a:gd name="connsiteY0" fmla="*/ 31833 h 81577"/>
                <a:gd name="connsiteX1" fmla="*/ 42719 w 57463"/>
                <a:gd name="connsiteY1" fmla="*/ 0 h 81577"/>
                <a:gd name="connsiteX2" fmla="*/ 57463 w 57463"/>
                <a:gd name="connsiteY2" fmla="*/ 0 h 81577"/>
                <a:gd name="connsiteX3" fmla="*/ 57463 w 57463"/>
                <a:gd name="connsiteY3" fmla="*/ 80186 h 81577"/>
                <a:gd name="connsiteX4" fmla="*/ 43003 w 57463"/>
                <a:gd name="connsiteY4" fmla="*/ 80186 h 81577"/>
                <a:gd name="connsiteX5" fmla="*/ 43003 w 57463"/>
                <a:gd name="connsiteY5" fmla="*/ 74246 h 81577"/>
                <a:gd name="connsiteX6" fmla="*/ 26558 w 57463"/>
                <a:gd name="connsiteY6" fmla="*/ 81578 h 81577"/>
                <a:gd name="connsiteX7" fmla="*/ 0 w 57463"/>
                <a:gd name="connsiteY7" fmla="*/ 53179 h 81577"/>
                <a:gd name="connsiteX8" fmla="*/ 26558 w 57463"/>
                <a:gd name="connsiteY8" fmla="*/ 24780 h 81577"/>
                <a:gd name="connsiteX9" fmla="*/ 42719 w 57463"/>
                <a:gd name="connsiteY9" fmla="*/ 31833 h 81577"/>
                <a:gd name="connsiteX10" fmla="*/ 15122 w 57463"/>
                <a:gd name="connsiteY10" fmla="*/ 53179 h 81577"/>
                <a:gd name="connsiteX11" fmla="*/ 29299 w 57463"/>
                <a:gd name="connsiteY11" fmla="*/ 68028 h 81577"/>
                <a:gd name="connsiteX12" fmla="*/ 43475 w 57463"/>
                <a:gd name="connsiteY12" fmla="*/ 53179 h 81577"/>
                <a:gd name="connsiteX13" fmla="*/ 29299 w 57463"/>
                <a:gd name="connsiteY13" fmla="*/ 38330 h 81577"/>
                <a:gd name="connsiteX14" fmla="*/ 15122 w 57463"/>
                <a:gd name="connsiteY14" fmla="*/ 53179 h 81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463" h="81577">
                  <a:moveTo>
                    <a:pt x="42719" y="31833"/>
                  </a:moveTo>
                  <a:lnTo>
                    <a:pt x="42719" y="0"/>
                  </a:lnTo>
                  <a:lnTo>
                    <a:pt x="57463" y="0"/>
                  </a:lnTo>
                  <a:lnTo>
                    <a:pt x="57463" y="80186"/>
                  </a:lnTo>
                  <a:lnTo>
                    <a:pt x="43003" y="80186"/>
                  </a:lnTo>
                  <a:lnTo>
                    <a:pt x="43003" y="74246"/>
                  </a:lnTo>
                  <a:cubicBezTo>
                    <a:pt x="39411" y="78608"/>
                    <a:pt x="34119" y="81578"/>
                    <a:pt x="26558" y="81578"/>
                  </a:cubicBezTo>
                  <a:cubicBezTo>
                    <a:pt x="11436" y="81578"/>
                    <a:pt x="0" y="69420"/>
                    <a:pt x="0" y="53179"/>
                  </a:cubicBezTo>
                  <a:cubicBezTo>
                    <a:pt x="0" y="36937"/>
                    <a:pt x="11436" y="24780"/>
                    <a:pt x="26558" y="24780"/>
                  </a:cubicBezTo>
                  <a:cubicBezTo>
                    <a:pt x="33930" y="24780"/>
                    <a:pt x="39128" y="27657"/>
                    <a:pt x="42719" y="31833"/>
                  </a:cubicBezTo>
                  <a:close/>
                  <a:moveTo>
                    <a:pt x="15122" y="53179"/>
                  </a:moveTo>
                  <a:cubicBezTo>
                    <a:pt x="15122" y="61439"/>
                    <a:pt x="20604" y="68028"/>
                    <a:pt x="29299" y="68028"/>
                  </a:cubicBezTo>
                  <a:cubicBezTo>
                    <a:pt x="37994" y="68028"/>
                    <a:pt x="43475" y="61717"/>
                    <a:pt x="43475" y="53179"/>
                  </a:cubicBezTo>
                  <a:cubicBezTo>
                    <a:pt x="43475" y="44641"/>
                    <a:pt x="37710" y="38330"/>
                    <a:pt x="29299" y="38330"/>
                  </a:cubicBezTo>
                  <a:cubicBezTo>
                    <a:pt x="20887" y="38330"/>
                    <a:pt x="15122" y="44919"/>
                    <a:pt x="15122" y="53179"/>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44" name="Freeform 43">
              <a:extLst>
                <a:ext uri="{FF2B5EF4-FFF2-40B4-BE49-F238E27FC236}">
                  <a16:creationId xmlns:a16="http://schemas.microsoft.com/office/drawing/2014/main" id="{A7942CA0-38C0-F890-0B70-9D3A85B57533}"/>
                </a:ext>
              </a:extLst>
            </p:cNvPr>
            <p:cNvSpPr/>
            <p:nvPr/>
          </p:nvSpPr>
          <p:spPr>
            <a:xfrm>
              <a:off x="6450229" y="3333129"/>
              <a:ext cx="54533" cy="56798"/>
            </a:xfrm>
            <a:custGeom>
              <a:avLst/>
              <a:gdLst>
                <a:gd name="connsiteX0" fmla="*/ 54533 w 54533"/>
                <a:gd name="connsiteY0" fmla="*/ 28306 h 56798"/>
                <a:gd name="connsiteX1" fmla="*/ 54250 w 54533"/>
                <a:gd name="connsiteY1" fmla="*/ 33225 h 56798"/>
                <a:gd name="connsiteX2" fmla="*/ 15311 w 54533"/>
                <a:gd name="connsiteY2" fmla="*/ 33225 h 56798"/>
                <a:gd name="connsiteX3" fmla="*/ 29393 w 54533"/>
                <a:gd name="connsiteY3" fmla="*/ 44455 h 56798"/>
                <a:gd name="connsiteX4" fmla="*/ 43286 w 54533"/>
                <a:gd name="connsiteY4" fmla="*/ 39258 h 56798"/>
                <a:gd name="connsiteX5" fmla="*/ 51981 w 54533"/>
                <a:gd name="connsiteY5" fmla="*/ 48631 h 56798"/>
                <a:gd name="connsiteX6" fmla="*/ 28542 w 54533"/>
                <a:gd name="connsiteY6" fmla="*/ 56798 h 56798"/>
                <a:gd name="connsiteX7" fmla="*/ 0 w 54533"/>
                <a:gd name="connsiteY7" fmla="*/ 28585 h 56798"/>
                <a:gd name="connsiteX8" fmla="*/ 27786 w 54533"/>
                <a:gd name="connsiteY8" fmla="*/ 0 h 56798"/>
                <a:gd name="connsiteX9" fmla="*/ 54439 w 54533"/>
                <a:gd name="connsiteY9" fmla="*/ 28306 h 56798"/>
                <a:gd name="connsiteX10" fmla="*/ 15311 w 54533"/>
                <a:gd name="connsiteY10" fmla="*/ 23295 h 56798"/>
                <a:gd name="connsiteX11" fmla="*/ 39600 w 54533"/>
                <a:gd name="connsiteY11" fmla="*/ 23295 h 56798"/>
                <a:gd name="connsiteX12" fmla="*/ 27597 w 54533"/>
                <a:gd name="connsiteY12" fmla="*/ 12529 h 56798"/>
                <a:gd name="connsiteX13" fmla="*/ 15216 w 54533"/>
                <a:gd name="connsiteY13" fmla="*/ 23295 h 56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4533" h="56798">
                  <a:moveTo>
                    <a:pt x="54533" y="28306"/>
                  </a:moveTo>
                  <a:cubicBezTo>
                    <a:pt x="54533" y="29977"/>
                    <a:pt x="54439" y="32019"/>
                    <a:pt x="54250" y="33225"/>
                  </a:cubicBezTo>
                  <a:lnTo>
                    <a:pt x="15311" y="33225"/>
                  </a:lnTo>
                  <a:cubicBezTo>
                    <a:pt x="16918" y="41021"/>
                    <a:pt x="22399" y="44455"/>
                    <a:pt x="29393" y="44455"/>
                  </a:cubicBezTo>
                  <a:cubicBezTo>
                    <a:pt x="34119" y="44455"/>
                    <a:pt x="39317" y="42599"/>
                    <a:pt x="43286" y="39258"/>
                  </a:cubicBezTo>
                  <a:lnTo>
                    <a:pt x="51981" y="48631"/>
                  </a:lnTo>
                  <a:cubicBezTo>
                    <a:pt x="45744" y="54293"/>
                    <a:pt x="37805" y="56798"/>
                    <a:pt x="28542" y="56798"/>
                  </a:cubicBezTo>
                  <a:cubicBezTo>
                    <a:pt x="11719" y="56798"/>
                    <a:pt x="0" y="45569"/>
                    <a:pt x="0" y="28585"/>
                  </a:cubicBezTo>
                  <a:cubicBezTo>
                    <a:pt x="0" y="11601"/>
                    <a:pt x="11341" y="0"/>
                    <a:pt x="27786" y="0"/>
                  </a:cubicBezTo>
                  <a:cubicBezTo>
                    <a:pt x="44231" y="0"/>
                    <a:pt x="54439" y="11508"/>
                    <a:pt x="54439" y="28306"/>
                  </a:cubicBezTo>
                  <a:close/>
                  <a:moveTo>
                    <a:pt x="15311" y="23295"/>
                  </a:moveTo>
                  <a:lnTo>
                    <a:pt x="39600" y="23295"/>
                  </a:lnTo>
                  <a:cubicBezTo>
                    <a:pt x="38277" y="16427"/>
                    <a:pt x="34024" y="12529"/>
                    <a:pt x="27597" y="12529"/>
                  </a:cubicBezTo>
                  <a:cubicBezTo>
                    <a:pt x="20604" y="12529"/>
                    <a:pt x="16540" y="16613"/>
                    <a:pt x="15216" y="23295"/>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45" name="Freeform 44">
              <a:extLst>
                <a:ext uri="{FF2B5EF4-FFF2-40B4-BE49-F238E27FC236}">
                  <a16:creationId xmlns:a16="http://schemas.microsoft.com/office/drawing/2014/main" id="{A0BAB121-E44D-B9D0-290E-F9B7322C034B}"/>
                </a:ext>
              </a:extLst>
            </p:cNvPr>
            <p:cNvSpPr/>
            <p:nvPr/>
          </p:nvSpPr>
          <p:spPr>
            <a:xfrm>
              <a:off x="5868605" y="3467607"/>
              <a:ext cx="57463" cy="77680"/>
            </a:xfrm>
            <a:custGeom>
              <a:avLst/>
              <a:gdLst>
                <a:gd name="connsiteX0" fmla="*/ 57463 w 57463"/>
                <a:gd name="connsiteY0" fmla="*/ 28492 h 77680"/>
                <a:gd name="connsiteX1" fmla="*/ 30905 w 57463"/>
                <a:gd name="connsiteY1" fmla="*/ 56891 h 77680"/>
                <a:gd name="connsiteX2" fmla="*/ 14744 w 57463"/>
                <a:gd name="connsiteY2" fmla="*/ 49838 h 77680"/>
                <a:gd name="connsiteX3" fmla="*/ 14744 w 57463"/>
                <a:gd name="connsiteY3" fmla="*/ 77680 h 77680"/>
                <a:gd name="connsiteX4" fmla="*/ 0 w 57463"/>
                <a:gd name="connsiteY4" fmla="*/ 77680 h 77680"/>
                <a:gd name="connsiteX5" fmla="*/ 0 w 57463"/>
                <a:gd name="connsiteY5" fmla="*/ 1485 h 77680"/>
                <a:gd name="connsiteX6" fmla="*/ 14460 w 57463"/>
                <a:gd name="connsiteY6" fmla="*/ 1485 h 77680"/>
                <a:gd name="connsiteX7" fmla="*/ 14460 w 57463"/>
                <a:gd name="connsiteY7" fmla="*/ 7425 h 77680"/>
                <a:gd name="connsiteX8" fmla="*/ 30811 w 57463"/>
                <a:gd name="connsiteY8" fmla="*/ 0 h 77680"/>
                <a:gd name="connsiteX9" fmla="*/ 57463 w 57463"/>
                <a:gd name="connsiteY9" fmla="*/ 28399 h 77680"/>
                <a:gd name="connsiteX10" fmla="*/ 13988 w 57463"/>
                <a:gd name="connsiteY10" fmla="*/ 28492 h 77680"/>
                <a:gd name="connsiteX11" fmla="*/ 28070 w 57463"/>
                <a:gd name="connsiteY11" fmla="*/ 43341 h 77680"/>
                <a:gd name="connsiteX12" fmla="*/ 42247 w 57463"/>
                <a:gd name="connsiteY12" fmla="*/ 28492 h 77680"/>
                <a:gd name="connsiteX13" fmla="*/ 28070 w 57463"/>
                <a:gd name="connsiteY13" fmla="*/ 13643 h 77680"/>
                <a:gd name="connsiteX14" fmla="*/ 13988 w 57463"/>
                <a:gd name="connsiteY14" fmla="*/ 28492 h 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463" h="77680">
                  <a:moveTo>
                    <a:pt x="57463" y="28492"/>
                  </a:moveTo>
                  <a:cubicBezTo>
                    <a:pt x="57463" y="44640"/>
                    <a:pt x="46027" y="56891"/>
                    <a:pt x="30905" y="56891"/>
                  </a:cubicBezTo>
                  <a:cubicBezTo>
                    <a:pt x="23533" y="56891"/>
                    <a:pt x="18335" y="54014"/>
                    <a:pt x="14744" y="49838"/>
                  </a:cubicBezTo>
                  <a:lnTo>
                    <a:pt x="14744" y="77680"/>
                  </a:lnTo>
                  <a:lnTo>
                    <a:pt x="0" y="77680"/>
                  </a:lnTo>
                  <a:lnTo>
                    <a:pt x="0" y="1485"/>
                  </a:lnTo>
                  <a:lnTo>
                    <a:pt x="14460" y="1485"/>
                  </a:lnTo>
                  <a:lnTo>
                    <a:pt x="14460" y="7425"/>
                  </a:lnTo>
                  <a:cubicBezTo>
                    <a:pt x="18052" y="3063"/>
                    <a:pt x="23344" y="0"/>
                    <a:pt x="30811" y="0"/>
                  </a:cubicBezTo>
                  <a:cubicBezTo>
                    <a:pt x="46027" y="0"/>
                    <a:pt x="57463" y="12158"/>
                    <a:pt x="57463" y="28399"/>
                  </a:cubicBezTo>
                  <a:close/>
                  <a:moveTo>
                    <a:pt x="13988" y="28492"/>
                  </a:moveTo>
                  <a:cubicBezTo>
                    <a:pt x="13988" y="37030"/>
                    <a:pt x="19753" y="43341"/>
                    <a:pt x="28070" y="43341"/>
                  </a:cubicBezTo>
                  <a:cubicBezTo>
                    <a:pt x="36387" y="43341"/>
                    <a:pt x="42247" y="36752"/>
                    <a:pt x="42247" y="28492"/>
                  </a:cubicBezTo>
                  <a:cubicBezTo>
                    <a:pt x="42247" y="20232"/>
                    <a:pt x="36765" y="13643"/>
                    <a:pt x="28070" y="13643"/>
                  </a:cubicBezTo>
                  <a:cubicBezTo>
                    <a:pt x="19375" y="13643"/>
                    <a:pt x="13988" y="19954"/>
                    <a:pt x="13988" y="28492"/>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46" name="Freeform 45">
              <a:extLst>
                <a:ext uri="{FF2B5EF4-FFF2-40B4-BE49-F238E27FC236}">
                  <a16:creationId xmlns:a16="http://schemas.microsoft.com/office/drawing/2014/main" id="{1302C057-F49D-A35B-C9E7-42D918A57EAE}"/>
                </a:ext>
              </a:extLst>
            </p:cNvPr>
            <p:cNvSpPr/>
            <p:nvPr/>
          </p:nvSpPr>
          <p:spPr>
            <a:xfrm>
              <a:off x="5934668" y="3467700"/>
              <a:ext cx="54533" cy="56798"/>
            </a:xfrm>
            <a:custGeom>
              <a:avLst/>
              <a:gdLst>
                <a:gd name="connsiteX0" fmla="*/ 54533 w 54533"/>
                <a:gd name="connsiteY0" fmla="*/ 28306 h 56798"/>
                <a:gd name="connsiteX1" fmla="*/ 54250 w 54533"/>
                <a:gd name="connsiteY1" fmla="*/ 33225 h 56798"/>
                <a:gd name="connsiteX2" fmla="*/ 15311 w 54533"/>
                <a:gd name="connsiteY2" fmla="*/ 33225 h 56798"/>
                <a:gd name="connsiteX3" fmla="*/ 29393 w 54533"/>
                <a:gd name="connsiteY3" fmla="*/ 44455 h 56798"/>
                <a:gd name="connsiteX4" fmla="*/ 43286 w 54533"/>
                <a:gd name="connsiteY4" fmla="*/ 39258 h 56798"/>
                <a:gd name="connsiteX5" fmla="*/ 51981 w 54533"/>
                <a:gd name="connsiteY5" fmla="*/ 48631 h 56798"/>
                <a:gd name="connsiteX6" fmla="*/ 28543 w 54533"/>
                <a:gd name="connsiteY6" fmla="*/ 56798 h 56798"/>
                <a:gd name="connsiteX7" fmla="*/ 0 w 54533"/>
                <a:gd name="connsiteY7" fmla="*/ 28585 h 56798"/>
                <a:gd name="connsiteX8" fmla="*/ 27786 w 54533"/>
                <a:gd name="connsiteY8" fmla="*/ 0 h 56798"/>
                <a:gd name="connsiteX9" fmla="*/ 54439 w 54533"/>
                <a:gd name="connsiteY9" fmla="*/ 28306 h 56798"/>
                <a:gd name="connsiteX10" fmla="*/ 15405 w 54533"/>
                <a:gd name="connsiteY10" fmla="*/ 23295 h 56798"/>
                <a:gd name="connsiteX11" fmla="*/ 39695 w 54533"/>
                <a:gd name="connsiteY11" fmla="*/ 23295 h 56798"/>
                <a:gd name="connsiteX12" fmla="*/ 27692 w 54533"/>
                <a:gd name="connsiteY12" fmla="*/ 12529 h 56798"/>
                <a:gd name="connsiteX13" fmla="*/ 15311 w 54533"/>
                <a:gd name="connsiteY13" fmla="*/ 23295 h 56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4533" h="56798">
                  <a:moveTo>
                    <a:pt x="54533" y="28306"/>
                  </a:moveTo>
                  <a:cubicBezTo>
                    <a:pt x="54533" y="29977"/>
                    <a:pt x="54439" y="32019"/>
                    <a:pt x="54250" y="33225"/>
                  </a:cubicBezTo>
                  <a:lnTo>
                    <a:pt x="15311" y="33225"/>
                  </a:lnTo>
                  <a:cubicBezTo>
                    <a:pt x="16918" y="41021"/>
                    <a:pt x="22494" y="44455"/>
                    <a:pt x="29393" y="44455"/>
                  </a:cubicBezTo>
                  <a:cubicBezTo>
                    <a:pt x="34119" y="44455"/>
                    <a:pt x="39317" y="42599"/>
                    <a:pt x="43286" y="39258"/>
                  </a:cubicBezTo>
                  <a:lnTo>
                    <a:pt x="51981" y="48631"/>
                  </a:lnTo>
                  <a:cubicBezTo>
                    <a:pt x="45744" y="54293"/>
                    <a:pt x="37805" y="56798"/>
                    <a:pt x="28543" y="56798"/>
                  </a:cubicBezTo>
                  <a:cubicBezTo>
                    <a:pt x="11719" y="56798"/>
                    <a:pt x="0" y="45569"/>
                    <a:pt x="0" y="28585"/>
                  </a:cubicBezTo>
                  <a:cubicBezTo>
                    <a:pt x="0" y="11601"/>
                    <a:pt x="11341" y="0"/>
                    <a:pt x="27786" y="0"/>
                  </a:cubicBezTo>
                  <a:cubicBezTo>
                    <a:pt x="44231" y="0"/>
                    <a:pt x="54439" y="11508"/>
                    <a:pt x="54439" y="28306"/>
                  </a:cubicBezTo>
                  <a:close/>
                  <a:moveTo>
                    <a:pt x="15405" y="23295"/>
                  </a:moveTo>
                  <a:lnTo>
                    <a:pt x="39695" y="23295"/>
                  </a:lnTo>
                  <a:cubicBezTo>
                    <a:pt x="38372" y="16427"/>
                    <a:pt x="34119" y="12529"/>
                    <a:pt x="27692" y="12529"/>
                  </a:cubicBezTo>
                  <a:cubicBezTo>
                    <a:pt x="20698" y="12529"/>
                    <a:pt x="16634" y="16613"/>
                    <a:pt x="15311" y="23295"/>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47" name="Freeform 46">
              <a:extLst>
                <a:ext uri="{FF2B5EF4-FFF2-40B4-BE49-F238E27FC236}">
                  <a16:creationId xmlns:a16="http://schemas.microsoft.com/office/drawing/2014/main" id="{CBB03C7E-269B-ACB6-CF03-7EE2FBC9293B}"/>
                </a:ext>
              </a:extLst>
            </p:cNvPr>
            <p:cNvSpPr/>
            <p:nvPr/>
          </p:nvSpPr>
          <p:spPr>
            <a:xfrm>
              <a:off x="6001299" y="3467700"/>
              <a:ext cx="37615" cy="55313"/>
            </a:xfrm>
            <a:custGeom>
              <a:avLst/>
              <a:gdLst>
                <a:gd name="connsiteX0" fmla="*/ 37521 w 37615"/>
                <a:gd name="connsiteY0" fmla="*/ 1114 h 55313"/>
                <a:gd name="connsiteX1" fmla="*/ 35347 w 37615"/>
                <a:gd name="connsiteY1" fmla="*/ 15499 h 55313"/>
                <a:gd name="connsiteX2" fmla="*/ 26369 w 37615"/>
                <a:gd name="connsiteY2" fmla="*/ 13736 h 55313"/>
                <a:gd name="connsiteX3" fmla="*/ 14838 w 37615"/>
                <a:gd name="connsiteY3" fmla="*/ 25893 h 55313"/>
                <a:gd name="connsiteX4" fmla="*/ 14838 w 37615"/>
                <a:gd name="connsiteY4" fmla="*/ 55313 h 55313"/>
                <a:gd name="connsiteX5" fmla="*/ 0 w 37615"/>
                <a:gd name="connsiteY5" fmla="*/ 55313 h 55313"/>
                <a:gd name="connsiteX6" fmla="*/ 0 w 37615"/>
                <a:gd name="connsiteY6" fmla="*/ 1392 h 55313"/>
                <a:gd name="connsiteX7" fmla="*/ 14366 w 37615"/>
                <a:gd name="connsiteY7" fmla="*/ 1392 h 55313"/>
                <a:gd name="connsiteX8" fmla="*/ 14366 w 37615"/>
                <a:gd name="connsiteY8" fmla="*/ 7332 h 55313"/>
                <a:gd name="connsiteX9" fmla="*/ 29866 w 37615"/>
                <a:gd name="connsiteY9" fmla="*/ 0 h 55313"/>
                <a:gd name="connsiteX10" fmla="*/ 37616 w 37615"/>
                <a:gd name="connsiteY10" fmla="*/ 1206 h 55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615" h="55313">
                  <a:moveTo>
                    <a:pt x="37521" y="1114"/>
                  </a:moveTo>
                  <a:lnTo>
                    <a:pt x="35347" y="15499"/>
                  </a:lnTo>
                  <a:cubicBezTo>
                    <a:pt x="32890" y="14478"/>
                    <a:pt x="29393" y="13736"/>
                    <a:pt x="26369" y="13736"/>
                  </a:cubicBezTo>
                  <a:cubicBezTo>
                    <a:pt x="19469" y="13736"/>
                    <a:pt x="14838" y="17819"/>
                    <a:pt x="14838" y="25893"/>
                  </a:cubicBezTo>
                  <a:lnTo>
                    <a:pt x="14838" y="55313"/>
                  </a:lnTo>
                  <a:lnTo>
                    <a:pt x="0" y="55313"/>
                  </a:lnTo>
                  <a:lnTo>
                    <a:pt x="0" y="1392"/>
                  </a:lnTo>
                  <a:lnTo>
                    <a:pt x="14366" y="1392"/>
                  </a:lnTo>
                  <a:lnTo>
                    <a:pt x="14366" y="7332"/>
                  </a:lnTo>
                  <a:cubicBezTo>
                    <a:pt x="17863" y="2227"/>
                    <a:pt x="23061" y="0"/>
                    <a:pt x="29866" y="0"/>
                  </a:cubicBezTo>
                  <a:cubicBezTo>
                    <a:pt x="33079" y="0"/>
                    <a:pt x="35536" y="464"/>
                    <a:pt x="37616" y="1206"/>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48" name="Freeform 47">
              <a:extLst>
                <a:ext uri="{FF2B5EF4-FFF2-40B4-BE49-F238E27FC236}">
                  <a16:creationId xmlns:a16="http://schemas.microsoft.com/office/drawing/2014/main" id="{3DA5A416-CAB4-FE2B-C88F-46B3E405169B}"/>
                </a:ext>
              </a:extLst>
            </p:cNvPr>
            <p:cNvSpPr/>
            <p:nvPr/>
          </p:nvSpPr>
          <p:spPr>
            <a:xfrm>
              <a:off x="6044113" y="3467793"/>
              <a:ext cx="49618" cy="56705"/>
            </a:xfrm>
            <a:custGeom>
              <a:avLst/>
              <a:gdLst>
                <a:gd name="connsiteX0" fmla="*/ 43097 w 49618"/>
                <a:gd name="connsiteY0" fmla="*/ 16334 h 56705"/>
                <a:gd name="connsiteX1" fmla="*/ 25613 w 49618"/>
                <a:gd name="connsiteY1" fmla="*/ 11972 h 56705"/>
                <a:gd name="connsiteX2" fmla="*/ 17201 w 49618"/>
                <a:gd name="connsiteY2" fmla="*/ 16891 h 56705"/>
                <a:gd name="connsiteX3" fmla="*/ 26180 w 49618"/>
                <a:gd name="connsiteY3" fmla="*/ 21531 h 56705"/>
                <a:gd name="connsiteX4" fmla="*/ 31094 w 49618"/>
                <a:gd name="connsiteY4" fmla="*/ 22274 h 56705"/>
                <a:gd name="connsiteX5" fmla="*/ 49619 w 49618"/>
                <a:gd name="connsiteY5" fmla="*/ 38422 h 56705"/>
                <a:gd name="connsiteX6" fmla="*/ 24384 w 49618"/>
                <a:gd name="connsiteY6" fmla="*/ 56706 h 56705"/>
                <a:gd name="connsiteX7" fmla="*/ 0 w 49618"/>
                <a:gd name="connsiteY7" fmla="*/ 50395 h 56705"/>
                <a:gd name="connsiteX8" fmla="*/ 5860 w 49618"/>
                <a:gd name="connsiteY8" fmla="*/ 39350 h 56705"/>
                <a:gd name="connsiteX9" fmla="*/ 24573 w 49618"/>
                <a:gd name="connsiteY9" fmla="*/ 44640 h 56705"/>
                <a:gd name="connsiteX10" fmla="*/ 34686 w 49618"/>
                <a:gd name="connsiteY10" fmla="*/ 39536 h 56705"/>
                <a:gd name="connsiteX11" fmla="*/ 25518 w 49618"/>
                <a:gd name="connsiteY11" fmla="*/ 34617 h 56705"/>
                <a:gd name="connsiteX12" fmla="*/ 21076 w 49618"/>
                <a:gd name="connsiteY12" fmla="*/ 33968 h 56705"/>
                <a:gd name="connsiteX13" fmla="*/ 2079 w 49618"/>
                <a:gd name="connsiteY13" fmla="*/ 17633 h 56705"/>
                <a:gd name="connsiteX14" fmla="*/ 25235 w 49618"/>
                <a:gd name="connsiteY14" fmla="*/ 0 h 56705"/>
                <a:gd name="connsiteX15" fmla="*/ 48201 w 49618"/>
                <a:gd name="connsiteY15" fmla="*/ 5104 h 56705"/>
                <a:gd name="connsiteX16" fmla="*/ 43192 w 49618"/>
                <a:gd name="connsiteY16" fmla="*/ 16427 h 56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9618" h="56705">
                  <a:moveTo>
                    <a:pt x="43097" y="16334"/>
                  </a:moveTo>
                  <a:cubicBezTo>
                    <a:pt x="38750" y="14200"/>
                    <a:pt x="31756" y="11972"/>
                    <a:pt x="25613" y="11972"/>
                  </a:cubicBezTo>
                  <a:cubicBezTo>
                    <a:pt x="20036" y="11972"/>
                    <a:pt x="17201" y="13921"/>
                    <a:pt x="17201" y="16891"/>
                  </a:cubicBezTo>
                  <a:cubicBezTo>
                    <a:pt x="17201" y="20046"/>
                    <a:pt x="21171" y="20789"/>
                    <a:pt x="26180" y="21531"/>
                  </a:cubicBezTo>
                  <a:lnTo>
                    <a:pt x="31094" y="22274"/>
                  </a:lnTo>
                  <a:cubicBezTo>
                    <a:pt x="43003" y="24037"/>
                    <a:pt x="49619" y="29327"/>
                    <a:pt x="49619" y="38422"/>
                  </a:cubicBezTo>
                  <a:cubicBezTo>
                    <a:pt x="49619" y="49559"/>
                    <a:pt x="40356" y="56706"/>
                    <a:pt x="24384" y="56706"/>
                  </a:cubicBezTo>
                  <a:cubicBezTo>
                    <a:pt x="16918" y="56706"/>
                    <a:pt x="7088" y="55313"/>
                    <a:pt x="0" y="50395"/>
                  </a:cubicBezTo>
                  <a:lnTo>
                    <a:pt x="5860" y="39350"/>
                  </a:lnTo>
                  <a:cubicBezTo>
                    <a:pt x="10585" y="42413"/>
                    <a:pt x="16256" y="44640"/>
                    <a:pt x="24573" y="44640"/>
                  </a:cubicBezTo>
                  <a:cubicBezTo>
                    <a:pt x="31472" y="44640"/>
                    <a:pt x="34686" y="42784"/>
                    <a:pt x="34686" y="39536"/>
                  </a:cubicBezTo>
                  <a:cubicBezTo>
                    <a:pt x="34686" y="36937"/>
                    <a:pt x="31945" y="35453"/>
                    <a:pt x="25518" y="34617"/>
                  </a:cubicBezTo>
                  <a:lnTo>
                    <a:pt x="21076" y="33968"/>
                  </a:lnTo>
                  <a:cubicBezTo>
                    <a:pt x="8412" y="32204"/>
                    <a:pt x="2079" y="26821"/>
                    <a:pt x="2079" y="17633"/>
                  </a:cubicBezTo>
                  <a:cubicBezTo>
                    <a:pt x="2079" y="6589"/>
                    <a:pt x="10774" y="0"/>
                    <a:pt x="25235" y="0"/>
                  </a:cubicBezTo>
                  <a:cubicBezTo>
                    <a:pt x="34024" y="0"/>
                    <a:pt x="40924" y="1578"/>
                    <a:pt x="48201" y="5104"/>
                  </a:cubicBezTo>
                  <a:lnTo>
                    <a:pt x="43192" y="16427"/>
                  </a:lnTo>
                  <a:close/>
                </a:path>
              </a:pathLst>
            </a:custGeom>
            <a:grpFill/>
            <a:ln w="0" cap="flat">
              <a:noFill/>
              <a:prstDash val="solid"/>
              <a:miter/>
            </a:ln>
          </p:spPr>
          <p:txBody>
            <a:bodyPr rtlCol="0" anchor="ctr"/>
            <a:lstStyle/>
            <a:p>
              <a:endParaRPr lang="en-US" b="1" i="0">
                <a:latin typeface="Tenorite" pitchFamily="2" charset="0"/>
              </a:endParaRPr>
            </a:p>
          </p:txBody>
        </p:sp>
        <p:sp>
          <p:nvSpPr>
            <p:cNvPr id="49" name="Freeform 48">
              <a:extLst>
                <a:ext uri="{FF2B5EF4-FFF2-40B4-BE49-F238E27FC236}">
                  <a16:creationId xmlns:a16="http://schemas.microsoft.com/office/drawing/2014/main" id="{65266FCA-12B4-C374-A999-C80C2616BE41}"/>
                </a:ext>
              </a:extLst>
            </p:cNvPr>
            <p:cNvSpPr/>
            <p:nvPr/>
          </p:nvSpPr>
          <p:spPr>
            <a:xfrm>
              <a:off x="6101670" y="3467700"/>
              <a:ext cx="59447" cy="56798"/>
            </a:xfrm>
            <a:custGeom>
              <a:avLst/>
              <a:gdLst>
                <a:gd name="connsiteX0" fmla="*/ 59448 w 59447"/>
                <a:gd name="connsiteY0" fmla="*/ 28399 h 56798"/>
                <a:gd name="connsiteX1" fmla="*/ 29677 w 59447"/>
                <a:gd name="connsiteY1" fmla="*/ 56798 h 56798"/>
                <a:gd name="connsiteX2" fmla="*/ 0 w 59447"/>
                <a:gd name="connsiteY2" fmla="*/ 28399 h 56798"/>
                <a:gd name="connsiteX3" fmla="*/ 29677 w 59447"/>
                <a:gd name="connsiteY3" fmla="*/ 0 h 56798"/>
                <a:gd name="connsiteX4" fmla="*/ 59448 w 59447"/>
                <a:gd name="connsiteY4" fmla="*/ 28399 h 56798"/>
                <a:gd name="connsiteX5" fmla="*/ 15122 w 59447"/>
                <a:gd name="connsiteY5" fmla="*/ 28399 h 56798"/>
                <a:gd name="connsiteX6" fmla="*/ 29677 w 59447"/>
                <a:gd name="connsiteY6" fmla="*/ 43248 h 56798"/>
                <a:gd name="connsiteX7" fmla="*/ 44326 w 59447"/>
                <a:gd name="connsiteY7" fmla="*/ 28399 h 56798"/>
                <a:gd name="connsiteX8" fmla="*/ 29677 w 59447"/>
                <a:gd name="connsiteY8" fmla="*/ 13550 h 56798"/>
                <a:gd name="connsiteX9" fmla="*/ 15122 w 59447"/>
                <a:gd name="connsiteY9" fmla="*/ 28399 h 56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9447" h="56798">
                  <a:moveTo>
                    <a:pt x="59448" y="28399"/>
                  </a:moveTo>
                  <a:cubicBezTo>
                    <a:pt x="59448" y="44640"/>
                    <a:pt x="46783" y="56798"/>
                    <a:pt x="29677" y="56798"/>
                  </a:cubicBezTo>
                  <a:cubicBezTo>
                    <a:pt x="12570" y="56798"/>
                    <a:pt x="0" y="44640"/>
                    <a:pt x="0" y="28399"/>
                  </a:cubicBezTo>
                  <a:cubicBezTo>
                    <a:pt x="0" y="12158"/>
                    <a:pt x="12570" y="0"/>
                    <a:pt x="29677" y="0"/>
                  </a:cubicBezTo>
                  <a:cubicBezTo>
                    <a:pt x="46783" y="0"/>
                    <a:pt x="59448" y="12158"/>
                    <a:pt x="59448" y="28399"/>
                  </a:cubicBezTo>
                  <a:close/>
                  <a:moveTo>
                    <a:pt x="15122" y="28399"/>
                  </a:moveTo>
                  <a:cubicBezTo>
                    <a:pt x="15122" y="37123"/>
                    <a:pt x="21360" y="43248"/>
                    <a:pt x="29677" y="43248"/>
                  </a:cubicBezTo>
                  <a:cubicBezTo>
                    <a:pt x="37994" y="43248"/>
                    <a:pt x="44326" y="37123"/>
                    <a:pt x="44326" y="28399"/>
                  </a:cubicBezTo>
                  <a:cubicBezTo>
                    <a:pt x="44326" y="19675"/>
                    <a:pt x="37994" y="13550"/>
                    <a:pt x="29677" y="13550"/>
                  </a:cubicBezTo>
                  <a:cubicBezTo>
                    <a:pt x="21360" y="13550"/>
                    <a:pt x="15122" y="19675"/>
                    <a:pt x="15122" y="28399"/>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50" name="Freeform 49">
              <a:extLst>
                <a:ext uri="{FF2B5EF4-FFF2-40B4-BE49-F238E27FC236}">
                  <a16:creationId xmlns:a16="http://schemas.microsoft.com/office/drawing/2014/main" id="{6FA5F325-4E75-B2A3-CAA8-715933DCE62D}"/>
                </a:ext>
              </a:extLst>
            </p:cNvPr>
            <p:cNvSpPr/>
            <p:nvPr/>
          </p:nvSpPr>
          <p:spPr>
            <a:xfrm>
              <a:off x="6173215" y="3467607"/>
              <a:ext cx="51981" cy="55498"/>
            </a:xfrm>
            <a:custGeom>
              <a:avLst/>
              <a:gdLst>
                <a:gd name="connsiteX0" fmla="*/ 51981 w 51981"/>
                <a:gd name="connsiteY0" fmla="*/ 21160 h 55498"/>
                <a:gd name="connsiteX1" fmla="*/ 51981 w 51981"/>
                <a:gd name="connsiteY1" fmla="*/ 55499 h 55498"/>
                <a:gd name="connsiteX2" fmla="*/ 37143 w 51981"/>
                <a:gd name="connsiteY2" fmla="*/ 55499 h 55498"/>
                <a:gd name="connsiteX3" fmla="*/ 37143 w 51981"/>
                <a:gd name="connsiteY3" fmla="*/ 25801 h 55498"/>
                <a:gd name="connsiteX4" fmla="*/ 26463 w 51981"/>
                <a:gd name="connsiteY4" fmla="*/ 13736 h 55498"/>
                <a:gd name="connsiteX5" fmla="*/ 14838 w 51981"/>
                <a:gd name="connsiteY5" fmla="*/ 25893 h 55498"/>
                <a:gd name="connsiteX6" fmla="*/ 14838 w 51981"/>
                <a:gd name="connsiteY6" fmla="*/ 55406 h 55498"/>
                <a:gd name="connsiteX7" fmla="*/ 0 w 51981"/>
                <a:gd name="connsiteY7" fmla="*/ 55406 h 55498"/>
                <a:gd name="connsiteX8" fmla="*/ 0 w 51981"/>
                <a:gd name="connsiteY8" fmla="*/ 1485 h 55498"/>
                <a:gd name="connsiteX9" fmla="*/ 14366 w 51981"/>
                <a:gd name="connsiteY9" fmla="*/ 1485 h 55498"/>
                <a:gd name="connsiteX10" fmla="*/ 14366 w 51981"/>
                <a:gd name="connsiteY10" fmla="*/ 7796 h 55498"/>
                <a:gd name="connsiteX11" fmla="*/ 30527 w 51981"/>
                <a:gd name="connsiteY11" fmla="*/ 0 h 55498"/>
                <a:gd name="connsiteX12" fmla="*/ 51887 w 51981"/>
                <a:gd name="connsiteY12" fmla="*/ 21067 h 55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1981" h="55498">
                  <a:moveTo>
                    <a:pt x="51981" y="21160"/>
                  </a:moveTo>
                  <a:lnTo>
                    <a:pt x="51981" y="55499"/>
                  </a:lnTo>
                  <a:lnTo>
                    <a:pt x="37143" y="55499"/>
                  </a:lnTo>
                  <a:lnTo>
                    <a:pt x="37143" y="25801"/>
                  </a:lnTo>
                  <a:cubicBezTo>
                    <a:pt x="37143" y="18005"/>
                    <a:pt x="33174" y="13736"/>
                    <a:pt x="26463" y="13736"/>
                  </a:cubicBezTo>
                  <a:cubicBezTo>
                    <a:pt x="20131" y="13736"/>
                    <a:pt x="14838" y="17819"/>
                    <a:pt x="14838" y="25893"/>
                  </a:cubicBezTo>
                  <a:lnTo>
                    <a:pt x="14838" y="55406"/>
                  </a:lnTo>
                  <a:lnTo>
                    <a:pt x="0" y="55406"/>
                  </a:lnTo>
                  <a:lnTo>
                    <a:pt x="0" y="1485"/>
                  </a:lnTo>
                  <a:lnTo>
                    <a:pt x="14366" y="1485"/>
                  </a:lnTo>
                  <a:lnTo>
                    <a:pt x="14366" y="7796"/>
                  </a:lnTo>
                  <a:cubicBezTo>
                    <a:pt x="18241" y="2042"/>
                    <a:pt x="24290" y="0"/>
                    <a:pt x="30527" y="0"/>
                  </a:cubicBezTo>
                  <a:cubicBezTo>
                    <a:pt x="43003" y="0"/>
                    <a:pt x="51887" y="8538"/>
                    <a:pt x="51887" y="21067"/>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51" name="Freeform 50">
              <a:extLst>
                <a:ext uri="{FF2B5EF4-FFF2-40B4-BE49-F238E27FC236}">
                  <a16:creationId xmlns:a16="http://schemas.microsoft.com/office/drawing/2014/main" id="{7189B50B-3FA8-EE23-13CA-146D51636965}"/>
                </a:ext>
              </a:extLst>
            </p:cNvPr>
            <p:cNvSpPr/>
            <p:nvPr/>
          </p:nvSpPr>
          <p:spPr>
            <a:xfrm>
              <a:off x="6236916" y="3467700"/>
              <a:ext cx="57463" cy="56798"/>
            </a:xfrm>
            <a:custGeom>
              <a:avLst/>
              <a:gdLst>
                <a:gd name="connsiteX0" fmla="*/ 57463 w 57463"/>
                <a:gd name="connsiteY0" fmla="*/ 55406 h 56798"/>
                <a:gd name="connsiteX1" fmla="*/ 43003 w 57463"/>
                <a:gd name="connsiteY1" fmla="*/ 55406 h 56798"/>
                <a:gd name="connsiteX2" fmla="*/ 43003 w 57463"/>
                <a:gd name="connsiteY2" fmla="*/ 49467 h 56798"/>
                <a:gd name="connsiteX3" fmla="*/ 26558 w 57463"/>
                <a:gd name="connsiteY3" fmla="*/ 56798 h 56798"/>
                <a:gd name="connsiteX4" fmla="*/ 0 w 57463"/>
                <a:gd name="connsiteY4" fmla="*/ 28399 h 56798"/>
                <a:gd name="connsiteX5" fmla="*/ 26558 w 57463"/>
                <a:gd name="connsiteY5" fmla="*/ 0 h 56798"/>
                <a:gd name="connsiteX6" fmla="*/ 43003 w 57463"/>
                <a:gd name="connsiteY6" fmla="*/ 7425 h 56798"/>
                <a:gd name="connsiteX7" fmla="*/ 43003 w 57463"/>
                <a:gd name="connsiteY7" fmla="*/ 1485 h 56798"/>
                <a:gd name="connsiteX8" fmla="*/ 57463 w 57463"/>
                <a:gd name="connsiteY8" fmla="*/ 1485 h 56798"/>
                <a:gd name="connsiteX9" fmla="*/ 57463 w 57463"/>
                <a:gd name="connsiteY9" fmla="*/ 55406 h 56798"/>
                <a:gd name="connsiteX10" fmla="*/ 15122 w 57463"/>
                <a:gd name="connsiteY10" fmla="*/ 28399 h 56798"/>
                <a:gd name="connsiteX11" fmla="*/ 29299 w 57463"/>
                <a:gd name="connsiteY11" fmla="*/ 43248 h 56798"/>
                <a:gd name="connsiteX12" fmla="*/ 43475 w 57463"/>
                <a:gd name="connsiteY12" fmla="*/ 28399 h 56798"/>
                <a:gd name="connsiteX13" fmla="*/ 29299 w 57463"/>
                <a:gd name="connsiteY13" fmla="*/ 13550 h 56798"/>
                <a:gd name="connsiteX14" fmla="*/ 15122 w 57463"/>
                <a:gd name="connsiteY14" fmla="*/ 28399 h 56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463" h="56798">
                  <a:moveTo>
                    <a:pt x="57463" y="55406"/>
                  </a:moveTo>
                  <a:lnTo>
                    <a:pt x="43003" y="55406"/>
                  </a:lnTo>
                  <a:lnTo>
                    <a:pt x="43003" y="49467"/>
                  </a:lnTo>
                  <a:cubicBezTo>
                    <a:pt x="39411" y="53828"/>
                    <a:pt x="34119" y="56798"/>
                    <a:pt x="26558" y="56798"/>
                  </a:cubicBezTo>
                  <a:cubicBezTo>
                    <a:pt x="11436" y="56798"/>
                    <a:pt x="0" y="44640"/>
                    <a:pt x="0" y="28399"/>
                  </a:cubicBezTo>
                  <a:cubicBezTo>
                    <a:pt x="0" y="12158"/>
                    <a:pt x="11436" y="0"/>
                    <a:pt x="26558" y="0"/>
                  </a:cubicBezTo>
                  <a:cubicBezTo>
                    <a:pt x="34119" y="0"/>
                    <a:pt x="39411" y="2970"/>
                    <a:pt x="43003" y="7425"/>
                  </a:cubicBezTo>
                  <a:lnTo>
                    <a:pt x="43003" y="1485"/>
                  </a:lnTo>
                  <a:lnTo>
                    <a:pt x="57463" y="1485"/>
                  </a:lnTo>
                  <a:lnTo>
                    <a:pt x="57463" y="55406"/>
                  </a:lnTo>
                  <a:close/>
                  <a:moveTo>
                    <a:pt x="15122" y="28399"/>
                  </a:moveTo>
                  <a:cubicBezTo>
                    <a:pt x="15122" y="36659"/>
                    <a:pt x="20604" y="43248"/>
                    <a:pt x="29299" y="43248"/>
                  </a:cubicBezTo>
                  <a:cubicBezTo>
                    <a:pt x="37994" y="43248"/>
                    <a:pt x="43475" y="36937"/>
                    <a:pt x="43475" y="28399"/>
                  </a:cubicBezTo>
                  <a:cubicBezTo>
                    <a:pt x="43475" y="19861"/>
                    <a:pt x="37710" y="13550"/>
                    <a:pt x="29299" y="13550"/>
                  </a:cubicBezTo>
                  <a:cubicBezTo>
                    <a:pt x="20887" y="13550"/>
                    <a:pt x="15122" y="20139"/>
                    <a:pt x="15122" y="28399"/>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52" name="Freeform 51">
              <a:extLst>
                <a:ext uri="{FF2B5EF4-FFF2-40B4-BE49-F238E27FC236}">
                  <a16:creationId xmlns:a16="http://schemas.microsoft.com/office/drawing/2014/main" id="{937ECD96-5045-2B71-CCE8-DE37FD6077C4}"/>
                </a:ext>
              </a:extLst>
            </p:cNvPr>
            <p:cNvSpPr/>
            <p:nvPr/>
          </p:nvSpPr>
          <p:spPr>
            <a:xfrm>
              <a:off x="6309879" y="3442921"/>
              <a:ext cx="14838" cy="80185"/>
            </a:xfrm>
            <a:custGeom>
              <a:avLst/>
              <a:gdLst>
                <a:gd name="connsiteX0" fmla="*/ 14838 w 14838"/>
                <a:gd name="connsiteY0" fmla="*/ 80186 h 80185"/>
                <a:gd name="connsiteX1" fmla="*/ 0 w 14838"/>
                <a:gd name="connsiteY1" fmla="*/ 80186 h 80185"/>
                <a:gd name="connsiteX2" fmla="*/ 0 w 14838"/>
                <a:gd name="connsiteY2" fmla="*/ 0 h 80185"/>
                <a:gd name="connsiteX3" fmla="*/ 14838 w 14838"/>
                <a:gd name="connsiteY3" fmla="*/ 0 h 80185"/>
                <a:gd name="connsiteX4" fmla="*/ 14838 w 14838"/>
                <a:gd name="connsiteY4" fmla="*/ 80186 h 801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38" h="80185">
                  <a:moveTo>
                    <a:pt x="14838" y="80186"/>
                  </a:moveTo>
                  <a:lnTo>
                    <a:pt x="0" y="80186"/>
                  </a:lnTo>
                  <a:lnTo>
                    <a:pt x="0" y="0"/>
                  </a:lnTo>
                  <a:lnTo>
                    <a:pt x="14838" y="0"/>
                  </a:lnTo>
                  <a:lnTo>
                    <a:pt x="14838" y="80186"/>
                  </a:lnTo>
                  <a:close/>
                </a:path>
              </a:pathLst>
            </a:custGeom>
            <a:grpFill/>
            <a:ln w="0" cap="flat">
              <a:noFill/>
              <a:prstDash val="solid"/>
              <a:miter/>
            </a:ln>
          </p:spPr>
          <p:txBody>
            <a:bodyPr rtlCol="0" anchor="ctr"/>
            <a:lstStyle/>
            <a:p>
              <a:endParaRPr lang="en-US" b="1" i="0">
                <a:latin typeface="Tenorite" pitchFamily="2" charset="0"/>
              </a:endParaRPr>
            </a:p>
          </p:txBody>
        </p:sp>
      </p:grpSp>
      <p:grpSp>
        <p:nvGrpSpPr>
          <p:cNvPr id="53" name="Graphic 3">
            <a:extLst>
              <a:ext uri="{FF2B5EF4-FFF2-40B4-BE49-F238E27FC236}">
                <a16:creationId xmlns:a16="http://schemas.microsoft.com/office/drawing/2014/main" id="{7F67DD23-26D1-396C-3673-A7A1157D4949}"/>
              </a:ext>
            </a:extLst>
          </p:cNvPr>
          <p:cNvGrpSpPr/>
          <p:nvPr/>
        </p:nvGrpSpPr>
        <p:grpSpPr>
          <a:xfrm>
            <a:off x="5597388" y="5593538"/>
            <a:ext cx="997225" cy="347183"/>
            <a:chOff x="448663" y="3429000"/>
            <a:chExt cx="3429000" cy="1193800"/>
          </a:xfrm>
          <a:solidFill>
            <a:schemeClr val="bg1"/>
          </a:solidFill>
        </p:grpSpPr>
        <p:sp>
          <p:nvSpPr>
            <p:cNvPr id="54" name="Freeform 53">
              <a:extLst>
                <a:ext uri="{FF2B5EF4-FFF2-40B4-BE49-F238E27FC236}">
                  <a16:creationId xmlns:a16="http://schemas.microsoft.com/office/drawing/2014/main" id="{B889F603-658E-5EA6-713C-C73C71BB6009}"/>
                </a:ext>
              </a:extLst>
            </p:cNvPr>
            <p:cNvSpPr/>
            <p:nvPr/>
          </p:nvSpPr>
          <p:spPr>
            <a:xfrm>
              <a:off x="1213206"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267641 w 536101"/>
                <a:gd name="connsiteY4" fmla="*/ 339348 h 534746"/>
                <a:gd name="connsiteX5" fmla="*/ 195262 w 536101"/>
                <a:gd name="connsiteY5" fmla="*/ 267056 h 534746"/>
                <a:gd name="connsiteX6" fmla="*/ -315 w 536101"/>
                <a:gd name="connsiteY6" fmla="*/ 267056 h 534746"/>
                <a:gd name="connsiteX7" fmla="*/ 267641 w 536101"/>
                <a:gd name="connsiteY7" fmla="*/ 534524 h 534746"/>
                <a:gd name="connsiteX8" fmla="*/ 535787 w 536101"/>
                <a:gd name="connsiteY8" fmla="*/ 267246 h 534746"/>
                <a:gd name="connsiteX9" fmla="*/ 267831 w 536101"/>
                <a:gd name="connsiteY9" fmla="*/ -222 h 534746"/>
                <a:gd name="connsiteX10" fmla="*/ 267641 w 536101"/>
                <a:gd name="connsiteY10" fmla="*/ -222 h 534746"/>
                <a:gd name="connsiteX11" fmla="*/ -315 w 536101"/>
                <a:gd name="connsiteY11"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67704" y="339348"/>
                    <a:pt x="267673" y="339348"/>
                    <a:pt x="267641" y="339348"/>
                  </a:cubicBezTo>
                  <a:cubicBezTo>
                    <a:pt x="227652" y="339295"/>
                    <a:pt x="195262" y="306945"/>
                    <a:pt x="195262"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68" y="-222"/>
                    <a:pt x="267704" y="-222"/>
                    <a:pt x="267641" y="-222"/>
                  </a:cubicBezTo>
                  <a:cubicBezTo>
                    <a:pt x="119653" y="-222"/>
                    <a:pt x="-315" y="119442"/>
                    <a:pt x="-315" y="267056"/>
                  </a:cubicBezTo>
                </a:path>
              </a:pathLst>
            </a:custGeom>
            <a:solidFill>
              <a:schemeClr val="accent2"/>
            </a:solidFill>
            <a:ln w="9499" cap="flat">
              <a:noFill/>
              <a:prstDash val="solid"/>
              <a:miter/>
            </a:ln>
          </p:spPr>
          <p:txBody>
            <a:bodyPr rtlCol="0" anchor="ctr"/>
            <a:lstStyle/>
            <a:p>
              <a:endParaRPr lang="en-US" b="0" i="0">
                <a:latin typeface="Tenorite" pitchFamily="2" charset="0"/>
              </a:endParaRPr>
            </a:p>
          </p:txBody>
        </p:sp>
        <p:sp>
          <p:nvSpPr>
            <p:cNvPr id="55" name="Freeform 54">
              <a:extLst>
                <a:ext uri="{FF2B5EF4-FFF2-40B4-BE49-F238E27FC236}">
                  <a16:creationId xmlns:a16="http://schemas.microsoft.com/office/drawing/2014/main" id="{94658B84-E852-051B-1380-CCAC48C0FC2B}"/>
                </a:ext>
              </a:extLst>
            </p:cNvPr>
            <p:cNvSpPr/>
            <p:nvPr/>
          </p:nvSpPr>
          <p:spPr>
            <a:xfrm>
              <a:off x="448663"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195261 w 536101"/>
                <a:gd name="connsiteY4" fmla="*/ 267056 h 534746"/>
                <a:gd name="connsiteX5" fmla="*/ -315 w 536101"/>
                <a:gd name="connsiteY5" fmla="*/ 267056 h 534746"/>
                <a:gd name="connsiteX6" fmla="*/ 267641 w 536101"/>
                <a:gd name="connsiteY6" fmla="*/ 534524 h 534746"/>
                <a:gd name="connsiteX7" fmla="*/ 535787 w 536101"/>
                <a:gd name="connsiteY7" fmla="*/ 267246 h 534746"/>
                <a:gd name="connsiteX8" fmla="*/ 267831 w 536101"/>
                <a:gd name="connsiteY8" fmla="*/ -222 h 534746"/>
                <a:gd name="connsiteX9" fmla="*/ 267736 w 536101"/>
                <a:gd name="connsiteY9" fmla="*/ -222 h 534746"/>
                <a:gd name="connsiteX10" fmla="*/ -315 w 536101"/>
                <a:gd name="connsiteY10"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27731" y="339295"/>
                    <a:pt x="195314" y="306960"/>
                    <a:pt x="195261"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99" y="-222"/>
                    <a:pt x="267768" y="-222"/>
                    <a:pt x="267736" y="-222"/>
                  </a:cubicBezTo>
                  <a:cubicBezTo>
                    <a:pt x="119732" y="-222"/>
                    <a:pt x="-263" y="119427"/>
                    <a:pt x="-315" y="267056"/>
                  </a:cubicBezTo>
                </a:path>
              </a:pathLst>
            </a:custGeom>
            <a:solidFill>
              <a:schemeClr val="accent2"/>
            </a:solidFill>
            <a:ln w="9499" cap="flat">
              <a:noFill/>
              <a:prstDash val="solid"/>
              <a:miter/>
            </a:ln>
          </p:spPr>
          <p:txBody>
            <a:bodyPr rtlCol="0" anchor="ctr"/>
            <a:lstStyle/>
            <a:p>
              <a:endParaRPr lang="en-US" b="0" i="0">
                <a:latin typeface="Tenorite" pitchFamily="2" charset="0"/>
              </a:endParaRPr>
            </a:p>
          </p:txBody>
        </p:sp>
        <p:sp>
          <p:nvSpPr>
            <p:cNvPr id="56" name="Freeform 55">
              <a:extLst>
                <a:ext uri="{FF2B5EF4-FFF2-40B4-BE49-F238E27FC236}">
                  <a16:creationId xmlns:a16="http://schemas.microsoft.com/office/drawing/2014/main" id="{08EE32EF-70FC-C926-A0E0-D4790F17F699}"/>
                </a:ext>
              </a:extLst>
            </p:cNvPr>
            <p:cNvSpPr/>
            <p:nvPr/>
          </p:nvSpPr>
          <p:spPr>
            <a:xfrm>
              <a:off x="2022583" y="3633461"/>
              <a:ext cx="654074" cy="967546"/>
            </a:xfrm>
            <a:custGeom>
              <a:avLst/>
              <a:gdLst>
                <a:gd name="connsiteX0" fmla="*/ 653759 w 654074"/>
                <a:gd name="connsiteY0" fmla="*/ 634482 h 967546"/>
                <a:gd name="connsiteX1" fmla="*/ 336695 w 654074"/>
                <a:gd name="connsiteY1" fmla="*/ 301639 h 967546"/>
                <a:gd name="connsiteX2" fmla="*/ 137985 w 654074"/>
                <a:gd name="connsiteY2" fmla="*/ 393448 h 967546"/>
                <a:gd name="connsiteX3" fmla="*/ 137985 w 654074"/>
                <a:gd name="connsiteY3" fmla="*/ -222 h 967546"/>
                <a:gd name="connsiteX4" fmla="*/ -315 w 654074"/>
                <a:gd name="connsiteY4" fmla="*/ -222 h 967546"/>
                <a:gd name="connsiteX5" fmla="*/ -315 w 654074"/>
                <a:gd name="connsiteY5" fmla="*/ 950838 h 967546"/>
                <a:gd name="connsiteX6" fmla="*/ 137985 w 654074"/>
                <a:gd name="connsiteY6" fmla="*/ 950838 h 967546"/>
                <a:gd name="connsiteX7" fmla="*/ 137985 w 654074"/>
                <a:gd name="connsiteY7" fmla="*/ 875515 h 967546"/>
                <a:gd name="connsiteX8" fmla="*/ 336695 w 654074"/>
                <a:gd name="connsiteY8" fmla="*/ 967324 h 967546"/>
                <a:gd name="connsiteX9" fmla="*/ 653759 w 654074"/>
                <a:gd name="connsiteY9" fmla="*/ 634482 h 967546"/>
                <a:gd name="connsiteX10" fmla="*/ 511280 w 654074"/>
                <a:gd name="connsiteY10" fmla="*/ 634482 h 967546"/>
                <a:gd name="connsiteX11" fmla="*/ 319883 w 654074"/>
                <a:gd name="connsiteY11" fmla="*/ 837238 h 967546"/>
                <a:gd name="connsiteX12" fmla="*/ 128581 w 654074"/>
                <a:gd name="connsiteY12" fmla="*/ 634482 h 967546"/>
                <a:gd name="connsiteX13" fmla="*/ 319883 w 654074"/>
                <a:gd name="connsiteY13" fmla="*/ 431725 h 967546"/>
                <a:gd name="connsiteX14" fmla="*/ 511280 w 654074"/>
                <a:gd name="connsiteY14" fmla="*/ 634482 h 96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74" h="967546">
                  <a:moveTo>
                    <a:pt x="653759" y="634482"/>
                  </a:moveTo>
                  <a:cubicBezTo>
                    <a:pt x="653759" y="441010"/>
                    <a:pt x="514130" y="301639"/>
                    <a:pt x="336695" y="301639"/>
                  </a:cubicBezTo>
                  <a:cubicBezTo>
                    <a:pt x="245984" y="301639"/>
                    <a:pt x="182343" y="337926"/>
                    <a:pt x="137985" y="393448"/>
                  </a:cubicBezTo>
                  <a:lnTo>
                    <a:pt x="137985" y="-222"/>
                  </a:lnTo>
                  <a:lnTo>
                    <a:pt x="-315" y="-222"/>
                  </a:lnTo>
                  <a:lnTo>
                    <a:pt x="-315" y="950838"/>
                  </a:lnTo>
                  <a:lnTo>
                    <a:pt x="137985" y="950838"/>
                  </a:lnTo>
                  <a:lnTo>
                    <a:pt x="137985" y="875515"/>
                  </a:lnTo>
                  <a:cubicBezTo>
                    <a:pt x="182343" y="931036"/>
                    <a:pt x="245984" y="967324"/>
                    <a:pt x="336695" y="967324"/>
                  </a:cubicBezTo>
                  <a:cubicBezTo>
                    <a:pt x="514130" y="967324"/>
                    <a:pt x="653759" y="827953"/>
                    <a:pt x="653759" y="634482"/>
                  </a:cubicBezTo>
                  <a:moveTo>
                    <a:pt x="511280" y="634482"/>
                  </a:moveTo>
                  <a:cubicBezTo>
                    <a:pt x="511280" y="745429"/>
                    <a:pt x="439091" y="837238"/>
                    <a:pt x="319883" y="837238"/>
                  </a:cubicBezTo>
                  <a:cubicBezTo>
                    <a:pt x="205900" y="837238"/>
                    <a:pt x="128581" y="750072"/>
                    <a:pt x="128581" y="634482"/>
                  </a:cubicBezTo>
                  <a:cubicBezTo>
                    <a:pt x="128581" y="518891"/>
                    <a:pt x="205995" y="431725"/>
                    <a:pt x="319883" y="431725"/>
                  </a:cubicBezTo>
                  <a:cubicBezTo>
                    <a:pt x="439091" y="431725"/>
                    <a:pt x="511280" y="523534"/>
                    <a:pt x="511280" y="634482"/>
                  </a:cubicBezTo>
                </a:path>
              </a:pathLst>
            </a:custGeom>
            <a:solidFill>
              <a:schemeClr val="accent1"/>
            </a:solidFill>
            <a:ln w="9499" cap="flat">
              <a:noFill/>
              <a:prstDash val="solid"/>
              <a:miter/>
            </a:ln>
          </p:spPr>
          <p:txBody>
            <a:bodyPr rtlCol="0" anchor="ctr"/>
            <a:lstStyle/>
            <a:p>
              <a:endParaRPr lang="en-US" b="0" i="0">
                <a:latin typeface="Tenorite" pitchFamily="2" charset="0"/>
              </a:endParaRPr>
            </a:p>
          </p:txBody>
        </p:sp>
        <p:sp>
          <p:nvSpPr>
            <p:cNvPr id="57" name="Freeform 56">
              <a:extLst>
                <a:ext uri="{FF2B5EF4-FFF2-40B4-BE49-F238E27FC236}">
                  <a16:creationId xmlns:a16="http://schemas.microsoft.com/office/drawing/2014/main" id="{AA0B1A55-E9BD-2C82-2469-B2E78DF2494C}"/>
                </a:ext>
              </a:extLst>
            </p:cNvPr>
            <p:cNvSpPr/>
            <p:nvPr/>
          </p:nvSpPr>
          <p:spPr>
            <a:xfrm>
              <a:off x="2791496" y="3760326"/>
              <a:ext cx="422688" cy="840776"/>
            </a:xfrm>
            <a:custGeom>
              <a:avLst/>
              <a:gdLst>
                <a:gd name="connsiteX0" fmla="*/ 381624 w 422688"/>
                <a:gd name="connsiteY0" fmla="*/ 316798 h 840776"/>
                <a:gd name="connsiteX1" fmla="*/ 381624 w 422688"/>
                <a:gd name="connsiteY1" fmla="*/ 191259 h 840776"/>
                <a:gd name="connsiteX2" fmla="*/ 138650 w 422688"/>
                <a:gd name="connsiteY2" fmla="*/ 191259 h 840776"/>
                <a:gd name="connsiteX3" fmla="*/ 138650 w 422688"/>
                <a:gd name="connsiteY3" fmla="*/ -222 h 840776"/>
                <a:gd name="connsiteX4" fmla="*/ -315 w 422688"/>
                <a:gd name="connsiteY4" fmla="*/ -222 h 840776"/>
                <a:gd name="connsiteX5" fmla="*/ -315 w 422688"/>
                <a:gd name="connsiteY5" fmla="*/ 594878 h 840776"/>
                <a:gd name="connsiteX6" fmla="*/ 227652 w 422688"/>
                <a:gd name="connsiteY6" fmla="*/ 840554 h 840776"/>
                <a:gd name="connsiteX7" fmla="*/ 422373 w 422688"/>
                <a:gd name="connsiteY7" fmla="*/ 777832 h 840776"/>
                <a:gd name="connsiteX8" fmla="*/ 367376 w 422688"/>
                <a:gd name="connsiteY8" fmla="*/ 667548 h 840776"/>
                <a:gd name="connsiteX9" fmla="*/ 239620 w 422688"/>
                <a:gd name="connsiteY9" fmla="*/ 710468 h 840776"/>
                <a:gd name="connsiteX10" fmla="*/ 138934 w 422688"/>
                <a:gd name="connsiteY10" fmla="*/ 592225 h 840776"/>
                <a:gd name="connsiteX11" fmla="*/ 138934 w 422688"/>
                <a:gd name="connsiteY11" fmla="*/ 316798 h 84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88" h="840776">
                  <a:moveTo>
                    <a:pt x="381624" y="316798"/>
                  </a:moveTo>
                  <a:lnTo>
                    <a:pt x="381624" y="191259"/>
                  </a:lnTo>
                  <a:lnTo>
                    <a:pt x="138650" y="191259"/>
                  </a:lnTo>
                  <a:lnTo>
                    <a:pt x="138650" y="-222"/>
                  </a:lnTo>
                  <a:lnTo>
                    <a:pt x="-315" y="-222"/>
                  </a:lnTo>
                  <a:lnTo>
                    <a:pt x="-315" y="594878"/>
                  </a:lnTo>
                  <a:cubicBezTo>
                    <a:pt x="-315" y="763336"/>
                    <a:pt x="83747" y="840554"/>
                    <a:pt x="227652" y="840554"/>
                  </a:cubicBezTo>
                  <a:cubicBezTo>
                    <a:pt x="297461" y="839999"/>
                    <a:pt x="365423" y="818108"/>
                    <a:pt x="422373" y="777832"/>
                  </a:cubicBezTo>
                  <a:lnTo>
                    <a:pt x="367376" y="667548"/>
                  </a:lnTo>
                  <a:cubicBezTo>
                    <a:pt x="329382" y="691329"/>
                    <a:pt x="282648" y="710468"/>
                    <a:pt x="239620" y="710468"/>
                  </a:cubicBezTo>
                  <a:cubicBezTo>
                    <a:pt x="183958" y="710468"/>
                    <a:pt x="138934" y="676738"/>
                    <a:pt x="138934" y="592225"/>
                  </a:cubicBezTo>
                  <a:lnTo>
                    <a:pt x="138934" y="316798"/>
                  </a:lnTo>
                  <a:close/>
                </a:path>
              </a:pathLst>
            </a:custGeom>
            <a:solidFill>
              <a:schemeClr val="accent1"/>
            </a:solidFill>
            <a:ln w="9499" cap="flat">
              <a:noFill/>
              <a:prstDash val="solid"/>
              <a:miter/>
            </a:ln>
          </p:spPr>
          <p:txBody>
            <a:bodyPr rtlCol="0" anchor="ctr"/>
            <a:lstStyle/>
            <a:p>
              <a:endParaRPr lang="en-US" b="0" i="0">
                <a:latin typeface="Tenorite" pitchFamily="2" charset="0"/>
              </a:endParaRPr>
            </a:p>
          </p:txBody>
        </p:sp>
        <p:sp>
          <p:nvSpPr>
            <p:cNvPr id="58" name="Freeform 57">
              <a:extLst>
                <a:ext uri="{FF2B5EF4-FFF2-40B4-BE49-F238E27FC236}">
                  <a16:creationId xmlns:a16="http://schemas.microsoft.com/office/drawing/2014/main" id="{DD935D4C-37AD-084F-1ED2-81C902465A1C}"/>
                </a:ext>
              </a:extLst>
            </p:cNvPr>
            <p:cNvSpPr/>
            <p:nvPr/>
          </p:nvSpPr>
          <p:spPr>
            <a:xfrm>
              <a:off x="3312970" y="3935937"/>
              <a:ext cx="560798" cy="664408"/>
            </a:xfrm>
            <a:custGeom>
              <a:avLst/>
              <a:gdLst>
                <a:gd name="connsiteX0" fmla="*/ 508336 w 560798"/>
                <a:gd name="connsiteY0" fmla="*/ 46537 h 664408"/>
                <a:gd name="connsiteX1" fmla="*/ 287872 w 560798"/>
                <a:gd name="connsiteY1" fmla="*/ -173 h 664408"/>
                <a:gd name="connsiteX2" fmla="*/ 25616 w 560798"/>
                <a:gd name="connsiteY2" fmla="*/ 202583 h 664408"/>
                <a:gd name="connsiteX3" fmla="*/ 240854 w 560798"/>
                <a:gd name="connsiteY3" fmla="*/ 388191 h 664408"/>
                <a:gd name="connsiteX4" fmla="*/ 307344 w 560798"/>
                <a:gd name="connsiteY4" fmla="*/ 396718 h 664408"/>
                <a:gd name="connsiteX5" fmla="*/ 417244 w 560798"/>
                <a:gd name="connsiteY5" fmla="*/ 466735 h 664408"/>
                <a:gd name="connsiteX6" fmla="*/ 272864 w 560798"/>
                <a:gd name="connsiteY6" fmla="*/ 544048 h 664408"/>
                <a:gd name="connsiteX7" fmla="*/ 63895 w 560798"/>
                <a:gd name="connsiteY7" fmla="*/ 479336 h 664408"/>
                <a:gd name="connsiteX8" fmla="*/ -315 w 560798"/>
                <a:gd name="connsiteY8" fmla="*/ 582989 h 664408"/>
                <a:gd name="connsiteX9" fmla="*/ 271725 w 560798"/>
                <a:gd name="connsiteY9" fmla="*/ 664186 h 664408"/>
                <a:gd name="connsiteX10" fmla="*/ 560483 w 560798"/>
                <a:gd name="connsiteY10" fmla="*/ 457450 h 664408"/>
                <a:gd name="connsiteX11" fmla="*/ 339925 w 560798"/>
                <a:gd name="connsiteY11" fmla="*/ 270611 h 664408"/>
                <a:gd name="connsiteX12" fmla="*/ 274385 w 560798"/>
                <a:gd name="connsiteY12" fmla="*/ 260663 h 664408"/>
                <a:gd name="connsiteX13" fmla="*/ 169900 w 560798"/>
                <a:gd name="connsiteY13" fmla="*/ 195288 h 664408"/>
                <a:gd name="connsiteX14" fmla="*/ 289772 w 560798"/>
                <a:gd name="connsiteY14" fmla="*/ 120060 h 664408"/>
                <a:gd name="connsiteX15" fmla="*/ 459608 w 560798"/>
                <a:gd name="connsiteY15" fmla="*/ 160516 h 66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0798" h="664408">
                  <a:moveTo>
                    <a:pt x="508336" y="46537"/>
                  </a:moveTo>
                  <a:cubicBezTo>
                    <a:pt x="439269" y="14734"/>
                    <a:pt x="363936" y="-1227"/>
                    <a:pt x="287872" y="-173"/>
                  </a:cubicBezTo>
                  <a:cubicBezTo>
                    <a:pt x="126396" y="-173"/>
                    <a:pt x="25616" y="77803"/>
                    <a:pt x="25616" y="202583"/>
                  </a:cubicBezTo>
                  <a:cubicBezTo>
                    <a:pt x="25616" y="304909"/>
                    <a:pt x="99800" y="368957"/>
                    <a:pt x="240854" y="388191"/>
                  </a:cubicBezTo>
                  <a:lnTo>
                    <a:pt x="307344" y="396718"/>
                  </a:lnTo>
                  <a:cubicBezTo>
                    <a:pt x="383333" y="407329"/>
                    <a:pt x="417244" y="430447"/>
                    <a:pt x="417244" y="466735"/>
                  </a:cubicBezTo>
                  <a:cubicBezTo>
                    <a:pt x="417244" y="514108"/>
                    <a:pt x="368231" y="544048"/>
                    <a:pt x="272864" y="544048"/>
                  </a:cubicBezTo>
                  <a:cubicBezTo>
                    <a:pt x="170280" y="544048"/>
                    <a:pt x="108729" y="514298"/>
                    <a:pt x="63895" y="479336"/>
                  </a:cubicBezTo>
                  <a:lnTo>
                    <a:pt x="-315" y="582989"/>
                  </a:lnTo>
                  <a:cubicBezTo>
                    <a:pt x="91631" y="651679"/>
                    <a:pt x="206850" y="664186"/>
                    <a:pt x="271725" y="664186"/>
                  </a:cubicBezTo>
                  <a:cubicBezTo>
                    <a:pt x="454478" y="664186"/>
                    <a:pt x="560483" y="578915"/>
                    <a:pt x="560483" y="457450"/>
                  </a:cubicBezTo>
                  <a:cubicBezTo>
                    <a:pt x="560483" y="349155"/>
                    <a:pt x="478320" y="291076"/>
                    <a:pt x="339925" y="270611"/>
                  </a:cubicBezTo>
                  <a:lnTo>
                    <a:pt x="274385" y="260663"/>
                  </a:lnTo>
                  <a:cubicBezTo>
                    <a:pt x="216158" y="252135"/>
                    <a:pt x="169900" y="240197"/>
                    <a:pt x="169900" y="195288"/>
                  </a:cubicBezTo>
                  <a:cubicBezTo>
                    <a:pt x="169900" y="150378"/>
                    <a:pt x="213593" y="120060"/>
                    <a:pt x="289772" y="120060"/>
                  </a:cubicBezTo>
                  <a:cubicBezTo>
                    <a:pt x="348627" y="121323"/>
                    <a:pt x="406531" y="135117"/>
                    <a:pt x="459608" y="160516"/>
                  </a:cubicBezTo>
                  <a:close/>
                </a:path>
              </a:pathLst>
            </a:custGeom>
            <a:solidFill>
              <a:schemeClr val="accent1"/>
            </a:solidFill>
            <a:ln w="9499" cap="flat">
              <a:noFill/>
              <a:prstDash val="solid"/>
              <a:miter/>
            </a:ln>
          </p:spPr>
          <p:txBody>
            <a:bodyPr rtlCol="0" anchor="ctr"/>
            <a:lstStyle/>
            <a:p>
              <a:endParaRPr lang="en-US" b="0" i="0">
                <a:latin typeface="Tenorite" pitchFamily="2" charset="0"/>
              </a:endParaRPr>
            </a:p>
          </p:txBody>
        </p:sp>
        <p:sp>
          <p:nvSpPr>
            <p:cNvPr id="59" name="Freeform 58">
              <a:extLst>
                <a:ext uri="{FF2B5EF4-FFF2-40B4-BE49-F238E27FC236}">
                  <a16:creationId xmlns:a16="http://schemas.microsoft.com/office/drawing/2014/main" id="{1DD74095-6597-7B19-0B2D-3B641F5256EA}"/>
                </a:ext>
              </a:extLst>
            </p:cNvPr>
            <p:cNvSpPr/>
            <p:nvPr/>
          </p:nvSpPr>
          <p:spPr>
            <a:xfrm>
              <a:off x="825757" y="3429000"/>
              <a:ext cx="536101" cy="534746"/>
            </a:xfrm>
            <a:custGeom>
              <a:avLst/>
              <a:gdLst>
                <a:gd name="connsiteX0" fmla="*/ 267736 w 536101"/>
                <a:gd name="connsiteY0" fmla="*/ -222 h 534746"/>
                <a:gd name="connsiteX1" fmla="*/ -315 w 536101"/>
                <a:gd name="connsiteY1" fmla="*/ 267151 h 534746"/>
                <a:gd name="connsiteX2" fmla="*/ 267736 w 536101"/>
                <a:gd name="connsiteY2" fmla="*/ 534524 h 534746"/>
                <a:gd name="connsiteX3" fmla="*/ 535787 w 536101"/>
                <a:gd name="connsiteY3" fmla="*/ 267151 h 534746"/>
                <a:gd name="connsiteX4" fmla="*/ 535787 w 536101"/>
                <a:gd name="connsiteY4" fmla="*/ 267056 h 534746"/>
                <a:gd name="connsiteX5" fmla="*/ 267736 w 536101"/>
                <a:gd name="connsiteY5" fmla="*/ -222 h 534746"/>
                <a:gd name="connsiteX6" fmla="*/ 267736 w 536101"/>
                <a:gd name="connsiteY6" fmla="*/ 339348 h 534746"/>
                <a:gd name="connsiteX7" fmla="*/ 195261 w 536101"/>
                <a:gd name="connsiteY7" fmla="*/ 267056 h 534746"/>
                <a:gd name="connsiteX8" fmla="*/ 267736 w 536101"/>
                <a:gd name="connsiteY8" fmla="*/ 194765 h 534746"/>
                <a:gd name="connsiteX9" fmla="*/ 340210 w 536101"/>
                <a:gd name="connsiteY9" fmla="*/ 267056 h 534746"/>
                <a:gd name="connsiteX10" fmla="*/ 267736 w 536101"/>
                <a:gd name="connsiteY10" fmla="*/ 339348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267736" y="-222"/>
                  </a:moveTo>
                  <a:cubicBezTo>
                    <a:pt x="119695" y="-222"/>
                    <a:pt x="-315" y="119485"/>
                    <a:pt x="-315" y="267151"/>
                  </a:cubicBezTo>
                  <a:cubicBezTo>
                    <a:pt x="-315" y="414817"/>
                    <a:pt x="119695" y="534524"/>
                    <a:pt x="267736" y="534524"/>
                  </a:cubicBezTo>
                  <a:cubicBezTo>
                    <a:pt x="415776" y="534524"/>
                    <a:pt x="535787" y="414817"/>
                    <a:pt x="535787" y="267151"/>
                  </a:cubicBezTo>
                  <a:cubicBezTo>
                    <a:pt x="535787" y="267120"/>
                    <a:pt x="535787" y="267088"/>
                    <a:pt x="535787" y="267056"/>
                  </a:cubicBezTo>
                  <a:cubicBezTo>
                    <a:pt x="535734" y="119427"/>
                    <a:pt x="415739" y="-222"/>
                    <a:pt x="267736" y="-222"/>
                  </a:cubicBezTo>
                  <a:close/>
                  <a:moveTo>
                    <a:pt x="267736" y="339348"/>
                  </a:moveTo>
                  <a:cubicBezTo>
                    <a:pt x="227709" y="339348"/>
                    <a:pt x="195261" y="306982"/>
                    <a:pt x="195261" y="267056"/>
                  </a:cubicBezTo>
                  <a:cubicBezTo>
                    <a:pt x="195261" y="227131"/>
                    <a:pt x="227709" y="194765"/>
                    <a:pt x="267736" y="194765"/>
                  </a:cubicBezTo>
                  <a:cubicBezTo>
                    <a:pt x="307762" y="194765"/>
                    <a:pt x="340210" y="227131"/>
                    <a:pt x="340210" y="267056"/>
                  </a:cubicBezTo>
                  <a:cubicBezTo>
                    <a:pt x="340158" y="306960"/>
                    <a:pt x="307740" y="339295"/>
                    <a:pt x="267736" y="339348"/>
                  </a:cubicBezTo>
                  <a:close/>
                </a:path>
              </a:pathLst>
            </a:custGeom>
            <a:solidFill>
              <a:schemeClr val="accent2"/>
            </a:solidFill>
            <a:ln w="9499" cap="flat">
              <a:noFill/>
              <a:prstDash val="solid"/>
              <a:miter/>
            </a:ln>
          </p:spPr>
          <p:txBody>
            <a:bodyPr rtlCol="0" anchor="ctr"/>
            <a:lstStyle/>
            <a:p>
              <a:endParaRPr lang="en-US" b="0" i="0">
                <a:latin typeface="Tenorite" pitchFamily="2" charset="0"/>
              </a:endParaRPr>
            </a:p>
          </p:txBody>
        </p:sp>
      </p:grpSp>
      <p:pic>
        <p:nvPicPr>
          <p:cNvPr id="60" name="Graphic 59">
            <a:extLst>
              <a:ext uri="{FF2B5EF4-FFF2-40B4-BE49-F238E27FC236}">
                <a16:creationId xmlns:a16="http://schemas.microsoft.com/office/drawing/2014/main" id="{B29A6D00-FA8D-29D1-F8E9-3413B7275A0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475414" y="3704851"/>
            <a:ext cx="3241173" cy="909803"/>
          </a:xfrm>
          <a:prstGeom prst="rect">
            <a:avLst/>
          </a:prstGeom>
        </p:spPr>
      </p:pic>
    </p:spTree>
    <p:extLst>
      <p:ext uri="{BB962C8B-B14F-4D97-AF65-F5344CB8AC3E}">
        <p14:creationId xmlns:p14="http://schemas.microsoft.com/office/powerpoint/2010/main" val="2790504694"/>
      </p:ext>
    </p:extLst>
  </p:cSld>
  <p:clrMapOvr>
    <a:masterClrMapping/>
  </p:clrMapOvr>
  <p:extLst>
    <p:ext uri="{DCECCB84-F9BA-43D5-87BE-67443E8EF086}">
      <p15:sldGuideLst xmlns:p15="http://schemas.microsoft.com/office/powerpoint/2012/main">
        <p15:guide id="1" pos="1272">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cSld name="Blank Charcoal">
    <p:bg>
      <p:bgPr>
        <a:solidFill>
          <a:schemeClr val="tx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563374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cSld name="BTS Color Values and Logos">
    <p:spTree>
      <p:nvGrpSpPr>
        <p:cNvPr id="1" name=""/>
        <p:cNvGrpSpPr/>
        <p:nvPr/>
      </p:nvGrpSpPr>
      <p:grpSpPr>
        <a:xfrm>
          <a:off x="0" y="0"/>
          <a:ext cx="0" cy="0"/>
          <a:chOff x="0" y="0"/>
          <a:chExt cx="0" cy="0"/>
        </a:xfrm>
      </p:grpSpPr>
      <p:sp>
        <p:nvSpPr>
          <p:cNvPr id="28" name="Rounded Rectangle 27">
            <a:extLst>
              <a:ext uri="{FF2B5EF4-FFF2-40B4-BE49-F238E27FC236}">
                <a16:creationId xmlns:a16="http://schemas.microsoft.com/office/drawing/2014/main" id="{3DAFC7CC-4C6C-7C18-ACC3-61E06517841B}"/>
              </a:ext>
            </a:extLst>
          </p:cNvPr>
          <p:cNvSpPr/>
          <p:nvPr userDrawn="1"/>
        </p:nvSpPr>
        <p:spPr>
          <a:xfrm>
            <a:off x="9841482" y="1439828"/>
            <a:ext cx="1817408" cy="576851"/>
          </a:xfrm>
          <a:prstGeom prst="roundRect">
            <a:avLst>
              <a:gd name="adj" fmla="val 1100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0" i="0">
              <a:latin typeface="Tenorite" pitchFamily="2" charset="0"/>
            </a:endParaRPr>
          </a:p>
        </p:txBody>
      </p:sp>
      <p:grpSp>
        <p:nvGrpSpPr>
          <p:cNvPr id="29" name="Graphic 3">
            <a:extLst>
              <a:ext uri="{FF2B5EF4-FFF2-40B4-BE49-F238E27FC236}">
                <a16:creationId xmlns:a16="http://schemas.microsoft.com/office/drawing/2014/main" id="{5B23B397-B5DC-DB84-3695-C1E957639054}"/>
              </a:ext>
            </a:extLst>
          </p:cNvPr>
          <p:cNvGrpSpPr/>
          <p:nvPr/>
        </p:nvGrpSpPr>
        <p:grpSpPr>
          <a:xfrm>
            <a:off x="3927012" y="1514393"/>
            <a:ext cx="876076" cy="305005"/>
            <a:chOff x="448663" y="3429000"/>
            <a:chExt cx="3429000" cy="1193800"/>
          </a:xfrm>
        </p:grpSpPr>
        <p:sp>
          <p:nvSpPr>
            <p:cNvPr id="30" name="Freeform 29">
              <a:extLst>
                <a:ext uri="{FF2B5EF4-FFF2-40B4-BE49-F238E27FC236}">
                  <a16:creationId xmlns:a16="http://schemas.microsoft.com/office/drawing/2014/main" id="{538F8C04-19D2-6180-56C9-A36D80B6F12A}"/>
                </a:ext>
              </a:extLst>
            </p:cNvPr>
            <p:cNvSpPr/>
            <p:nvPr/>
          </p:nvSpPr>
          <p:spPr>
            <a:xfrm>
              <a:off x="1213206"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267641 w 536101"/>
                <a:gd name="connsiteY4" fmla="*/ 339348 h 534746"/>
                <a:gd name="connsiteX5" fmla="*/ 195262 w 536101"/>
                <a:gd name="connsiteY5" fmla="*/ 267056 h 534746"/>
                <a:gd name="connsiteX6" fmla="*/ -315 w 536101"/>
                <a:gd name="connsiteY6" fmla="*/ 267056 h 534746"/>
                <a:gd name="connsiteX7" fmla="*/ 267641 w 536101"/>
                <a:gd name="connsiteY7" fmla="*/ 534524 h 534746"/>
                <a:gd name="connsiteX8" fmla="*/ 535787 w 536101"/>
                <a:gd name="connsiteY8" fmla="*/ 267246 h 534746"/>
                <a:gd name="connsiteX9" fmla="*/ 267831 w 536101"/>
                <a:gd name="connsiteY9" fmla="*/ -222 h 534746"/>
                <a:gd name="connsiteX10" fmla="*/ 267641 w 536101"/>
                <a:gd name="connsiteY10" fmla="*/ -222 h 534746"/>
                <a:gd name="connsiteX11" fmla="*/ -315 w 536101"/>
                <a:gd name="connsiteY11"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67704" y="339348"/>
                    <a:pt x="267673" y="339348"/>
                    <a:pt x="267641" y="339348"/>
                  </a:cubicBezTo>
                  <a:cubicBezTo>
                    <a:pt x="227652" y="339295"/>
                    <a:pt x="195262" y="306945"/>
                    <a:pt x="195262"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68" y="-222"/>
                    <a:pt x="267704" y="-222"/>
                    <a:pt x="267641" y="-222"/>
                  </a:cubicBezTo>
                  <a:cubicBezTo>
                    <a:pt x="119653" y="-222"/>
                    <a:pt x="-315" y="119442"/>
                    <a:pt x="-315" y="267056"/>
                  </a:cubicBezTo>
                </a:path>
              </a:pathLst>
            </a:custGeom>
            <a:solidFill>
              <a:srgbClr val="E61E6F"/>
            </a:solidFill>
            <a:ln w="9499" cap="flat">
              <a:noFill/>
              <a:prstDash val="solid"/>
              <a:miter/>
            </a:ln>
          </p:spPr>
          <p:txBody>
            <a:bodyPr rtlCol="0" anchor="ctr"/>
            <a:lstStyle/>
            <a:p>
              <a:endParaRPr lang="en-US" sz="2000" b="0" i="0">
                <a:latin typeface="Tenorite" pitchFamily="2" charset="0"/>
              </a:endParaRPr>
            </a:p>
          </p:txBody>
        </p:sp>
        <p:sp>
          <p:nvSpPr>
            <p:cNvPr id="31" name="Freeform 30">
              <a:extLst>
                <a:ext uri="{FF2B5EF4-FFF2-40B4-BE49-F238E27FC236}">
                  <a16:creationId xmlns:a16="http://schemas.microsoft.com/office/drawing/2014/main" id="{0C342EC4-7040-AA74-17D6-5A63FAA56652}"/>
                </a:ext>
              </a:extLst>
            </p:cNvPr>
            <p:cNvSpPr/>
            <p:nvPr/>
          </p:nvSpPr>
          <p:spPr>
            <a:xfrm>
              <a:off x="448663"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195261 w 536101"/>
                <a:gd name="connsiteY4" fmla="*/ 267056 h 534746"/>
                <a:gd name="connsiteX5" fmla="*/ -315 w 536101"/>
                <a:gd name="connsiteY5" fmla="*/ 267056 h 534746"/>
                <a:gd name="connsiteX6" fmla="*/ 267641 w 536101"/>
                <a:gd name="connsiteY6" fmla="*/ 534524 h 534746"/>
                <a:gd name="connsiteX7" fmla="*/ 535787 w 536101"/>
                <a:gd name="connsiteY7" fmla="*/ 267246 h 534746"/>
                <a:gd name="connsiteX8" fmla="*/ 267831 w 536101"/>
                <a:gd name="connsiteY8" fmla="*/ -222 h 534746"/>
                <a:gd name="connsiteX9" fmla="*/ 267736 w 536101"/>
                <a:gd name="connsiteY9" fmla="*/ -222 h 534746"/>
                <a:gd name="connsiteX10" fmla="*/ -315 w 536101"/>
                <a:gd name="connsiteY10"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27731" y="339295"/>
                    <a:pt x="195314" y="306960"/>
                    <a:pt x="195261"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99" y="-222"/>
                    <a:pt x="267768" y="-222"/>
                    <a:pt x="267736" y="-222"/>
                  </a:cubicBezTo>
                  <a:cubicBezTo>
                    <a:pt x="119732" y="-222"/>
                    <a:pt x="-263" y="119427"/>
                    <a:pt x="-315" y="267056"/>
                  </a:cubicBezTo>
                </a:path>
              </a:pathLst>
            </a:custGeom>
            <a:solidFill>
              <a:srgbClr val="E61E6F"/>
            </a:solidFill>
            <a:ln w="9499" cap="flat">
              <a:noFill/>
              <a:prstDash val="solid"/>
              <a:miter/>
            </a:ln>
          </p:spPr>
          <p:txBody>
            <a:bodyPr rtlCol="0" anchor="ctr"/>
            <a:lstStyle/>
            <a:p>
              <a:endParaRPr lang="en-US" sz="2000" b="0" i="0">
                <a:latin typeface="Tenorite" pitchFamily="2" charset="0"/>
              </a:endParaRPr>
            </a:p>
          </p:txBody>
        </p:sp>
        <p:sp>
          <p:nvSpPr>
            <p:cNvPr id="32" name="Freeform 31">
              <a:extLst>
                <a:ext uri="{FF2B5EF4-FFF2-40B4-BE49-F238E27FC236}">
                  <a16:creationId xmlns:a16="http://schemas.microsoft.com/office/drawing/2014/main" id="{BD87172D-33B8-C1C7-CFE9-B1B1FA19CA77}"/>
                </a:ext>
              </a:extLst>
            </p:cNvPr>
            <p:cNvSpPr/>
            <p:nvPr/>
          </p:nvSpPr>
          <p:spPr>
            <a:xfrm>
              <a:off x="2022583" y="3633461"/>
              <a:ext cx="654074" cy="967546"/>
            </a:xfrm>
            <a:custGeom>
              <a:avLst/>
              <a:gdLst>
                <a:gd name="connsiteX0" fmla="*/ 653759 w 654074"/>
                <a:gd name="connsiteY0" fmla="*/ 634482 h 967546"/>
                <a:gd name="connsiteX1" fmla="*/ 336695 w 654074"/>
                <a:gd name="connsiteY1" fmla="*/ 301639 h 967546"/>
                <a:gd name="connsiteX2" fmla="*/ 137985 w 654074"/>
                <a:gd name="connsiteY2" fmla="*/ 393448 h 967546"/>
                <a:gd name="connsiteX3" fmla="*/ 137985 w 654074"/>
                <a:gd name="connsiteY3" fmla="*/ -222 h 967546"/>
                <a:gd name="connsiteX4" fmla="*/ -315 w 654074"/>
                <a:gd name="connsiteY4" fmla="*/ -222 h 967546"/>
                <a:gd name="connsiteX5" fmla="*/ -315 w 654074"/>
                <a:gd name="connsiteY5" fmla="*/ 950838 h 967546"/>
                <a:gd name="connsiteX6" fmla="*/ 137985 w 654074"/>
                <a:gd name="connsiteY6" fmla="*/ 950838 h 967546"/>
                <a:gd name="connsiteX7" fmla="*/ 137985 w 654074"/>
                <a:gd name="connsiteY7" fmla="*/ 875515 h 967546"/>
                <a:gd name="connsiteX8" fmla="*/ 336695 w 654074"/>
                <a:gd name="connsiteY8" fmla="*/ 967324 h 967546"/>
                <a:gd name="connsiteX9" fmla="*/ 653759 w 654074"/>
                <a:gd name="connsiteY9" fmla="*/ 634482 h 967546"/>
                <a:gd name="connsiteX10" fmla="*/ 511280 w 654074"/>
                <a:gd name="connsiteY10" fmla="*/ 634482 h 967546"/>
                <a:gd name="connsiteX11" fmla="*/ 319883 w 654074"/>
                <a:gd name="connsiteY11" fmla="*/ 837238 h 967546"/>
                <a:gd name="connsiteX12" fmla="*/ 128581 w 654074"/>
                <a:gd name="connsiteY12" fmla="*/ 634482 h 967546"/>
                <a:gd name="connsiteX13" fmla="*/ 319883 w 654074"/>
                <a:gd name="connsiteY13" fmla="*/ 431725 h 967546"/>
                <a:gd name="connsiteX14" fmla="*/ 511280 w 654074"/>
                <a:gd name="connsiteY14" fmla="*/ 634482 h 96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74" h="967546">
                  <a:moveTo>
                    <a:pt x="653759" y="634482"/>
                  </a:moveTo>
                  <a:cubicBezTo>
                    <a:pt x="653759" y="441010"/>
                    <a:pt x="514130" y="301639"/>
                    <a:pt x="336695" y="301639"/>
                  </a:cubicBezTo>
                  <a:cubicBezTo>
                    <a:pt x="245984" y="301639"/>
                    <a:pt x="182343" y="337926"/>
                    <a:pt x="137985" y="393448"/>
                  </a:cubicBezTo>
                  <a:lnTo>
                    <a:pt x="137985" y="-222"/>
                  </a:lnTo>
                  <a:lnTo>
                    <a:pt x="-315" y="-222"/>
                  </a:lnTo>
                  <a:lnTo>
                    <a:pt x="-315" y="950838"/>
                  </a:lnTo>
                  <a:lnTo>
                    <a:pt x="137985" y="950838"/>
                  </a:lnTo>
                  <a:lnTo>
                    <a:pt x="137985" y="875515"/>
                  </a:lnTo>
                  <a:cubicBezTo>
                    <a:pt x="182343" y="931036"/>
                    <a:pt x="245984" y="967324"/>
                    <a:pt x="336695" y="967324"/>
                  </a:cubicBezTo>
                  <a:cubicBezTo>
                    <a:pt x="514130" y="967324"/>
                    <a:pt x="653759" y="827953"/>
                    <a:pt x="653759" y="634482"/>
                  </a:cubicBezTo>
                  <a:moveTo>
                    <a:pt x="511280" y="634482"/>
                  </a:moveTo>
                  <a:cubicBezTo>
                    <a:pt x="511280" y="745429"/>
                    <a:pt x="439091" y="837238"/>
                    <a:pt x="319883" y="837238"/>
                  </a:cubicBezTo>
                  <a:cubicBezTo>
                    <a:pt x="205900" y="837238"/>
                    <a:pt x="128581" y="750072"/>
                    <a:pt x="128581" y="634482"/>
                  </a:cubicBezTo>
                  <a:cubicBezTo>
                    <a:pt x="128581" y="518891"/>
                    <a:pt x="205995" y="431725"/>
                    <a:pt x="319883" y="431725"/>
                  </a:cubicBezTo>
                  <a:cubicBezTo>
                    <a:pt x="439091" y="431725"/>
                    <a:pt x="511280" y="523534"/>
                    <a:pt x="511280" y="634482"/>
                  </a:cubicBezTo>
                </a:path>
              </a:pathLst>
            </a:custGeom>
            <a:solidFill>
              <a:srgbClr val="23272A"/>
            </a:solidFill>
            <a:ln w="9499" cap="flat">
              <a:noFill/>
              <a:prstDash val="solid"/>
              <a:miter/>
            </a:ln>
          </p:spPr>
          <p:txBody>
            <a:bodyPr rtlCol="0" anchor="ctr"/>
            <a:lstStyle/>
            <a:p>
              <a:endParaRPr lang="en-US" sz="2000" b="0" i="0">
                <a:latin typeface="Tenorite" pitchFamily="2" charset="0"/>
              </a:endParaRPr>
            </a:p>
          </p:txBody>
        </p:sp>
        <p:sp>
          <p:nvSpPr>
            <p:cNvPr id="33" name="Freeform 32">
              <a:extLst>
                <a:ext uri="{FF2B5EF4-FFF2-40B4-BE49-F238E27FC236}">
                  <a16:creationId xmlns:a16="http://schemas.microsoft.com/office/drawing/2014/main" id="{82238C76-E1E4-F039-15FA-DC2D9F1A993F}"/>
                </a:ext>
              </a:extLst>
            </p:cNvPr>
            <p:cNvSpPr/>
            <p:nvPr/>
          </p:nvSpPr>
          <p:spPr>
            <a:xfrm>
              <a:off x="2791496" y="3760326"/>
              <a:ext cx="422688" cy="840776"/>
            </a:xfrm>
            <a:custGeom>
              <a:avLst/>
              <a:gdLst>
                <a:gd name="connsiteX0" fmla="*/ 381624 w 422688"/>
                <a:gd name="connsiteY0" fmla="*/ 316798 h 840776"/>
                <a:gd name="connsiteX1" fmla="*/ 381624 w 422688"/>
                <a:gd name="connsiteY1" fmla="*/ 191259 h 840776"/>
                <a:gd name="connsiteX2" fmla="*/ 138650 w 422688"/>
                <a:gd name="connsiteY2" fmla="*/ 191259 h 840776"/>
                <a:gd name="connsiteX3" fmla="*/ 138650 w 422688"/>
                <a:gd name="connsiteY3" fmla="*/ -222 h 840776"/>
                <a:gd name="connsiteX4" fmla="*/ -315 w 422688"/>
                <a:gd name="connsiteY4" fmla="*/ -222 h 840776"/>
                <a:gd name="connsiteX5" fmla="*/ -315 w 422688"/>
                <a:gd name="connsiteY5" fmla="*/ 594878 h 840776"/>
                <a:gd name="connsiteX6" fmla="*/ 227652 w 422688"/>
                <a:gd name="connsiteY6" fmla="*/ 840554 h 840776"/>
                <a:gd name="connsiteX7" fmla="*/ 422373 w 422688"/>
                <a:gd name="connsiteY7" fmla="*/ 777832 h 840776"/>
                <a:gd name="connsiteX8" fmla="*/ 367376 w 422688"/>
                <a:gd name="connsiteY8" fmla="*/ 667548 h 840776"/>
                <a:gd name="connsiteX9" fmla="*/ 239620 w 422688"/>
                <a:gd name="connsiteY9" fmla="*/ 710468 h 840776"/>
                <a:gd name="connsiteX10" fmla="*/ 138934 w 422688"/>
                <a:gd name="connsiteY10" fmla="*/ 592225 h 840776"/>
                <a:gd name="connsiteX11" fmla="*/ 138934 w 422688"/>
                <a:gd name="connsiteY11" fmla="*/ 316798 h 84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88" h="840776">
                  <a:moveTo>
                    <a:pt x="381624" y="316798"/>
                  </a:moveTo>
                  <a:lnTo>
                    <a:pt x="381624" y="191259"/>
                  </a:lnTo>
                  <a:lnTo>
                    <a:pt x="138650" y="191259"/>
                  </a:lnTo>
                  <a:lnTo>
                    <a:pt x="138650" y="-222"/>
                  </a:lnTo>
                  <a:lnTo>
                    <a:pt x="-315" y="-222"/>
                  </a:lnTo>
                  <a:lnTo>
                    <a:pt x="-315" y="594878"/>
                  </a:lnTo>
                  <a:cubicBezTo>
                    <a:pt x="-315" y="763336"/>
                    <a:pt x="83747" y="840554"/>
                    <a:pt x="227652" y="840554"/>
                  </a:cubicBezTo>
                  <a:cubicBezTo>
                    <a:pt x="297461" y="839999"/>
                    <a:pt x="365423" y="818108"/>
                    <a:pt x="422373" y="777832"/>
                  </a:cubicBezTo>
                  <a:lnTo>
                    <a:pt x="367376" y="667548"/>
                  </a:lnTo>
                  <a:cubicBezTo>
                    <a:pt x="329382" y="691329"/>
                    <a:pt x="282648" y="710468"/>
                    <a:pt x="239620" y="710468"/>
                  </a:cubicBezTo>
                  <a:cubicBezTo>
                    <a:pt x="183958" y="710468"/>
                    <a:pt x="138934" y="676738"/>
                    <a:pt x="138934" y="592225"/>
                  </a:cubicBezTo>
                  <a:lnTo>
                    <a:pt x="138934" y="316798"/>
                  </a:lnTo>
                  <a:close/>
                </a:path>
              </a:pathLst>
            </a:custGeom>
            <a:solidFill>
              <a:srgbClr val="23272A"/>
            </a:solidFill>
            <a:ln w="9499" cap="flat">
              <a:noFill/>
              <a:prstDash val="solid"/>
              <a:miter/>
            </a:ln>
          </p:spPr>
          <p:txBody>
            <a:bodyPr rtlCol="0" anchor="ctr"/>
            <a:lstStyle/>
            <a:p>
              <a:endParaRPr lang="en-US" sz="2000" b="0" i="0">
                <a:latin typeface="Tenorite" pitchFamily="2" charset="0"/>
              </a:endParaRPr>
            </a:p>
          </p:txBody>
        </p:sp>
        <p:sp>
          <p:nvSpPr>
            <p:cNvPr id="34" name="Freeform 33">
              <a:extLst>
                <a:ext uri="{FF2B5EF4-FFF2-40B4-BE49-F238E27FC236}">
                  <a16:creationId xmlns:a16="http://schemas.microsoft.com/office/drawing/2014/main" id="{634A8423-9610-149D-6F14-C21950F423DC}"/>
                </a:ext>
              </a:extLst>
            </p:cNvPr>
            <p:cNvSpPr/>
            <p:nvPr/>
          </p:nvSpPr>
          <p:spPr>
            <a:xfrm>
              <a:off x="3312970" y="3935937"/>
              <a:ext cx="560798" cy="664408"/>
            </a:xfrm>
            <a:custGeom>
              <a:avLst/>
              <a:gdLst>
                <a:gd name="connsiteX0" fmla="*/ 508336 w 560798"/>
                <a:gd name="connsiteY0" fmla="*/ 46537 h 664408"/>
                <a:gd name="connsiteX1" fmla="*/ 287872 w 560798"/>
                <a:gd name="connsiteY1" fmla="*/ -173 h 664408"/>
                <a:gd name="connsiteX2" fmla="*/ 25616 w 560798"/>
                <a:gd name="connsiteY2" fmla="*/ 202583 h 664408"/>
                <a:gd name="connsiteX3" fmla="*/ 240854 w 560798"/>
                <a:gd name="connsiteY3" fmla="*/ 388191 h 664408"/>
                <a:gd name="connsiteX4" fmla="*/ 307344 w 560798"/>
                <a:gd name="connsiteY4" fmla="*/ 396718 h 664408"/>
                <a:gd name="connsiteX5" fmla="*/ 417244 w 560798"/>
                <a:gd name="connsiteY5" fmla="*/ 466735 h 664408"/>
                <a:gd name="connsiteX6" fmla="*/ 272864 w 560798"/>
                <a:gd name="connsiteY6" fmla="*/ 544048 h 664408"/>
                <a:gd name="connsiteX7" fmla="*/ 63895 w 560798"/>
                <a:gd name="connsiteY7" fmla="*/ 479336 h 664408"/>
                <a:gd name="connsiteX8" fmla="*/ -315 w 560798"/>
                <a:gd name="connsiteY8" fmla="*/ 582989 h 664408"/>
                <a:gd name="connsiteX9" fmla="*/ 271725 w 560798"/>
                <a:gd name="connsiteY9" fmla="*/ 664186 h 664408"/>
                <a:gd name="connsiteX10" fmla="*/ 560483 w 560798"/>
                <a:gd name="connsiteY10" fmla="*/ 457450 h 664408"/>
                <a:gd name="connsiteX11" fmla="*/ 339925 w 560798"/>
                <a:gd name="connsiteY11" fmla="*/ 270611 h 664408"/>
                <a:gd name="connsiteX12" fmla="*/ 274385 w 560798"/>
                <a:gd name="connsiteY12" fmla="*/ 260663 h 664408"/>
                <a:gd name="connsiteX13" fmla="*/ 169900 w 560798"/>
                <a:gd name="connsiteY13" fmla="*/ 195288 h 664408"/>
                <a:gd name="connsiteX14" fmla="*/ 289772 w 560798"/>
                <a:gd name="connsiteY14" fmla="*/ 120060 h 664408"/>
                <a:gd name="connsiteX15" fmla="*/ 459608 w 560798"/>
                <a:gd name="connsiteY15" fmla="*/ 160516 h 66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0798" h="664408">
                  <a:moveTo>
                    <a:pt x="508336" y="46537"/>
                  </a:moveTo>
                  <a:cubicBezTo>
                    <a:pt x="439269" y="14734"/>
                    <a:pt x="363936" y="-1227"/>
                    <a:pt x="287872" y="-173"/>
                  </a:cubicBezTo>
                  <a:cubicBezTo>
                    <a:pt x="126396" y="-173"/>
                    <a:pt x="25616" y="77803"/>
                    <a:pt x="25616" y="202583"/>
                  </a:cubicBezTo>
                  <a:cubicBezTo>
                    <a:pt x="25616" y="304909"/>
                    <a:pt x="99800" y="368957"/>
                    <a:pt x="240854" y="388191"/>
                  </a:cubicBezTo>
                  <a:lnTo>
                    <a:pt x="307344" y="396718"/>
                  </a:lnTo>
                  <a:cubicBezTo>
                    <a:pt x="383333" y="407329"/>
                    <a:pt x="417244" y="430447"/>
                    <a:pt x="417244" y="466735"/>
                  </a:cubicBezTo>
                  <a:cubicBezTo>
                    <a:pt x="417244" y="514108"/>
                    <a:pt x="368231" y="544048"/>
                    <a:pt x="272864" y="544048"/>
                  </a:cubicBezTo>
                  <a:cubicBezTo>
                    <a:pt x="170280" y="544048"/>
                    <a:pt x="108729" y="514298"/>
                    <a:pt x="63895" y="479336"/>
                  </a:cubicBezTo>
                  <a:lnTo>
                    <a:pt x="-315" y="582989"/>
                  </a:lnTo>
                  <a:cubicBezTo>
                    <a:pt x="91631" y="651679"/>
                    <a:pt x="206850" y="664186"/>
                    <a:pt x="271725" y="664186"/>
                  </a:cubicBezTo>
                  <a:cubicBezTo>
                    <a:pt x="454478" y="664186"/>
                    <a:pt x="560483" y="578915"/>
                    <a:pt x="560483" y="457450"/>
                  </a:cubicBezTo>
                  <a:cubicBezTo>
                    <a:pt x="560483" y="349155"/>
                    <a:pt x="478320" y="291076"/>
                    <a:pt x="339925" y="270611"/>
                  </a:cubicBezTo>
                  <a:lnTo>
                    <a:pt x="274385" y="260663"/>
                  </a:lnTo>
                  <a:cubicBezTo>
                    <a:pt x="216158" y="252135"/>
                    <a:pt x="169900" y="240197"/>
                    <a:pt x="169900" y="195288"/>
                  </a:cubicBezTo>
                  <a:cubicBezTo>
                    <a:pt x="169900" y="150378"/>
                    <a:pt x="213593" y="120060"/>
                    <a:pt x="289772" y="120060"/>
                  </a:cubicBezTo>
                  <a:cubicBezTo>
                    <a:pt x="348627" y="121323"/>
                    <a:pt x="406531" y="135117"/>
                    <a:pt x="459608" y="160516"/>
                  </a:cubicBezTo>
                  <a:close/>
                </a:path>
              </a:pathLst>
            </a:custGeom>
            <a:solidFill>
              <a:srgbClr val="23272A"/>
            </a:solidFill>
            <a:ln w="9499" cap="flat">
              <a:noFill/>
              <a:prstDash val="solid"/>
              <a:miter/>
            </a:ln>
          </p:spPr>
          <p:txBody>
            <a:bodyPr rtlCol="0" anchor="ctr"/>
            <a:lstStyle/>
            <a:p>
              <a:endParaRPr lang="en-US" sz="2000" b="0" i="0">
                <a:latin typeface="Tenorite" pitchFamily="2" charset="0"/>
              </a:endParaRPr>
            </a:p>
          </p:txBody>
        </p:sp>
        <p:sp>
          <p:nvSpPr>
            <p:cNvPr id="35" name="Freeform 34">
              <a:extLst>
                <a:ext uri="{FF2B5EF4-FFF2-40B4-BE49-F238E27FC236}">
                  <a16:creationId xmlns:a16="http://schemas.microsoft.com/office/drawing/2014/main" id="{6723BF7C-6FA8-7F23-4553-B76EB6729086}"/>
                </a:ext>
              </a:extLst>
            </p:cNvPr>
            <p:cNvSpPr/>
            <p:nvPr/>
          </p:nvSpPr>
          <p:spPr>
            <a:xfrm>
              <a:off x="825757" y="3429000"/>
              <a:ext cx="536101" cy="534746"/>
            </a:xfrm>
            <a:custGeom>
              <a:avLst/>
              <a:gdLst>
                <a:gd name="connsiteX0" fmla="*/ 267736 w 536101"/>
                <a:gd name="connsiteY0" fmla="*/ -222 h 534746"/>
                <a:gd name="connsiteX1" fmla="*/ -315 w 536101"/>
                <a:gd name="connsiteY1" fmla="*/ 267151 h 534746"/>
                <a:gd name="connsiteX2" fmla="*/ 267736 w 536101"/>
                <a:gd name="connsiteY2" fmla="*/ 534524 h 534746"/>
                <a:gd name="connsiteX3" fmla="*/ 535787 w 536101"/>
                <a:gd name="connsiteY3" fmla="*/ 267151 h 534746"/>
                <a:gd name="connsiteX4" fmla="*/ 535787 w 536101"/>
                <a:gd name="connsiteY4" fmla="*/ 267056 h 534746"/>
                <a:gd name="connsiteX5" fmla="*/ 267736 w 536101"/>
                <a:gd name="connsiteY5" fmla="*/ -222 h 534746"/>
                <a:gd name="connsiteX6" fmla="*/ 267736 w 536101"/>
                <a:gd name="connsiteY6" fmla="*/ 339348 h 534746"/>
                <a:gd name="connsiteX7" fmla="*/ 195261 w 536101"/>
                <a:gd name="connsiteY7" fmla="*/ 267056 h 534746"/>
                <a:gd name="connsiteX8" fmla="*/ 267736 w 536101"/>
                <a:gd name="connsiteY8" fmla="*/ 194765 h 534746"/>
                <a:gd name="connsiteX9" fmla="*/ 340210 w 536101"/>
                <a:gd name="connsiteY9" fmla="*/ 267056 h 534746"/>
                <a:gd name="connsiteX10" fmla="*/ 267736 w 536101"/>
                <a:gd name="connsiteY10" fmla="*/ 339348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267736" y="-222"/>
                  </a:moveTo>
                  <a:cubicBezTo>
                    <a:pt x="119695" y="-222"/>
                    <a:pt x="-315" y="119485"/>
                    <a:pt x="-315" y="267151"/>
                  </a:cubicBezTo>
                  <a:cubicBezTo>
                    <a:pt x="-315" y="414817"/>
                    <a:pt x="119695" y="534524"/>
                    <a:pt x="267736" y="534524"/>
                  </a:cubicBezTo>
                  <a:cubicBezTo>
                    <a:pt x="415776" y="534524"/>
                    <a:pt x="535787" y="414817"/>
                    <a:pt x="535787" y="267151"/>
                  </a:cubicBezTo>
                  <a:cubicBezTo>
                    <a:pt x="535787" y="267120"/>
                    <a:pt x="535787" y="267088"/>
                    <a:pt x="535787" y="267056"/>
                  </a:cubicBezTo>
                  <a:cubicBezTo>
                    <a:pt x="535734" y="119427"/>
                    <a:pt x="415739" y="-222"/>
                    <a:pt x="267736" y="-222"/>
                  </a:cubicBezTo>
                  <a:close/>
                  <a:moveTo>
                    <a:pt x="267736" y="339348"/>
                  </a:moveTo>
                  <a:cubicBezTo>
                    <a:pt x="227709" y="339348"/>
                    <a:pt x="195261" y="306982"/>
                    <a:pt x="195261" y="267056"/>
                  </a:cubicBezTo>
                  <a:cubicBezTo>
                    <a:pt x="195261" y="227131"/>
                    <a:pt x="227709" y="194765"/>
                    <a:pt x="267736" y="194765"/>
                  </a:cubicBezTo>
                  <a:cubicBezTo>
                    <a:pt x="307762" y="194765"/>
                    <a:pt x="340210" y="227131"/>
                    <a:pt x="340210" y="267056"/>
                  </a:cubicBezTo>
                  <a:cubicBezTo>
                    <a:pt x="340158" y="306960"/>
                    <a:pt x="307740" y="339295"/>
                    <a:pt x="267736" y="339348"/>
                  </a:cubicBezTo>
                  <a:close/>
                </a:path>
              </a:pathLst>
            </a:custGeom>
            <a:solidFill>
              <a:srgbClr val="E61E6F"/>
            </a:solidFill>
            <a:ln w="9499" cap="flat">
              <a:noFill/>
              <a:prstDash val="solid"/>
              <a:miter/>
            </a:ln>
          </p:spPr>
          <p:txBody>
            <a:bodyPr rtlCol="0" anchor="ctr"/>
            <a:lstStyle/>
            <a:p>
              <a:endParaRPr lang="en-US" sz="2000" b="0" i="0">
                <a:latin typeface="Tenorite" pitchFamily="2" charset="0"/>
              </a:endParaRPr>
            </a:p>
          </p:txBody>
        </p:sp>
      </p:grpSp>
      <p:grpSp>
        <p:nvGrpSpPr>
          <p:cNvPr id="60" name="Group 59">
            <a:extLst>
              <a:ext uri="{FF2B5EF4-FFF2-40B4-BE49-F238E27FC236}">
                <a16:creationId xmlns:a16="http://schemas.microsoft.com/office/drawing/2014/main" id="{A04075CE-8FD4-D3D3-0813-8AABEFD14DE5}"/>
              </a:ext>
            </a:extLst>
          </p:cNvPr>
          <p:cNvGrpSpPr/>
          <p:nvPr/>
        </p:nvGrpSpPr>
        <p:grpSpPr>
          <a:xfrm>
            <a:off x="9976156" y="1513272"/>
            <a:ext cx="1494599" cy="406032"/>
            <a:chOff x="55677" y="311884"/>
            <a:chExt cx="6650992" cy="1806849"/>
          </a:xfrm>
          <a:solidFill>
            <a:schemeClr val="bg1"/>
          </a:solidFill>
        </p:grpSpPr>
        <p:sp>
          <p:nvSpPr>
            <p:cNvPr id="61" name="Freeform 60">
              <a:extLst>
                <a:ext uri="{FF2B5EF4-FFF2-40B4-BE49-F238E27FC236}">
                  <a16:creationId xmlns:a16="http://schemas.microsoft.com/office/drawing/2014/main" id="{30BD1510-E323-BAE8-BE8D-BD60A414F852}"/>
                </a:ext>
              </a:extLst>
            </p:cNvPr>
            <p:cNvSpPr/>
            <p:nvPr/>
          </p:nvSpPr>
          <p:spPr>
            <a:xfrm>
              <a:off x="821884" y="972782"/>
              <a:ext cx="537334" cy="535704"/>
            </a:xfrm>
            <a:custGeom>
              <a:avLst/>
              <a:gdLst>
                <a:gd name="connsiteX0" fmla="*/ 195950 w 537334"/>
                <a:gd name="connsiteY0" fmla="*/ 267535 h 535704"/>
                <a:gd name="connsiteX1" fmla="*/ 268592 w 537334"/>
                <a:gd name="connsiteY1" fmla="*/ 195114 h 535704"/>
                <a:gd name="connsiteX2" fmla="*/ 341233 w 537334"/>
                <a:gd name="connsiteY2" fmla="*/ 267535 h 535704"/>
                <a:gd name="connsiteX3" fmla="*/ 268592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2" y="195114"/>
                  </a:cubicBezTo>
                  <a:cubicBezTo>
                    <a:pt x="308710" y="195114"/>
                    <a:pt x="341233" y="227538"/>
                    <a:pt x="341233" y="267535"/>
                  </a:cubicBezTo>
                  <a:cubicBezTo>
                    <a:pt x="341233" y="307532"/>
                    <a:pt x="308710" y="339956"/>
                    <a:pt x="268592" y="339956"/>
                  </a:cubicBezTo>
                  <a:cubicBezTo>
                    <a:pt x="228495" y="339904"/>
                    <a:pt x="196003" y="307510"/>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1" i="0">
                <a:latin typeface="Tenorite" pitchFamily="2" charset="0"/>
              </a:endParaRPr>
            </a:p>
          </p:txBody>
        </p:sp>
        <p:sp>
          <p:nvSpPr>
            <p:cNvPr id="62" name="Freeform 61">
              <a:extLst>
                <a:ext uri="{FF2B5EF4-FFF2-40B4-BE49-F238E27FC236}">
                  <a16:creationId xmlns:a16="http://schemas.microsoft.com/office/drawing/2014/main" id="{F47342F4-14C4-F361-DDA2-499A6D77EAEC}"/>
                </a:ext>
              </a:extLst>
            </p:cNvPr>
            <p:cNvSpPr/>
            <p:nvPr/>
          </p:nvSpPr>
          <p:spPr>
            <a:xfrm>
              <a:off x="55677" y="972782"/>
              <a:ext cx="537334" cy="535704"/>
            </a:xfrm>
            <a:custGeom>
              <a:avLst/>
              <a:gdLst>
                <a:gd name="connsiteX0" fmla="*/ 195950 w 537334"/>
                <a:gd name="connsiteY0" fmla="*/ 267535 h 535704"/>
                <a:gd name="connsiteX1" fmla="*/ 268591 w 537334"/>
                <a:gd name="connsiteY1" fmla="*/ 195114 h 535704"/>
                <a:gd name="connsiteX2" fmla="*/ 341232 w 537334"/>
                <a:gd name="connsiteY2" fmla="*/ 267535 h 535704"/>
                <a:gd name="connsiteX3" fmla="*/ 268591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1" y="195114"/>
                  </a:cubicBezTo>
                  <a:cubicBezTo>
                    <a:pt x="308710" y="195114"/>
                    <a:pt x="341232" y="227538"/>
                    <a:pt x="341232" y="267535"/>
                  </a:cubicBezTo>
                  <a:cubicBezTo>
                    <a:pt x="341232" y="307532"/>
                    <a:pt x="308710" y="339956"/>
                    <a:pt x="268591" y="339956"/>
                  </a:cubicBezTo>
                  <a:cubicBezTo>
                    <a:pt x="228473" y="339956"/>
                    <a:pt x="195950" y="307532"/>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1" i="0">
                <a:latin typeface="Tenorite" pitchFamily="2" charset="0"/>
              </a:endParaRPr>
            </a:p>
          </p:txBody>
        </p:sp>
        <p:sp>
          <p:nvSpPr>
            <p:cNvPr id="63" name="Freeform 62">
              <a:extLst>
                <a:ext uri="{FF2B5EF4-FFF2-40B4-BE49-F238E27FC236}">
                  <a16:creationId xmlns:a16="http://schemas.microsoft.com/office/drawing/2014/main" id="{DA6471D6-0CDE-8CA9-323C-E7B1FF82340D}"/>
                </a:ext>
              </a:extLst>
            </p:cNvPr>
            <p:cNvSpPr/>
            <p:nvPr/>
          </p:nvSpPr>
          <p:spPr>
            <a:xfrm>
              <a:off x="1633122" y="516712"/>
              <a:ext cx="655673" cy="969280"/>
            </a:xfrm>
            <a:custGeom>
              <a:avLst/>
              <a:gdLst>
                <a:gd name="connsiteX0" fmla="*/ 655598 w 655673"/>
                <a:gd name="connsiteY0" fmla="*/ 635619 h 969280"/>
                <a:gd name="connsiteX1" fmla="*/ 337710 w 655673"/>
                <a:gd name="connsiteY1" fmla="*/ 302180 h 969280"/>
                <a:gd name="connsiteX2" fmla="*/ 138637 w 655673"/>
                <a:gd name="connsiteY2" fmla="*/ 394153 h 969280"/>
                <a:gd name="connsiteX3" fmla="*/ 138637 w 655673"/>
                <a:gd name="connsiteY3" fmla="*/ -222 h 969280"/>
                <a:gd name="connsiteX4" fmla="*/ -76 w 655673"/>
                <a:gd name="connsiteY4" fmla="*/ -222 h 969280"/>
                <a:gd name="connsiteX5" fmla="*/ -76 w 655673"/>
                <a:gd name="connsiteY5" fmla="*/ 952542 h 969280"/>
                <a:gd name="connsiteX6" fmla="*/ 138637 w 655673"/>
                <a:gd name="connsiteY6" fmla="*/ 952542 h 969280"/>
                <a:gd name="connsiteX7" fmla="*/ 138637 w 655673"/>
                <a:gd name="connsiteY7" fmla="*/ 877085 h 969280"/>
                <a:gd name="connsiteX8" fmla="*/ 337710 w 655673"/>
                <a:gd name="connsiteY8" fmla="*/ 969058 h 969280"/>
                <a:gd name="connsiteX9" fmla="*/ 655598 w 655673"/>
                <a:gd name="connsiteY9" fmla="*/ 635619 h 969280"/>
                <a:gd name="connsiteX10" fmla="*/ 512791 w 655673"/>
                <a:gd name="connsiteY10" fmla="*/ 635619 h 969280"/>
                <a:gd name="connsiteX11" fmla="*/ 321049 w 655673"/>
                <a:gd name="connsiteY11" fmla="*/ 838738 h 969280"/>
                <a:gd name="connsiteX12" fmla="*/ 129212 w 655673"/>
                <a:gd name="connsiteY12" fmla="*/ 635619 h 969280"/>
                <a:gd name="connsiteX13" fmla="*/ 321049 w 655673"/>
                <a:gd name="connsiteY13" fmla="*/ 432499 h 969280"/>
                <a:gd name="connsiteX14" fmla="*/ 512791 w 655673"/>
                <a:gd name="connsiteY14" fmla="*/ 635619 h 96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5673" h="969280">
                  <a:moveTo>
                    <a:pt x="655598" y="635619"/>
                  </a:moveTo>
                  <a:cubicBezTo>
                    <a:pt x="655598" y="441801"/>
                    <a:pt x="515552" y="302180"/>
                    <a:pt x="337710" y="302180"/>
                  </a:cubicBezTo>
                  <a:cubicBezTo>
                    <a:pt x="246789" y="302180"/>
                    <a:pt x="183098" y="338532"/>
                    <a:pt x="138637" y="394153"/>
                  </a:cubicBezTo>
                  <a:lnTo>
                    <a:pt x="138637" y="-222"/>
                  </a:lnTo>
                  <a:lnTo>
                    <a:pt x="-76" y="-222"/>
                  </a:lnTo>
                  <a:lnTo>
                    <a:pt x="-76" y="952542"/>
                  </a:lnTo>
                  <a:lnTo>
                    <a:pt x="138637" y="952542"/>
                  </a:lnTo>
                  <a:lnTo>
                    <a:pt x="138637" y="877085"/>
                  </a:lnTo>
                  <a:cubicBezTo>
                    <a:pt x="183098" y="932705"/>
                    <a:pt x="246789" y="969058"/>
                    <a:pt x="337710" y="969058"/>
                  </a:cubicBezTo>
                  <a:cubicBezTo>
                    <a:pt x="515552" y="969058"/>
                    <a:pt x="655598" y="829437"/>
                    <a:pt x="655598" y="635619"/>
                  </a:cubicBezTo>
                  <a:moveTo>
                    <a:pt x="512791" y="635619"/>
                  </a:moveTo>
                  <a:cubicBezTo>
                    <a:pt x="512791" y="746765"/>
                    <a:pt x="440435" y="838738"/>
                    <a:pt x="321049" y="838738"/>
                  </a:cubicBezTo>
                  <a:cubicBezTo>
                    <a:pt x="206804" y="838738"/>
                    <a:pt x="129212" y="751416"/>
                    <a:pt x="129212" y="635619"/>
                  </a:cubicBezTo>
                  <a:cubicBezTo>
                    <a:pt x="129212" y="519821"/>
                    <a:pt x="206899" y="432499"/>
                    <a:pt x="321049" y="432499"/>
                  </a:cubicBezTo>
                  <a:cubicBezTo>
                    <a:pt x="440435" y="432499"/>
                    <a:pt x="512791" y="524472"/>
                    <a:pt x="512791" y="635619"/>
                  </a:cubicBezTo>
                </a:path>
              </a:pathLst>
            </a:custGeom>
            <a:grpFill/>
            <a:ln w="9511" cap="flat">
              <a:noFill/>
              <a:prstDash val="solid"/>
              <a:miter/>
            </a:ln>
          </p:spPr>
          <p:txBody>
            <a:bodyPr rtlCol="0" anchor="ctr"/>
            <a:lstStyle/>
            <a:p>
              <a:endParaRPr lang="en-US" b="1" i="0">
                <a:latin typeface="Tenorite" pitchFamily="2" charset="0"/>
              </a:endParaRPr>
            </a:p>
          </p:txBody>
        </p:sp>
        <p:sp>
          <p:nvSpPr>
            <p:cNvPr id="64" name="Freeform 63">
              <a:extLst>
                <a:ext uri="{FF2B5EF4-FFF2-40B4-BE49-F238E27FC236}">
                  <a16:creationId xmlns:a16="http://schemas.microsoft.com/office/drawing/2014/main" id="{9AC75283-6D04-541D-8A73-CA9E06FCF491}"/>
                </a:ext>
              </a:extLst>
            </p:cNvPr>
            <p:cNvSpPr/>
            <p:nvPr/>
          </p:nvSpPr>
          <p:spPr>
            <a:xfrm>
              <a:off x="2403803" y="643804"/>
              <a:ext cx="423565" cy="842282"/>
            </a:xfrm>
            <a:custGeom>
              <a:avLst/>
              <a:gdLst>
                <a:gd name="connsiteX0" fmla="*/ 382837 w 423565"/>
                <a:gd name="connsiteY0" fmla="*/ 317366 h 842282"/>
                <a:gd name="connsiteX1" fmla="*/ 382837 w 423565"/>
                <a:gd name="connsiteY1" fmla="*/ 191603 h 842282"/>
                <a:gd name="connsiteX2" fmla="*/ 139303 w 423565"/>
                <a:gd name="connsiteY2" fmla="*/ 191603 h 842282"/>
                <a:gd name="connsiteX3" fmla="*/ 139303 w 423565"/>
                <a:gd name="connsiteY3" fmla="*/ -222 h 842282"/>
                <a:gd name="connsiteX4" fmla="*/ -76 w 423565"/>
                <a:gd name="connsiteY4" fmla="*/ -222 h 842282"/>
                <a:gd name="connsiteX5" fmla="*/ -76 w 423565"/>
                <a:gd name="connsiteY5" fmla="*/ 595944 h 842282"/>
                <a:gd name="connsiteX6" fmla="*/ 228415 w 423565"/>
                <a:gd name="connsiteY6" fmla="*/ 842060 h 842282"/>
                <a:gd name="connsiteX7" fmla="*/ 423489 w 423565"/>
                <a:gd name="connsiteY7" fmla="*/ 779226 h 842282"/>
                <a:gd name="connsiteX8" fmla="*/ 368461 w 423565"/>
                <a:gd name="connsiteY8" fmla="*/ 668744 h 842282"/>
                <a:gd name="connsiteX9" fmla="*/ 240316 w 423565"/>
                <a:gd name="connsiteY9" fmla="*/ 711741 h 842282"/>
                <a:gd name="connsiteX10" fmla="*/ 139494 w 423565"/>
                <a:gd name="connsiteY10" fmla="*/ 593286 h 842282"/>
                <a:gd name="connsiteX11" fmla="*/ 139494 w 423565"/>
                <a:gd name="connsiteY11" fmla="*/ 317366 h 8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3565" h="842282">
                  <a:moveTo>
                    <a:pt x="382837" y="317366"/>
                  </a:moveTo>
                  <a:lnTo>
                    <a:pt x="382837" y="191603"/>
                  </a:lnTo>
                  <a:lnTo>
                    <a:pt x="139303" y="191603"/>
                  </a:lnTo>
                  <a:lnTo>
                    <a:pt x="139303" y="-222"/>
                  </a:lnTo>
                  <a:lnTo>
                    <a:pt x="-76" y="-222"/>
                  </a:lnTo>
                  <a:lnTo>
                    <a:pt x="-76" y="595944"/>
                  </a:lnTo>
                  <a:cubicBezTo>
                    <a:pt x="-76" y="764704"/>
                    <a:pt x="84180" y="842060"/>
                    <a:pt x="228415" y="842060"/>
                  </a:cubicBezTo>
                  <a:cubicBezTo>
                    <a:pt x="298354" y="841491"/>
                    <a:pt x="366437" y="819561"/>
                    <a:pt x="423489" y="779226"/>
                  </a:cubicBezTo>
                  <a:lnTo>
                    <a:pt x="368461" y="668744"/>
                  </a:lnTo>
                  <a:cubicBezTo>
                    <a:pt x="330379" y="692568"/>
                    <a:pt x="283443" y="711741"/>
                    <a:pt x="240316" y="711741"/>
                  </a:cubicBezTo>
                  <a:cubicBezTo>
                    <a:pt x="184621" y="711741"/>
                    <a:pt x="139494" y="677951"/>
                    <a:pt x="139494" y="593286"/>
                  </a:cubicBezTo>
                  <a:lnTo>
                    <a:pt x="139494" y="317366"/>
                  </a:lnTo>
                  <a:close/>
                </a:path>
              </a:pathLst>
            </a:custGeom>
            <a:grpFill/>
            <a:ln w="9511" cap="flat">
              <a:noFill/>
              <a:prstDash val="solid"/>
              <a:miter/>
            </a:ln>
          </p:spPr>
          <p:txBody>
            <a:bodyPr rtlCol="0" anchor="ctr"/>
            <a:lstStyle/>
            <a:p>
              <a:endParaRPr lang="en-US" b="1" i="0">
                <a:latin typeface="Tenorite" pitchFamily="2" charset="0"/>
              </a:endParaRPr>
            </a:p>
          </p:txBody>
        </p:sp>
        <p:sp>
          <p:nvSpPr>
            <p:cNvPr id="65" name="Freeform 64">
              <a:extLst>
                <a:ext uri="{FF2B5EF4-FFF2-40B4-BE49-F238E27FC236}">
                  <a16:creationId xmlns:a16="http://schemas.microsoft.com/office/drawing/2014/main" id="{2DB0B7A1-377E-7F34-0994-A39DB65E2160}"/>
                </a:ext>
              </a:extLst>
            </p:cNvPr>
            <p:cNvSpPr/>
            <p:nvPr/>
          </p:nvSpPr>
          <p:spPr>
            <a:xfrm>
              <a:off x="2926571" y="819728"/>
              <a:ext cx="562087" cy="665599"/>
            </a:xfrm>
            <a:custGeom>
              <a:avLst/>
              <a:gdLst>
                <a:gd name="connsiteX0" fmla="*/ 509649 w 562087"/>
                <a:gd name="connsiteY0" fmla="*/ 46621 h 665599"/>
                <a:gd name="connsiteX1" fmla="*/ 288680 w 562087"/>
                <a:gd name="connsiteY1" fmla="*/ -172 h 665599"/>
                <a:gd name="connsiteX2" fmla="*/ 25915 w 562087"/>
                <a:gd name="connsiteY2" fmla="*/ 202947 h 665599"/>
                <a:gd name="connsiteX3" fmla="*/ 241553 w 562087"/>
                <a:gd name="connsiteY3" fmla="*/ 388887 h 665599"/>
                <a:gd name="connsiteX4" fmla="*/ 308196 w 562087"/>
                <a:gd name="connsiteY4" fmla="*/ 397430 h 665599"/>
                <a:gd name="connsiteX5" fmla="*/ 418348 w 562087"/>
                <a:gd name="connsiteY5" fmla="*/ 467573 h 665599"/>
                <a:gd name="connsiteX6" fmla="*/ 273732 w 562087"/>
                <a:gd name="connsiteY6" fmla="*/ 545024 h 665599"/>
                <a:gd name="connsiteX7" fmla="*/ 64282 w 562087"/>
                <a:gd name="connsiteY7" fmla="*/ 480196 h 665599"/>
                <a:gd name="connsiteX8" fmla="*/ -76 w 562087"/>
                <a:gd name="connsiteY8" fmla="*/ 584034 h 665599"/>
                <a:gd name="connsiteX9" fmla="*/ 272685 w 562087"/>
                <a:gd name="connsiteY9" fmla="*/ 665377 h 665599"/>
                <a:gd name="connsiteX10" fmla="*/ 562012 w 562087"/>
                <a:gd name="connsiteY10" fmla="*/ 458271 h 665599"/>
                <a:gd name="connsiteX11" fmla="*/ 341042 w 562087"/>
                <a:gd name="connsiteY11" fmla="*/ 271097 h 665599"/>
                <a:gd name="connsiteX12" fmla="*/ 275351 w 562087"/>
                <a:gd name="connsiteY12" fmla="*/ 261131 h 665599"/>
                <a:gd name="connsiteX13" fmla="*/ 170626 w 562087"/>
                <a:gd name="connsiteY13" fmla="*/ 195639 h 665599"/>
                <a:gd name="connsiteX14" fmla="*/ 290774 w 562087"/>
                <a:gd name="connsiteY14" fmla="*/ 120276 h 665599"/>
                <a:gd name="connsiteX15" fmla="*/ 461095 w 562087"/>
                <a:gd name="connsiteY15" fmla="*/ 160805 h 665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2087" h="665599">
                  <a:moveTo>
                    <a:pt x="509649" y="46621"/>
                  </a:moveTo>
                  <a:cubicBezTo>
                    <a:pt x="440427" y="14752"/>
                    <a:pt x="364919" y="-1238"/>
                    <a:pt x="288680" y="-172"/>
                  </a:cubicBezTo>
                  <a:cubicBezTo>
                    <a:pt x="126832" y="-172"/>
                    <a:pt x="25915" y="77943"/>
                    <a:pt x="25915" y="202947"/>
                  </a:cubicBezTo>
                  <a:cubicBezTo>
                    <a:pt x="25915" y="305456"/>
                    <a:pt x="100270" y="369620"/>
                    <a:pt x="241553" y="388887"/>
                  </a:cubicBezTo>
                  <a:lnTo>
                    <a:pt x="308196" y="397430"/>
                  </a:lnTo>
                  <a:cubicBezTo>
                    <a:pt x="384360" y="408060"/>
                    <a:pt x="418348" y="431220"/>
                    <a:pt x="418348" y="467573"/>
                  </a:cubicBezTo>
                  <a:cubicBezTo>
                    <a:pt x="418348" y="515031"/>
                    <a:pt x="369318" y="545024"/>
                    <a:pt x="273732" y="545024"/>
                  </a:cubicBezTo>
                  <a:cubicBezTo>
                    <a:pt x="170816" y="545024"/>
                    <a:pt x="109124" y="515220"/>
                    <a:pt x="64282" y="480196"/>
                  </a:cubicBezTo>
                  <a:lnTo>
                    <a:pt x="-76" y="584034"/>
                  </a:lnTo>
                  <a:cubicBezTo>
                    <a:pt x="92177" y="652848"/>
                    <a:pt x="207660" y="665377"/>
                    <a:pt x="272685" y="665377"/>
                  </a:cubicBezTo>
                  <a:cubicBezTo>
                    <a:pt x="455859" y="665377"/>
                    <a:pt x="562012" y="579953"/>
                    <a:pt x="562012" y="458271"/>
                  </a:cubicBezTo>
                  <a:cubicBezTo>
                    <a:pt x="562012" y="349782"/>
                    <a:pt x="479755" y="291599"/>
                    <a:pt x="341042" y="271097"/>
                  </a:cubicBezTo>
                  <a:lnTo>
                    <a:pt x="275351" y="261131"/>
                  </a:lnTo>
                  <a:cubicBezTo>
                    <a:pt x="216895" y="252588"/>
                    <a:pt x="170626" y="240629"/>
                    <a:pt x="170626" y="195639"/>
                  </a:cubicBezTo>
                  <a:cubicBezTo>
                    <a:pt x="170626" y="150649"/>
                    <a:pt x="214420" y="120276"/>
                    <a:pt x="290774" y="120276"/>
                  </a:cubicBezTo>
                  <a:cubicBezTo>
                    <a:pt x="349796" y="121531"/>
                    <a:pt x="407867" y="135350"/>
                    <a:pt x="461095" y="160805"/>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66" name="Freeform 65">
              <a:extLst>
                <a:ext uri="{FF2B5EF4-FFF2-40B4-BE49-F238E27FC236}">
                  <a16:creationId xmlns:a16="http://schemas.microsoft.com/office/drawing/2014/main" id="{3A53F3F6-AFC4-C6D3-F488-E036437EE5E7}"/>
                </a:ext>
              </a:extLst>
            </p:cNvPr>
            <p:cNvSpPr/>
            <p:nvPr/>
          </p:nvSpPr>
          <p:spPr>
            <a:xfrm>
              <a:off x="433544" y="311884"/>
              <a:ext cx="537334" cy="535704"/>
            </a:xfrm>
            <a:custGeom>
              <a:avLst/>
              <a:gdLst>
                <a:gd name="connsiteX0" fmla="*/ 268591 w 537334"/>
                <a:gd name="connsiteY0" fmla="*/ -222 h 535704"/>
                <a:gd name="connsiteX1" fmla="*/ -76 w 537334"/>
                <a:gd name="connsiteY1" fmla="*/ 267630 h 535704"/>
                <a:gd name="connsiteX2" fmla="*/ 268591 w 537334"/>
                <a:gd name="connsiteY2" fmla="*/ 535483 h 535704"/>
                <a:gd name="connsiteX3" fmla="*/ 537259 w 537334"/>
                <a:gd name="connsiteY3" fmla="*/ 267630 h 535704"/>
                <a:gd name="connsiteX4" fmla="*/ 537259 w 537334"/>
                <a:gd name="connsiteY4" fmla="*/ 267535 h 535704"/>
                <a:gd name="connsiteX5" fmla="*/ 268687 w 537334"/>
                <a:gd name="connsiteY5" fmla="*/ -222 h 535704"/>
                <a:gd name="connsiteX6" fmla="*/ 268591 w 537334"/>
                <a:gd name="connsiteY6" fmla="*/ -222 h 535704"/>
                <a:gd name="connsiteX7" fmla="*/ 268591 w 537334"/>
                <a:gd name="connsiteY7" fmla="*/ 339956 h 535704"/>
                <a:gd name="connsiteX8" fmla="*/ 195950 w 537334"/>
                <a:gd name="connsiteY8" fmla="*/ 267535 h 535704"/>
                <a:gd name="connsiteX9" fmla="*/ 268591 w 537334"/>
                <a:gd name="connsiteY9" fmla="*/ 195114 h 535704"/>
                <a:gd name="connsiteX10" fmla="*/ 341232 w 537334"/>
                <a:gd name="connsiteY10" fmla="*/ 267535 h 535704"/>
                <a:gd name="connsiteX11" fmla="*/ 268591 w 537334"/>
                <a:gd name="connsiteY11" fmla="*/ 339956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268591" y="-222"/>
                  </a:moveTo>
                  <a:cubicBezTo>
                    <a:pt x="120210" y="-222"/>
                    <a:pt x="-76" y="119699"/>
                    <a:pt x="-76" y="267630"/>
                  </a:cubicBezTo>
                  <a:cubicBezTo>
                    <a:pt x="-76" y="415561"/>
                    <a:pt x="120210" y="535483"/>
                    <a:pt x="268591" y="535483"/>
                  </a:cubicBezTo>
                  <a:cubicBezTo>
                    <a:pt x="416972" y="535483"/>
                    <a:pt x="537259" y="415561"/>
                    <a:pt x="537259" y="267630"/>
                  </a:cubicBezTo>
                  <a:cubicBezTo>
                    <a:pt x="537259" y="267599"/>
                    <a:pt x="537259" y="267567"/>
                    <a:pt x="537259" y="267535"/>
                  </a:cubicBezTo>
                  <a:cubicBezTo>
                    <a:pt x="537259" y="119657"/>
                    <a:pt x="417015" y="-222"/>
                    <a:pt x="268687" y="-222"/>
                  </a:cubicBezTo>
                  <a:cubicBezTo>
                    <a:pt x="268655" y="-222"/>
                    <a:pt x="268623" y="-222"/>
                    <a:pt x="268591" y="-222"/>
                  </a:cubicBezTo>
                  <a:close/>
                  <a:moveTo>
                    <a:pt x="268591" y="339956"/>
                  </a:moveTo>
                  <a:cubicBezTo>
                    <a:pt x="228473" y="339956"/>
                    <a:pt x="195950" y="307532"/>
                    <a:pt x="195950" y="267535"/>
                  </a:cubicBezTo>
                  <a:cubicBezTo>
                    <a:pt x="195950" y="227538"/>
                    <a:pt x="228473" y="195114"/>
                    <a:pt x="268591" y="195114"/>
                  </a:cubicBezTo>
                  <a:cubicBezTo>
                    <a:pt x="308710" y="195114"/>
                    <a:pt x="341232" y="227538"/>
                    <a:pt x="341232" y="267535"/>
                  </a:cubicBezTo>
                  <a:cubicBezTo>
                    <a:pt x="341232" y="307532"/>
                    <a:pt x="308710" y="339956"/>
                    <a:pt x="268591" y="339956"/>
                  </a:cubicBezTo>
                  <a:close/>
                </a:path>
              </a:pathLst>
            </a:custGeom>
            <a:solidFill>
              <a:schemeClr val="accent2"/>
            </a:solidFill>
            <a:ln w="9511" cap="flat">
              <a:noFill/>
              <a:prstDash val="solid"/>
              <a:miter/>
            </a:ln>
          </p:spPr>
          <p:txBody>
            <a:bodyPr rtlCol="0" anchor="ctr"/>
            <a:lstStyle/>
            <a:p>
              <a:endParaRPr lang="en-US" b="1" i="0">
                <a:latin typeface="Tenorite" pitchFamily="2" charset="0"/>
              </a:endParaRPr>
            </a:p>
          </p:txBody>
        </p:sp>
        <p:sp>
          <p:nvSpPr>
            <p:cNvPr id="67" name="Freeform 66">
              <a:extLst>
                <a:ext uri="{FF2B5EF4-FFF2-40B4-BE49-F238E27FC236}">
                  <a16:creationId xmlns:a16="http://schemas.microsoft.com/office/drawing/2014/main" id="{84A4D34B-2B80-DC14-420D-900A54E58CE2}"/>
                </a:ext>
              </a:extLst>
            </p:cNvPr>
            <p:cNvSpPr/>
            <p:nvPr/>
          </p:nvSpPr>
          <p:spPr>
            <a:xfrm>
              <a:off x="1633122" y="1718208"/>
              <a:ext cx="241914" cy="313928"/>
            </a:xfrm>
            <a:custGeom>
              <a:avLst/>
              <a:gdLst>
                <a:gd name="connsiteX0" fmla="*/ 125499 w 241914"/>
                <a:gd name="connsiteY0" fmla="*/ 33041 h 313928"/>
                <a:gd name="connsiteX1" fmla="*/ 46193 w 241914"/>
                <a:gd name="connsiteY1" fmla="*/ 88282 h 313928"/>
                <a:gd name="connsiteX2" fmla="*/ 116930 w 241914"/>
                <a:gd name="connsiteY2" fmla="*/ 137923 h 313928"/>
                <a:gd name="connsiteX3" fmla="*/ 146063 w 241914"/>
                <a:gd name="connsiteY3" fmla="*/ 141339 h 313928"/>
                <a:gd name="connsiteX4" fmla="*/ 241839 w 241914"/>
                <a:gd name="connsiteY4" fmla="*/ 221733 h 313928"/>
                <a:gd name="connsiteX5" fmla="*/ 120453 w 241914"/>
                <a:gd name="connsiteY5" fmla="*/ 313707 h 313928"/>
                <a:gd name="connsiteX6" fmla="*/ -76 w 241914"/>
                <a:gd name="connsiteY6" fmla="*/ 274412 h 313928"/>
                <a:gd name="connsiteX7" fmla="*/ 18965 w 241914"/>
                <a:gd name="connsiteY7" fmla="*/ 246411 h 313928"/>
                <a:gd name="connsiteX8" fmla="*/ 119882 w 241914"/>
                <a:gd name="connsiteY8" fmla="*/ 280486 h 313928"/>
                <a:gd name="connsiteX9" fmla="*/ 204899 w 241914"/>
                <a:gd name="connsiteY9" fmla="*/ 224866 h 313928"/>
                <a:gd name="connsiteX10" fmla="*/ 130640 w 241914"/>
                <a:gd name="connsiteY10" fmla="*/ 174845 h 313928"/>
                <a:gd name="connsiteX11" fmla="*/ 99794 w 241914"/>
                <a:gd name="connsiteY11" fmla="*/ 171333 h 313928"/>
                <a:gd name="connsiteX12" fmla="*/ 9254 w 241914"/>
                <a:gd name="connsiteY12" fmla="*/ 90465 h 313928"/>
                <a:gd name="connsiteX13" fmla="*/ 125404 w 241914"/>
                <a:gd name="connsiteY13" fmla="*/ -180 h 313928"/>
                <a:gd name="connsiteX14" fmla="*/ 235650 w 241914"/>
                <a:gd name="connsiteY14" fmla="*/ 33231 h 313928"/>
                <a:gd name="connsiteX15" fmla="*/ 217657 w 241914"/>
                <a:gd name="connsiteY15" fmla="*/ 61705 h 313928"/>
                <a:gd name="connsiteX16" fmla="*/ 125499 w 241914"/>
                <a:gd name="connsiteY16" fmla="*/ 33041 h 313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1914" h="313928">
                  <a:moveTo>
                    <a:pt x="125499" y="33041"/>
                  </a:moveTo>
                  <a:cubicBezTo>
                    <a:pt x="79229" y="33041"/>
                    <a:pt x="46193" y="54017"/>
                    <a:pt x="46193" y="88282"/>
                  </a:cubicBezTo>
                  <a:cubicBezTo>
                    <a:pt x="46193" y="116756"/>
                    <a:pt x="68947" y="132417"/>
                    <a:pt x="116930" y="137923"/>
                  </a:cubicBezTo>
                  <a:lnTo>
                    <a:pt x="146063" y="141339"/>
                  </a:lnTo>
                  <a:cubicBezTo>
                    <a:pt x="196712" y="147699"/>
                    <a:pt x="241839" y="168486"/>
                    <a:pt x="241839" y="221733"/>
                  </a:cubicBezTo>
                  <a:cubicBezTo>
                    <a:pt x="241839" y="282100"/>
                    <a:pt x="186620" y="313707"/>
                    <a:pt x="120453" y="313707"/>
                  </a:cubicBezTo>
                  <a:cubicBezTo>
                    <a:pt x="76183" y="313707"/>
                    <a:pt x="28390" y="298235"/>
                    <a:pt x="-76" y="274412"/>
                  </a:cubicBezTo>
                  <a:lnTo>
                    <a:pt x="18965" y="246411"/>
                  </a:lnTo>
                  <a:cubicBezTo>
                    <a:pt x="47973" y="268445"/>
                    <a:pt x="83414" y="280412"/>
                    <a:pt x="119882" y="280486"/>
                  </a:cubicBezTo>
                  <a:cubicBezTo>
                    <a:pt x="167484" y="280486"/>
                    <a:pt x="204899" y="261503"/>
                    <a:pt x="204899" y="224866"/>
                  </a:cubicBezTo>
                  <a:cubicBezTo>
                    <a:pt x="204899" y="195157"/>
                    <a:pt x="179099" y="180255"/>
                    <a:pt x="130640" y="174845"/>
                  </a:cubicBezTo>
                  <a:lnTo>
                    <a:pt x="99794" y="171333"/>
                  </a:lnTo>
                  <a:cubicBezTo>
                    <a:pt x="47431" y="165448"/>
                    <a:pt x="9254" y="141150"/>
                    <a:pt x="9254" y="90465"/>
                  </a:cubicBezTo>
                  <a:cubicBezTo>
                    <a:pt x="9254" y="32376"/>
                    <a:pt x="61236" y="-180"/>
                    <a:pt x="125404" y="-180"/>
                  </a:cubicBezTo>
                  <a:cubicBezTo>
                    <a:pt x="164782" y="-1022"/>
                    <a:pt x="203404" y="10682"/>
                    <a:pt x="235650" y="33231"/>
                  </a:cubicBezTo>
                  <a:lnTo>
                    <a:pt x="217657" y="61705"/>
                  </a:lnTo>
                  <a:cubicBezTo>
                    <a:pt x="190605" y="42971"/>
                    <a:pt x="158437" y="32966"/>
                    <a:pt x="125499" y="33041"/>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68" name="Freeform 67">
              <a:extLst>
                <a:ext uri="{FF2B5EF4-FFF2-40B4-BE49-F238E27FC236}">
                  <a16:creationId xmlns:a16="http://schemas.microsoft.com/office/drawing/2014/main" id="{E65888B4-9C1E-24B3-B3EC-BF9F6941B5B3}"/>
                </a:ext>
              </a:extLst>
            </p:cNvPr>
            <p:cNvSpPr/>
            <p:nvPr/>
          </p:nvSpPr>
          <p:spPr>
            <a:xfrm>
              <a:off x="1910358" y="1755458"/>
              <a:ext cx="178127" cy="276685"/>
            </a:xfrm>
            <a:custGeom>
              <a:avLst/>
              <a:gdLst>
                <a:gd name="connsiteX0" fmla="*/ 77897 w 178127"/>
                <a:gd name="connsiteY0" fmla="*/ 94978 h 276685"/>
                <a:gd name="connsiteX1" fmla="*/ 77897 w 178127"/>
                <a:gd name="connsiteY1" fmla="*/ 199386 h 276685"/>
                <a:gd name="connsiteX2" fmla="*/ 119120 w 178127"/>
                <a:gd name="connsiteY2" fmla="*/ 245894 h 276685"/>
                <a:gd name="connsiteX3" fmla="*/ 162724 w 178127"/>
                <a:gd name="connsiteY3" fmla="*/ 231277 h 276685"/>
                <a:gd name="connsiteX4" fmla="*/ 178052 w 178127"/>
                <a:gd name="connsiteY4" fmla="*/ 255955 h 276685"/>
                <a:gd name="connsiteX5" fmla="*/ 116454 w 178127"/>
                <a:gd name="connsiteY5" fmla="*/ 276457 h 276685"/>
                <a:gd name="connsiteX6" fmla="*/ 45241 w 178127"/>
                <a:gd name="connsiteY6" fmla="*/ 200525 h 276685"/>
                <a:gd name="connsiteX7" fmla="*/ 45241 w 178127"/>
                <a:gd name="connsiteY7" fmla="*/ 94978 h 276685"/>
                <a:gd name="connsiteX8" fmla="*/ -76 w 178127"/>
                <a:gd name="connsiteY8" fmla="*/ 94978 h 276685"/>
                <a:gd name="connsiteX9" fmla="*/ -76 w 178127"/>
                <a:gd name="connsiteY9" fmla="*/ 65460 h 276685"/>
                <a:gd name="connsiteX10" fmla="*/ 45241 w 178127"/>
                <a:gd name="connsiteY10" fmla="*/ 65460 h 276685"/>
                <a:gd name="connsiteX11" fmla="*/ 45241 w 178127"/>
                <a:gd name="connsiteY11" fmla="*/ -222 h 276685"/>
                <a:gd name="connsiteX12" fmla="*/ 77897 w 178127"/>
                <a:gd name="connsiteY12" fmla="*/ -222 h 276685"/>
                <a:gd name="connsiteX13" fmla="*/ 77897 w 178127"/>
                <a:gd name="connsiteY13" fmla="*/ 65460 h 276685"/>
                <a:gd name="connsiteX14" fmla="*/ 167484 w 178127"/>
                <a:gd name="connsiteY14" fmla="*/ 65460 h 276685"/>
                <a:gd name="connsiteX15" fmla="*/ 167484 w 178127"/>
                <a:gd name="connsiteY15" fmla="*/ 94978 h 2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8127" h="276685">
                  <a:moveTo>
                    <a:pt x="77897" y="94978"/>
                  </a:moveTo>
                  <a:lnTo>
                    <a:pt x="77897" y="199386"/>
                  </a:lnTo>
                  <a:cubicBezTo>
                    <a:pt x="77897" y="231657"/>
                    <a:pt x="95224" y="245894"/>
                    <a:pt x="119120" y="245894"/>
                  </a:cubicBezTo>
                  <a:cubicBezTo>
                    <a:pt x="134818" y="245619"/>
                    <a:pt x="150048" y="240514"/>
                    <a:pt x="162724" y="231277"/>
                  </a:cubicBezTo>
                  <a:lnTo>
                    <a:pt x="178052" y="255955"/>
                  </a:lnTo>
                  <a:cubicBezTo>
                    <a:pt x="160401" y="269472"/>
                    <a:pt x="138710" y="276692"/>
                    <a:pt x="116454" y="276457"/>
                  </a:cubicBezTo>
                  <a:cubicBezTo>
                    <a:pt x="71803" y="276457"/>
                    <a:pt x="45241" y="251969"/>
                    <a:pt x="45241" y="200525"/>
                  </a:cubicBezTo>
                  <a:lnTo>
                    <a:pt x="45241" y="94978"/>
                  </a:lnTo>
                  <a:lnTo>
                    <a:pt x="-76" y="94978"/>
                  </a:lnTo>
                  <a:lnTo>
                    <a:pt x="-76" y="65460"/>
                  </a:lnTo>
                  <a:lnTo>
                    <a:pt x="45241" y="65460"/>
                  </a:lnTo>
                  <a:lnTo>
                    <a:pt x="45241" y="-222"/>
                  </a:lnTo>
                  <a:lnTo>
                    <a:pt x="77897" y="-222"/>
                  </a:lnTo>
                  <a:lnTo>
                    <a:pt x="77897" y="65460"/>
                  </a:lnTo>
                  <a:lnTo>
                    <a:pt x="167484" y="65460"/>
                  </a:lnTo>
                  <a:lnTo>
                    <a:pt x="167484" y="94978"/>
                  </a:lnTo>
                  <a:close/>
                </a:path>
              </a:pathLst>
            </a:custGeom>
            <a:grpFill/>
            <a:ln w="9511" cap="flat">
              <a:noFill/>
              <a:prstDash val="solid"/>
              <a:miter/>
            </a:ln>
          </p:spPr>
          <p:txBody>
            <a:bodyPr rtlCol="0" anchor="ctr"/>
            <a:lstStyle/>
            <a:p>
              <a:endParaRPr lang="en-US" b="1" i="0">
                <a:latin typeface="Tenorite" pitchFamily="2" charset="0"/>
              </a:endParaRPr>
            </a:p>
          </p:txBody>
        </p:sp>
        <p:sp>
          <p:nvSpPr>
            <p:cNvPr id="69" name="Freeform 68">
              <a:extLst>
                <a:ext uri="{FF2B5EF4-FFF2-40B4-BE49-F238E27FC236}">
                  <a16:creationId xmlns:a16="http://schemas.microsoft.com/office/drawing/2014/main" id="{13041CB7-7C09-529C-F888-4F0313241FCF}"/>
                </a:ext>
              </a:extLst>
            </p:cNvPr>
            <p:cNvSpPr/>
            <p:nvPr/>
          </p:nvSpPr>
          <p:spPr>
            <a:xfrm>
              <a:off x="2135326" y="1816732"/>
              <a:ext cx="132048" cy="211039"/>
            </a:xfrm>
            <a:custGeom>
              <a:avLst/>
              <a:gdLst>
                <a:gd name="connsiteX0" fmla="*/ 131973 w 132048"/>
                <a:gd name="connsiteY0" fmla="*/ 7033 h 211039"/>
                <a:gd name="connsiteX1" fmla="*/ 124071 w 132048"/>
                <a:gd name="connsiteY1" fmla="*/ 39114 h 211039"/>
                <a:gd name="connsiteX2" fmla="*/ 88179 w 132048"/>
                <a:gd name="connsiteY2" fmla="*/ 30857 h 211039"/>
                <a:gd name="connsiteX3" fmla="*/ 32579 w 132048"/>
                <a:gd name="connsiteY3" fmla="*/ 95304 h 211039"/>
                <a:gd name="connsiteX4" fmla="*/ 32579 w 132048"/>
                <a:gd name="connsiteY4" fmla="*/ 210817 h 211039"/>
                <a:gd name="connsiteX5" fmla="*/ -76 w 132048"/>
                <a:gd name="connsiteY5" fmla="*/ 210817 h 211039"/>
                <a:gd name="connsiteX6" fmla="*/ -76 w 132048"/>
                <a:gd name="connsiteY6" fmla="*/ 3901 h 211039"/>
                <a:gd name="connsiteX7" fmla="*/ 32293 w 132048"/>
                <a:gd name="connsiteY7" fmla="*/ 3901 h 211039"/>
                <a:gd name="connsiteX8" fmla="*/ 32293 w 132048"/>
                <a:gd name="connsiteY8" fmla="*/ 32945 h 211039"/>
                <a:gd name="connsiteX9" fmla="*/ 93891 w 132048"/>
                <a:gd name="connsiteY9" fmla="*/ -181 h 211039"/>
                <a:gd name="connsiteX10" fmla="*/ 131973 w 132048"/>
                <a:gd name="connsiteY10" fmla="*/ 7033 h 211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2048" h="211039">
                  <a:moveTo>
                    <a:pt x="131973" y="7033"/>
                  </a:moveTo>
                  <a:lnTo>
                    <a:pt x="124071" y="39114"/>
                  </a:lnTo>
                  <a:cubicBezTo>
                    <a:pt x="112916" y="33612"/>
                    <a:pt x="100625" y="30784"/>
                    <a:pt x="88179" y="30857"/>
                  </a:cubicBezTo>
                  <a:cubicBezTo>
                    <a:pt x="55714" y="30857"/>
                    <a:pt x="32579" y="56199"/>
                    <a:pt x="32579" y="95304"/>
                  </a:cubicBezTo>
                  <a:lnTo>
                    <a:pt x="32579" y="210817"/>
                  </a:lnTo>
                  <a:lnTo>
                    <a:pt x="-76" y="210817"/>
                  </a:lnTo>
                  <a:lnTo>
                    <a:pt x="-76" y="3901"/>
                  </a:lnTo>
                  <a:lnTo>
                    <a:pt x="32293" y="3901"/>
                  </a:lnTo>
                  <a:lnTo>
                    <a:pt x="32293" y="32945"/>
                  </a:lnTo>
                  <a:cubicBezTo>
                    <a:pt x="45748" y="12079"/>
                    <a:pt x="69011" y="-432"/>
                    <a:pt x="93891" y="-181"/>
                  </a:cubicBezTo>
                  <a:cubicBezTo>
                    <a:pt x="106961" y="-579"/>
                    <a:pt x="119960" y="1883"/>
                    <a:pt x="131973" y="7033"/>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70" name="Freeform 69">
              <a:extLst>
                <a:ext uri="{FF2B5EF4-FFF2-40B4-BE49-F238E27FC236}">
                  <a16:creationId xmlns:a16="http://schemas.microsoft.com/office/drawing/2014/main" id="{DCC3C44C-EFDD-5CD5-4F1A-F91BFA73CE84}"/>
                </a:ext>
              </a:extLst>
            </p:cNvPr>
            <p:cNvSpPr/>
            <p:nvPr/>
          </p:nvSpPr>
          <p:spPr>
            <a:xfrm>
              <a:off x="2292224" y="1816698"/>
              <a:ext cx="212496" cy="215242"/>
            </a:xfrm>
            <a:custGeom>
              <a:avLst/>
              <a:gdLst>
                <a:gd name="connsiteX0" fmla="*/ 179765 w 212496"/>
                <a:gd name="connsiteY0" fmla="*/ 210851 h 215242"/>
                <a:gd name="connsiteX1" fmla="*/ 179765 w 212496"/>
                <a:gd name="connsiteY1" fmla="*/ 180004 h 215242"/>
                <a:gd name="connsiteX2" fmla="*/ 103602 w 212496"/>
                <a:gd name="connsiteY2" fmla="*/ 214933 h 215242"/>
                <a:gd name="connsiteX3" fmla="*/ -76 w 212496"/>
                <a:gd name="connsiteY3" fmla="*/ 107298 h 215242"/>
                <a:gd name="connsiteX4" fmla="*/ 103602 w 212496"/>
                <a:gd name="connsiteY4" fmla="*/ -146 h 215242"/>
                <a:gd name="connsiteX5" fmla="*/ 179765 w 212496"/>
                <a:gd name="connsiteY5" fmla="*/ 34782 h 215242"/>
                <a:gd name="connsiteX6" fmla="*/ 179765 w 212496"/>
                <a:gd name="connsiteY6" fmla="*/ 3935 h 215242"/>
                <a:gd name="connsiteX7" fmla="*/ 212420 w 212496"/>
                <a:gd name="connsiteY7" fmla="*/ 3935 h 215242"/>
                <a:gd name="connsiteX8" fmla="*/ 212420 w 212496"/>
                <a:gd name="connsiteY8" fmla="*/ 210851 h 215242"/>
                <a:gd name="connsiteX9" fmla="*/ 33626 w 212496"/>
                <a:gd name="connsiteY9" fmla="*/ 107298 h 215242"/>
                <a:gd name="connsiteX10" fmla="*/ 107886 w 212496"/>
                <a:gd name="connsiteY10" fmla="*/ 184370 h 215242"/>
                <a:gd name="connsiteX11" fmla="*/ 181670 w 212496"/>
                <a:gd name="connsiteY11" fmla="*/ 107298 h 215242"/>
                <a:gd name="connsiteX12" fmla="*/ 107886 w 212496"/>
                <a:gd name="connsiteY12" fmla="*/ 30416 h 215242"/>
                <a:gd name="connsiteX13" fmla="*/ 33626 w 212496"/>
                <a:gd name="connsiteY13" fmla="*/ 107583 h 215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2496" h="215242">
                  <a:moveTo>
                    <a:pt x="179765" y="210851"/>
                  </a:moveTo>
                  <a:lnTo>
                    <a:pt x="179765" y="180004"/>
                  </a:lnTo>
                  <a:cubicBezTo>
                    <a:pt x="161516" y="203215"/>
                    <a:pt x="133155" y="216222"/>
                    <a:pt x="103602" y="214933"/>
                  </a:cubicBezTo>
                  <a:cubicBezTo>
                    <a:pt x="45051" y="214933"/>
                    <a:pt x="-76" y="169563"/>
                    <a:pt x="-76" y="107298"/>
                  </a:cubicBezTo>
                  <a:cubicBezTo>
                    <a:pt x="-76" y="45034"/>
                    <a:pt x="45051" y="-146"/>
                    <a:pt x="103602" y="-146"/>
                  </a:cubicBezTo>
                  <a:cubicBezTo>
                    <a:pt x="133136" y="-1341"/>
                    <a:pt x="161456" y="11647"/>
                    <a:pt x="179765" y="34782"/>
                  </a:cubicBezTo>
                  <a:lnTo>
                    <a:pt x="179765" y="3935"/>
                  </a:lnTo>
                  <a:lnTo>
                    <a:pt x="212420" y="3935"/>
                  </a:lnTo>
                  <a:lnTo>
                    <a:pt x="212420" y="210851"/>
                  </a:lnTo>
                  <a:close/>
                  <a:moveTo>
                    <a:pt x="33626" y="107298"/>
                  </a:moveTo>
                  <a:cubicBezTo>
                    <a:pt x="33626" y="150105"/>
                    <a:pt x="63806" y="184370"/>
                    <a:pt x="107886" y="184370"/>
                  </a:cubicBezTo>
                  <a:cubicBezTo>
                    <a:pt x="151966" y="184370"/>
                    <a:pt x="181670" y="151149"/>
                    <a:pt x="181670" y="107298"/>
                  </a:cubicBezTo>
                  <a:cubicBezTo>
                    <a:pt x="181670" y="63447"/>
                    <a:pt x="151014" y="30416"/>
                    <a:pt x="107886" y="30416"/>
                  </a:cubicBezTo>
                  <a:cubicBezTo>
                    <a:pt x="64758" y="30416"/>
                    <a:pt x="33626" y="64966"/>
                    <a:pt x="33626" y="107583"/>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71" name="Freeform 70">
              <a:extLst>
                <a:ext uri="{FF2B5EF4-FFF2-40B4-BE49-F238E27FC236}">
                  <a16:creationId xmlns:a16="http://schemas.microsoft.com/office/drawing/2014/main" id="{8D7C3B85-A89C-1B52-DA69-8E9E8855568C}"/>
                </a:ext>
              </a:extLst>
            </p:cNvPr>
            <p:cNvSpPr/>
            <p:nvPr/>
          </p:nvSpPr>
          <p:spPr>
            <a:xfrm>
              <a:off x="2554607" y="1755458"/>
              <a:ext cx="178127" cy="276685"/>
            </a:xfrm>
            <a:custGeom>
              <a:avLst/>
              <a:gdLst>
                <a:gd name="connsiteX0" fmla="*/ 77992 w 178127"/>
                <a:gd name="connsiteY0" fmla="*/ 94978 h 276685"/>
                <a:gd name="connsiteX1" fmla="*/ 77992 w 178127"/>
                <a:gd name="connsiteY1" fmla="*/ 199386 h 276685"/>
                <a:gd name="connsiteX2" fmla="*/ 119120 w 178127"/>
                <a:gd name="connsiteY2" fmla="*/ 245894 h 276685"/>
                <a:gd name="connsiteX3" fmla="*/ 162724 w 178127"/>
                <a:gd name="connsiteY3" fmla="*/ 231277 h 276685"/>
                <a:gd name="connsiteX4" fmla="*/ 178052 w 178127"/>
                <a:gd name="connsiteY4" fmla="*/ 255955 h 276685"/>
                <a:gd name="connsiteX5" fmla="*/ 116550 w 178127"/>
                <a:gd name="connsiteY5" fmla="*/ 276457 h 276685"/>
                <a:gd name="connsiteX6" fmla="*/ 45336 w 178127"/>
                <a:gd name="connsiteY6" fmla="*/ 200525 h 276685"/>
                <a:gd name="connsiteX7" fmla="*/ 45336 w 178127"/>
                <a:gd name="connsiteY7" fmla="*/ 94978 h 276685"/>
                <a:gd name="connsiteX8" fmla="*/ -76 w 178127"/>
                <a:gd name="connsiteY8" fmla="*/ 94978 h 276685"/>
                <a:gd name="connsiteX9" fmla="*/ -76 w 178127"/>
                <a:gd name="connsiteY9" fmla="*/ 65460 h 276685"/>
                <a:gd name="connsiteX10" fmla="*/ 45336 w 178127"/>
                <a:gd name="connsiteY10" fmla="*/ 65460 h 276685"/>
                <a:gd name="connsiteX11" fmla="*/ 45336 w 178127"/>
                <a:gd name="connsiteY11" fmla="*/ -222 h 276685"/>
                <a:gd name="connsiteX12" fmla="*/ 77992 w 178127"/>
                <a:gd name="connsiteY12" fmla="*/ -222 h 276685"/>
                <a:gd name="connsiteX13" fmla="*/ 77992 w 178127"/>
                <a:gd name="connsiteY13" fmla="*/ 65460 h 276685"/>
                <a:gd name="connsiteX14" fmla="*/ 167579 w 178127"/>
                <a:gd name="connsiteY14" fmla="*/ 65460 h 276685"/>
                <a:gd name="connsiteX15" fmla="*/ 167579 w 178127"/>
                <a:gd name="connsiteY15" fmla="*/ 94978 h 2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8127" h="276685">
                  <a:moveTo>
                    <a:pt x="77992" y="94978"/>
                  </a:moveTo>
                  <a:lnTo>
                    <a:pt x="77992" y="199386"/>
                  </a:lnTo>
                  <a:cubicBezTo>
                    <a:pt x="77992" y="231657"/>
                    <a:pt x="95224" y="245894"/>
                    <a:pt x="119120" y="245894"/>
                  </a:cubicBezTo>
                  <a:cubicBezTo>
                    <a:pt x="134818" y="245619"/>
                    <a:pt x="150048" y="240514"/>
                    <a:pt x="162724" y="231277"/>
                  </a:cubicBezTo>
                  <a:lnTo>
                    <a:pt x="178052" y="255955"/>
                  </a:lnTo>
                  <a:cubicBezTo>
                    <a:pt x="160444" y="269485"/>
                    <a:pt x="138779" y="276708"/>
                    <a:pt x="116550" y="276457"/>
                  </a:cubicBezTo>
                  <a:cubicBezTo>
                    <a:pt x="71803" y="276457"/>
                    <a:pt x="45336" y="251969"/>
                    <a:pt x="45336" y="200525"/>
                  </a:cubicBezTo>
                  <a:lnTo>
                    <a:pt x="45336" y="94978"/>
                  </a:lnTo>
                  <a:lnTo>
                    <a:pt x="-76" y="94978"/>
                  </a:lnTo>
                  <a:lnTo>
                    <a:pt x="-76" y="65460"/>
                  </a:lnTo>
                  <a:lnTo>
                    <a:pt x="45336" y="65460"/>
                  </a:lnTo>
                  <a:lnTo>
                    <a:pt x="45336" y="-222"/>
                  </a:lnTo>
                  <a:lnTo>
                    <a:pt x="77992" y="-222"/>
                  </a:lnTo>
                  <a:lnTo>
                    <a:pt x="77992" y="65460"/>
                  </a:lnTo>
                  <a:lnTo>
                    <a:pt x="167579" y="65460"/>
                  </a:lnTo>
                  <a:lnTo>
                    <a:pt x="167579" y="94978"/>
                  </a:lnTo>
                  <a:close/>
                </a:path>
              </a:pathLst>
            </a:custGeom>
            <a:grpFill/>
            <a:ln w="9511" cap="flat">
              <a:noFill/>
              <a:prstDash val="solid"/>
              <a:miter/>
            </a:ln>
          </p:spPr>
          <p:txBody>
            <a:bodyPr rtlCol="0" anchor="ctr"/>
            <a:lstStyle/>
            <a:p>
              <a:endParaRPr lang="en-US" b="1" i="0">
                <a:latin typeface="Tenorite" pitchFamily="2" charset="0"/>
              </a:endParaRPr>
            </a:p>
          </p:txBody>
        </p:sp>
        <p:sp>
          <p:nvSpPr>
            <p:cNvPr id="72" name="Freeform 71">
              <a:extLst>
                <a:ext uri="{FF2B5EF4-FFF2-40B4-BE49-F238E27FC236}">
                  <a16:creationId xmlns:a16="http://schemas.microsoft.com/office/drawing/2014/main" id="{534EBD67-744C-DDCD-65A6-0577EC447A24}"/>
                </a:ext>
              </a:extLst>
            </p:cNvPr>
            <p:cNvSpPr/>
            <p:nvPr/>
          </p:nvSpPr>
          <p:spPr>
            <a:xfrm>
              <a:off x="2763772" y="1817058"/>
              <a:ext cx="200311" cy="215195"/>
            </a:xfrm>
            <a:custGeom>
              <a:avLst/>
              <a:gdLst>
                <a:gd name="connsiteX0" fmla="*/ 200234 w 200311"/>
                <a:gd name="connsiteY0" fmla="*/ 106558 h 215195"/>
                <a:gd name="connsiteX1" fmla="*/ 199663 w 200311"/>
                <a:gd name="connsiteY1" fmla="*/ 118802 h 215195"/>
                <a:gd name="connsiteX2" fmla="*/ 33722 w 200311"/>
                <a:gd name="connsiteY2" fmla="*/ 118802 h 215195"/>
                <a:gd name="connsiteX3" fmla="*/ 107009 w 200311"/>
                <a:gd name="connsiteY3" fmla="*/ 186292 h 215195"/>
                <a:gd name="connsiteX4" fmla="*/ 107124 w 200311"/>
                <a:gd name="connsiteY4" fmla="*/ 186288 h 215195"/>
                <a:gd name="connsiteX5" fmla="*/ 172816 w 200311"/>
                <a:gd name="connsiteY5" fmla="*/ 160281 h 215195"/>
                <a:gd name="connsiteX6" fmla="*/ 190333 w 200311"/>
                <a:gd name="connsiteY6" fmla="*/ 182586 h 215195"/>
                <a:gd name="connsiteX7" fmla="*/ 104649 w 200311"/>
                <a:gd name="connsiteY7" fmla="*/ 214857 h 215195"/>
                <a:gd name="connsiteX8" fmla="*/ -76 w 200311"/>
                <a:gd name="connsiteY8" fmla="*/ 107413 h 215195"/>
                <a:gd name="connsiteX9" fmla="*/ 102840 w 200311"/>
                <a:gd name="connsiteY9" fmla="*/ -222 h 215195"/>
                <a:gd name="connsiteX10" fmla="*/ 200234 w 200311"/>
                <a:gd name="connsiteY10" fmla="*/ 106558 h 215195"/>
                <a:gd name="connsiteX11" fmla="*/ 33722 w 200311"/>
                <a:gd name="connsiteY11" fmla="*/ 92321 h 215195"/>
                <a:gd name="connsiteX12" fmla="*/ 167008 w 200311"/>
                <a:gd name="connsiteY12" fmla="*/ 92321 h 215195"/>
                <a:gd name="connsiteX13" fmla="*/ 102078 w 200311"/>
                <a:gd name="connsiteY13" fmla="*/ 28822 h 215195"/>
                <a:gd name="connsiteX14" fmla="*/ 33722 w 200311"/>
                <a:gd name="connsiteY14" fmla="*/ 92321 h 215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0311" h="215195">
                  <a:moveTo>
                    <a:pt x="200234" y="106558"/>
                  </a:moveTo>
                  <a:cubicBezTo>
                    <a:pt x="200254" y="110647"/>
                    <a:pt x="200064" y="114733"/>
                    <a:pt x="199663" y="118802"/>
                  </a:cubicBezTo>
                  <a:lnTo>
                    <a:pt x="33722" y="118802"/>
                  </a:lnTo>
                  <a:cubicBezTo>
                    <a:pt x="35266" y="157615"/>
                    <a:pt x="68077" y="187832"/>
                    <a:pt x="107009" y="186292"/>
                  </a:cubicBezTo>
                  <a:cubicBezTo>
                    <a:pt x="107047" y="186291"/>
                    <a:pt x="107086" y="186289"/>
                    <a:pt x="107124" y="186288"/>
                  </a:cubicBezTo>
                  <a:cubicBezTo>
                    <a:pt x="131558" y="186344"/>
                    <a:pt x="155077" y="177032"/>
                    <a:pt x="172816" y="160281"/>
                  </a:cubicBezTo>
                  <a:lnTo>
                    <a:pt x="190333" y="182586"/>
                  </a:lnTo>
                  <a:cubicBezTo>
                    <a:pt x="167424" y="204609"/>
                    <a:pt x="136442" y="216278"/>
                    <a:pt x="104649" y="214857"/>
                  </a:cubicBezTo>
                  <a:cubicBezTo>
                    <a:pt x="43337" y="214857"/>
                    <a:pt x="-76" y="171386"/>
                    <a:pt x="-76" y="107413"/>
                  </a:cubicBezTo>
                  <a:cubicBezTo>
                    <a:pt x="-76" y="43439"/>
                    <a:pt x="43908" y="-222"/>
                    <a:pt x="102840" y="-222"/>
                  </a:cubicBezTo>
                  <a:cubicBezTo>
                    <a:pt x="159106" y="-222"/>
                    <a:pt x="199663" y="43629"/>
                    <a:pt x="200234" y="106558"/>
                  </a:cubicBezTo>
                  <a:close/>
                  <a:moveTo>
                    <a:pt x="33722" y="92321"/>
                  </a:moveTo>
                  <a:lnTo>
                    <a:pt x="167008" y="92321"/>
                  </a:lnTo>
                  <a:cubicBezTo>
                    <a:pt x="162819" y="53690"/>
                    <a:pt x="137399" y="28822"/>
                    <a:pt x="102078" y="28822"/>
                  </a:cubicBezTo>
                  <a:cubicBezTo>
                    <a:pt x="63806" y="28822"/>
                    <a:pt x="39053" y="55019"/>
                    <a:pt x="33722" y="92321"/>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75" name="Freeform 74">
              <a:extLst>
                <a:ext uri="{FF2B5EF4-FFF2-40B4-BE49-F238E27FC236}">
                  <a16:creationId xmlns:a16="http://schemas.microsoft.com/office/drawing/2014/main" id="{C0397EDA-8B62-D942-97CE-9F88E0338FC6}"/>
                </a:ext>
              </a:extLst>
            </p:cNvPr>
            <p:cNvSpPr/>
            <p:nvPr/>
          </p:nvSpPr>
          <p:spPr>
            <a:xfrm>
              <a:off x="3009209" y="1816967"/>
              <a:ext cx="209735" cy="301766"/>
            </a:xfrm>
            <a:custGeom>
              <a:avLst/>
              <a:gdLst>
                <a:gd name="connsiteX0" fmla="*/ 176814 w 209735"/>
                <a:gd name="connsiteY0" fmla="*/ 34988 h 301766"/>
                <a:gd name="connsiteX1" fmla="*/ 176814 w 209735"/>
                <a:gd name="connsiteY1" fmla="*/ 3950 h 301766"/>
                <a:gd name="connsiteX2" fmla="*/ 209660 w 209735"/>
                <a:gd name="connsiteY2" fmla="*/ 3950 h 301766"/>
                <a:gd name="connsiteX3" fmla="*/ 209660 w 209735"/>
                <a:gd name="connsiteY3" fmla="*/ 196629 h 301766"/>
                <a:gd name="connsiteX4" fmla="*/ 99889 w 209735"/>
                <a:gd name="connsiteY4" fmla="*/ 301511 h 301766"/>
                <a:gd name="connsiteX5" fmla="*/ 12491 w 209735"/>
                <a:gd name="connsiteY5" fmla="*/ 273701 h 301766"/>
                <a:gd name="connsiteX6" fmla="*/ 26962 w 209735"/>
                <a:gd name="connsiteY6" fmla="*/ 247504 h 301766"/>
                <a:gd name="connsiteX7" fmla="*/ 99889 w 209735"/>
                <a:gd name="connsiteY7" fmla="*/ 271803 h 301766"/>
                <a:gd name="connsiteX8" fmla="*/ 176814 w 209735"/>
                <a:gd name="connsiteY8" fmla="*/ 197958 h 301766"/>
                <a:gd name="connsiteX9" fmla="*/ 176814 w 209735"/>
                <a:gd name="connsiteY9" fmla="*/ 176792 h 301766"/>
                <a:gd name="connsiteX10" fmla="*/ 102745 w 209735"/>
                <a:gd name="connsiteY10" fmla="*/ 211911 h 301766"/>
                <a:gd name="connsiteX11" fmla="*/ -76 w 209735"/>
                <a:gd name="connsiteY11" fmla="*/ 105795 h 301766"/>
                <a:gd name="connsiteX12" fmla="*/ 102745 w 209735"/>
                <a:gd name="connsiteY12" fmla="*/ -131 h 301766"/>
                <a:gd name="connsiteX13" fmla="*/ 176814 w 209735"/>
                <a:gd name="connsiteY13" fmla="*/ 34988 h 301766"/>
                <a:gd name="connsiteX14" fmla="*/ 33246 w 209735"/>
                <a:gd name="connsiteY14" fmla="*/ 106174 h 301766"/>
                <a:gd name="connsiteX15" fmla="*/ 106458 w 209735"/>
                <a:gd name="connsiteY15" fmla="*/ 182107 h 301766"/>
                <a:gd name="connsiteX16" fmla="*/ 173644 w 209735"/>
                <a:gd name="connsiteY16" fmla="*/ 98173 h 301766"/>
                <a:gd name="connsiteX17" fmla="*/ 106458 w 209735"/>
                <a:gd name="connsiteY17" fmla="*/ 31191 h 301766"/>
                <a:gd name="connsiteX18" fmla="*/ 33246 w 209735"/>
                <a:gd name="connsiteY18" fmla="*/ 106174 h 301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9735" h="301766">
                  <a:moveTo>
                    <a:pt x="176814" y="34988"/>
                  </a:moveTo>
                  <a:lnTo>
                    <a:pt x="176814" y="3950"/>
                  </a:lnTo>
                  <a:lnTo>
                    <a:pt x="209660" y="3950"/>
                  </a:lnTo>
                  <a:lnTo>
                    <a:pt x="209660" y="196629"/>
                  </a:lnTo>
                  <a:cubicBezTo>
                    <a:pt x="209660" y="264114"/>
                    <a:pt x="164057" y="301511"/>
                    <a:pt x="99889" y="301511"/>
                  </a:cubicBezTo>
                  <a:cubicBezTo>
                    <a:pt x="68464" y="302191"/>
                    <a:pt x="37709" y="292405"/>
                    <a:pt x="12491" y="273701"/>
                  </a:cubicBezTo>
                  <a:lnTo>
                    <a:pt x="26962" y="247504"/>
                  </a:lnTo>
                  <a:cubicBezTo>
                    <a:pt x="47945" y="263349"/>
                    <a:pt x="73566" y="271886"/>
                    <a:pt x="99889" y="271803"/>
                  </a:cubicBezTo>
                  <a:cubicBezTo>
                    <a:pt x="144825" y="271803"/>
                    <a:pt x="176814" y="246175"/>
                    <a:pt x="176814" y="197958"/>
                  </a:cubicBezTo>
                  <a:lnTo>
                    <a:pt x="176814" y="176792"/>
                  </a:lnTo>
                  <a:cubicBezTo>
                    <a:pt x="159587" y="200133"/>
                    <a:pt x="131777" y="213318"/>
                    <a:pt x="102745" y="211911"/>
                  </a:cubicBezTo>
                  <a:cubicBezTo>
                    <a:pt x="44480" y="211911"/>
                    <a:pt x="-76" y="168439"/>
                    <a:pt x="-76" y="105795"/>
                  </a:cubicBezTo>
                  <a:cubicBezTo>
                    <a:pt x="-76" y="43150"/>
                    <a:pt x="44480" y="-131"/>
                    <a:pt x="102745" y="-131"/>
                  </a:cubicBezTo>
                  <a:cubicBezTo>
                    <a:pt x="131760" y="-1453"/>
                    <a:pt x="159531" y="11714"/>
                    <a:pt x="176814" y="34988"/>
                  </a:cubicBezTo>
                  <a:close/>
                  <a:moveTo>
                    <a:pt x="33246" y="106174"/>
                  </a:moveTo>
                  <a:cubicBezTo>
                    <a:pt x="33246" y="148032"/>
                    <a:pt x="62378" y="182107"/>
                    <a:pt x="106458" y="182107"/>
                  </a:cubicBezTo>
                  <a:cubicBezTo>
                    <a:pt x="148259" y="177426"/>
                    <a:pt x="178339" y="139847"/>
                    <a:pt x="173644" y="98173"/>
                  </a:cubicBezTo>
                  <a:cubicBezTo>
                    <a:pt x="169675" y="62948"/>
                    <a:pt x="141790" y="35148"/>
                    <a:pt x="106458" y="31191"/>
                  </a:cubicBezTo>
                  <a:cubicBezTo>
                    <a:pt x="62378" y="30242"/>
                    <a:pt x="33246" y="64032"/>
                    <a:pt x="33246" y="106174"/>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81" name="Freeform 80">
              <a:extLst>
                <a:ext uri="{FF2B5EF4-FFF2-40B4-BE49-F238E27FC236}">
                  <a16:creationId xmlns:a16="http://schemas.microsoft.com/office/drawing/2014/main" id="{C0B546BB-B5D5-CB28-A61C-9CC72E8A679E}"/>
                </a:ext>
              </a:extLst>
            </p:cNvPr>
            <p:cNvSpPr/>
            <p:nvPr/>
          </p:nvSpPr>
          <p:spPr>
            <a:xfrm>
              <a:off x="3261977" y="1821234"/>
              <a:ext cx="223064" cy="295093"/>
            </a:xfrm>
            <a:custGeom>
              <a:avLst/>
              <a:gdLst>
                <a:gd name="connsiteX0" fmla="*/ 17823 w 223064"/>
                <a:gd name="connsiteY0" fmla="*/ 294776 h 295093"/>
                <a:gd name="connsiteX1" fmla="*/ 95129 w 223064"/>
                <a:gd name="connsiteY1" fmla="*/ 161894 h 295093"/>
                <a:gd name="connsiteX2" fmla="*/ -76 w 223064"/>
                <a:gd name="connsiteY2" fmla="*/ -222 h 295093"/>
                <a:gd name="connsiteX3" fmla="*/ 36483 w 223064"/>
                <a:gd name="connsiteY3" fmla="*/ -222 h 295093"/>
                <a:gd name="connsiteX4" fmla="*/ 113884 w 223064"/>
                <a:gd name="connsiteY4" fmla="*/ 129528 h 295093"/>
                <a:gd name="connsiteX5" fmla="*/ 187001 w 223064"/>
                <a:gd name="connsiteY5" fmla="*/ -222 h 295093"/>
                <a:gd name="connsiteX6" fmla="*/ 222988 w 223064"/>
                <a:gd name="connsiteY6" fmla="*/ -222 h 295093"/>
                <a:gd name="connsiteX7" fmla="*/ 54000 w 223064"/>
                <a:gd name="connsiteY7" fmla="*/ 294871 h 29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3064" h="295093">
                  <a:moveTo>
                    <a:pt x="17823" y="294776"/>
                  </a:moveTo>
                  <a:lnTo>
                    <a:pt x="95129" y="161894"/>
                  </a:lnTo>
                  <a:lnTo>
                    <a:pt x="-76" y="-222"/>
                  </a:lnTo>
                  <a:lnTo>
                    <a:pt x="36483" y="-222"/>
                  </a:lnTo>
                  <a:lnTo>
                    <a:pt x="113884" y="129528"/>
                  </a:lnTo>
                  <a:lnTo>
                    <a:pt x="187001" y="-222"/>
                  </a:lnTo>
                  <a:lnTo>
                    <a:pt x="222988" y="-222"/>
                  </a:lnTo>
                  <a:lnTo>
                    <a:pt x="54000" y="294871"/>
                  </a:lnTo>
                  <a:close/>
                </a:path>
              </a:pathLst>
            </a:custGeom>
            <a:grpFill/>
            <a:ln w="9511" cap="flat">
              <a:noFill/>
              <a:prstDash val="solid"/>
              <a:miter/>
            </a:ln>
          </p:spPr>
          <p:txBody>
            <a:bodyPr rtlCol="0" anchor="ctr"/>
            <a:lstStyle/>
            <a:p>
              <a:endParaRPr lang="en-US" b="1" i="0">
                <a:latin typeface="Tenorite" pitchFamily="2" charset="0"/>
              </a:endParaRPr>
            </a:p>
          </p:txBody>
        </p:sp>
        <p:sp>
          <p:nvSpPr>
            <p:cNvPr id="82" name="Freeform 81">
              <a:extLst>
                <a:ext uri="{FF2B5EF4-FFF2-40B4-BE49-F238E27FC236}">
                  <a16:creationId xmlns:a16="http://schemas.microsoft.com/office/drawing/2014/main" id="{8B3B6A71-0C35-D66A-5E53-4C8BE50FCA84}"/>
                </a:ext>
              </a:extLst>
            </p:cNvPr>
            <p:cNvSpPr/>
            <p:nvPr/>
          </p:nvSpPr>
          <p:spPr>
            <a:xfrm>
              <a:off x="3633465" y="1816691"/>
              <a:ext cx="345116" cy="211080"/>
            </a:xfrm>
            <a:custGeom>
              <a:avLst/>
              <a:gdLst>
                <a:gd name="connsiteX0" fmla="*/ 345041 w 345116"/>
                <a:gd name="connsiteY0" fmla="*/ 82911 h 211080"/>
                <a:gd name="connsiteX1" fmla="*/ 345041 w 345116"/>
                <a:gd name="connsiteY1" fmla="*/ 210858 h 211080"/>
                <a:gd name="connsiteX2" fmla="*/ 312386 w 345116"/>
                <a:gd name="connsiteY2" fmla="*/ 210858 h 211080"/>
                <a:gd name="connsiteX3" fmla="*/ 312386 w 345116"/>
                <a:gd name="connsiteY3" fmla="*/ 93542 h 211080"/>
                <a:gd name="connsiteX4" fmla="*/ 252311 w 345116"/>
                <a:gd name="connsiteY4" fmla="*/ 31087 h 211080"/>
                <a:gd name="connsiteX5" fmla="*/ 188806 w 345116"/>
                <a:gd name="connsiteY5" fmla="*/ 89352 h 211080"/>
                <a:gd name="connsiteX6" fmla="*/ 188810 w 345116"/>
                <a:gd name="connsiteY6" fmla="*/ 94491 h 211080"/>
                <a:gd name="connsiteX7" fmla="*/ 188810 w 345116"/>
                <a:gd name="connsiteY7" fmla="*/ 210858 h 211080"/>
                <a:gd name="connsiteX8" fmla="*/ 156155 w 345116"/>
                <a:gd name="connsiteY8" fmla="*/ 210858 h 211080"/>
                <a:gd name="connsiteX9" fmla="*/ 156155 w 345116"/>
                <a:gd name="connsiteY9" fmla="*/ 93542 h 211080"/>
                <a:gd name="connsiteX10" fmla="*/ 96366 w 345116"/>
                <a:gd name="connsiteY10" fmla="*/ 31087 h 211080"/>
                <a:gd name="connsiteX11" fmla="*/ 32770 w 345116"/>
                <a:gd name="connsiteY11" fmla="*/ 89451 h 211080"/>
                <a:gd name="connsiteX12" fmla="*/ 32770 w 345116"/>
                <a:gd name="connsiteY12" fmla="*/ 94491 h 211080"/>
                <a:gd name="connsiteX13" fmla="*/ 32770 w 345116"/>
                <a:gd name="connsiteY13" fmla="*/ 210858 h 211080"/>
                <a:gd name="connsiteX14" fmla="*/ -76 w 345116"/>
                <a:gd name="connsiteY14" fmla="*/ 210858 h 211080"/>
                <a:gd name="connsiteX15" fmla="*/ -76 w 345116"/>
                <a:gd name="connsiteY15" fmla="*/ 3941 h 211080"/>
                <a:gd name="connsiteX16" fmla="*/ 32389 w 345116"/>
                <a:gd name="connsiteY16" fmla="*/ 3941 h 211080"/>
                <a:gd name="connsiteX17" fmla="*/ 32389 w 345116"/>
                <a:gd name="connsiteY17" fmla="*/ 33460 h 211080"/>
                <a:gd name="connsiteX18" fmla="*/ 102269 w 345116"/>
                <a:gd name="connsiteY18" fmla="*/ -140 h 211080"/>
                <a:gd name="connsiteX19" fmla="*/ 180051 w 345116"/>
                <a:gd name="connsiteY19" fmla="*/ 43236 h 211080"/>
                <a:gd name="connsiteX20" fmla="*/ 258214 w 345116"/>
                <a:gd name="connsiteY20" fmla="*/ -140 h 211080"/>
                <a:gd name="connsiteX21" fmla="*/ 345041 w 345116"/>
                <a:gd name="connsiteY21" fmla="*/ 82911 h 211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45116" h="211080">
                  <a:moveTo>
                    <a:pt x="345041" y="82911"/>
                  </a:moveTo>
                  <a:lnTo>
                    <a:pt x="345041" y="210858"/>
                  </a:lnTo>
                  <a:lnTo>
                    <a:pt x="312386" y="210858"/>
                  </a:lnTo>
                  <a:lnTo>
                    <a:pt x="312386" y="93542"/>
                  </a:lnTo>
                  <a:cubicBezTo>
                    <a:pt x="312386" y="54057"/>
                    <a:pt x="290679" y="31087"/>
                    <a:pt x="252311" y="31087"/>
                  </a:cubicBezTo>
                  <a:cubicBezTo>
                    <a:pt x="218637" y="29693"/>
                    <a:pt x="190204" y="55779"/>
                    <a:pt x="188806" y="89352"/>
                  </a:cubicBezTo>
                  <a:cubicBezTo>
                    <a:pt x="188735" y="91064"/>
                    <a:pt x="188736" y="92779"/>
                    <a:pt x="188810" y="94491"/>
                  </a:cubicBezTo>
                  <a:lnTo>
                    <a:pt x="188810" y="210858"/>
                  </a:lnTo>
                  <a:lnTo>
                    <a:pt x="156155" y="210858"/>
                  </a:lnTo>
                  <a:lnTo>
                    <a:pt x="156155" y="93542"/>
                  </a:lnTo>
                  <a:cubicBezTo>
                    <a:pt x="156155" y="54057"/>
                    <a:pt x="134639" y="31087"/>
                    <a:pt x="96366" y="31087"/>
                  </a:cubicBezTo>
                  <a:cubicBezTo>
                    <a:pt x="62639" y="29695"/>
                    <a:pt x="34165" y="55826"/>
                    <a:pt x="32770" y="89451"/>
                  </a:cubicBezTo>
                  <a:cubicBezTo>
                    <a:pt x="32700" y="91130"/>
                    <a:pt x="32700" y="92812"/>
                    <a:pt x="32770" y="94491"/>
                  </a:cubicBezTo>
                  <a:lnTo>
                    <a:pt x="32770" y="210858"/>
                  </a:lnTo>
                  <a:lnTo>
                    <a:pt x="-76" y="210858"/>
                  </a:lnTo>
                  <a:lnTo>
                    <a:pt x="-76" y="3941"/>
                  </a:lnTo>
                  <a:lnTo>
                    <a:pt x="32389" y="3941"/>
                  </a:lnTo>
                  <a:lnTo>
                    <a:pt x="32389" y="33460"/>
                  </a:lnTo>
                  <a:cubicBezTo>
                    <a:pt x="48532" y="11257"/>
                    <a:pt x="74790" y="-1369"/>
                    <a:pt x="102269" y="-140"/>
                  </a:cubicBezTo>
                  <a:cubicBezTo>
                    <a:pt x="138828" y="-140"/>
                    <a:pt x="166627" y="15996"/>
                    <a:pt x="180051" y="43236"/>
                  </a:cubicBezTo>
                  <a:cubicBezTo>
                    <a:pt x="196426" y="11155"/>
                    <a:pt x="229081" y="-140"/>
                    <a:pt x="258214" y="-140"/>
                  </a:cubicBezTo>
                  <a:cubicBezTo>
                    <a:pt x="309720" y="145"/>
                    <a:pt x="345041" y="32891"/>
                    <a:pt x="345041" y="82911"/>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83" name="Freeform 82">
              <a:extLst>
                <a:ext uri="{FF2B5EF4-FFF2-40B4-BE49-F238E27FC236}">
                  <a16:creationId xmlns:a16="http://schemas.microsoft.com/office/drawing/2014/main" id="{489A1321-4CBB-C8D6-EC32-D7EDC0286A99}"/>
                </a:ext>
              </a:extLst>
            </p:cNvPr>
            <p:cNvSpPr/>
            <p:nvPr/>
          </p:nvSpPr>
          <p:spPr>
            <a:xfrm>
              <a:off x="4036276" y="1816698"/>
              <a:ext cx="212496" cy="215242"/>
            </a:xfrm>
            <a:custGeom>
              <a:avLst/>
              <a:gdLst>
                <a:gd name="connsiteX0" fmla="*/ 179766 w 212496"/>
                <a:gd name="connsiteY0" fmla="*/ 210851 h 215242"/>
                <a:gd name="connsiteX1" fmla="*/ 179766 w 212496"/>
                <a:gd name="connsiteY1" fmla="*/ 180004 h 215242"/>
                <a:gd name="connsiteX2" fmla="*/ 103602 w 212496"/>
                <a:gd name="connsiteY2" fmla="*/ 214933 h 215242"/>
                <a:gd name="connsiteX3" fmla="*/ -76 w 212496"/>
                <a:gd name="connsiteY3" fmla="*/ 107298 h 215242"/>
                <a:gd name="connsiteX4" fmla="*/ 103602 w 212496"/>
                <a:gd name="connsiteY4" fmla="*/ -146 h 215242"/>
                <a:gd name="connsiteX5" fmla="*/ 179766 w 212496"/>
                <a:gd name="connsiteY5" fmla="*/ 34782 h 215242"/>
                <a:gd name="connsiteX6" fmla="*/ 179766 w 212496"/>
                <a:gd name="connsiteY6" fmla="*/ 3935 h 215242"/>
                <a:gd name="connsiteX7" fmla="*/ 212421 w 212496"/>
                <a:gd name="connsiteY7" fmla="*/ 3935 h 215242"/>
                <a:gd name="connsiteX8" fmla="*/ 212421 w 212496"/>
                <a:gd name="connsiteY8" fmla="*/ 210851 h 215242"/>
                <a:gd name="connsiteX9" fmla="*/ 33627 w 212496"/>
                <a:gd name="connsiteY9" fmla="*/ 107298 h 215242"/>
                <a:gd name="connsiteX10" fmla="*/ 107886 w 212496"/>
                <a:gd name="connsiteY10" fmla="*/ 184370 h 215242"/>
                <a:gd name="connsiteX11" fmla="*/ 181670 w 212496"/>
                <a:gd name="connsiteY11" fmla="*/ 107298 h 215242"/>
                <a:gd name="connsiteX12" fmla="*/ 108267 w 212496"/>
                <a:gd name="connsiteY12" fmla="*/ 30511 h 215242"/>
                <a:gd name="connsiteX13" fmla="*/ 34007 w 212496"/>
                <a:gd name="connsiteY13" fmla="*/ 107583 h 215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2496" h="215242">
                  <a:moveTo>
                    <a:pt x="179766" y="210851"/>
                  </a:moveTo>
                  <a:lnTo>
                    <a:pt x="179766" y="180004"/>
                  </a:lnTo>
                  <a:cubicBezTo>
                    <a:pt x="161517" y="203215"/>
                    <a:pt x="133155" y="216222"/>
                    <a:pt x="103602" y="214933"/>
                  </a:cubicBezTo>
                  <a:cubicBezTo>
                    <a:pt x="45051" y="214933"/>
                    <a:pt x="-76" y="169563"/>
                    <a:pt x="-76" y="107298"/>
                  </a:cubicBezTo>
                  <a:cubicBezTo>
                    <a:pt x="-76" y="45034"/>
                    <a:pt x="45051" y="-146"/>
                    <a:pt x="103602" y="-146"/>
                  </a:cubicBezTo>
                  <a:cubicBezTo>
                    <a:pt x="133137" y="-1341"/>
                    <a:pt x="161457" y="11647"/>
                    <a:pt x="179766" y="34782"/>
                  </a:cubicBezTo>
                  <a:lnTo>
                    <a:pt x="179766" y="3935"/>
                  </a:lnTo>
                  <a:lnTo>
                    <a:pt x="212421" y="3935"/>
                  </a:lnTo>
                  <a:lnTo>
                    <a:pt x="212421" y="210851"/>
                  </a:lnTo>
                  <a:close/>
                  <a:moveTo>
                    <a:pt x="33627" y="107298"/>
                  </a:moveTo>
                  <a:cubicBezTo>
                    <a:pt x="33627" y="150105"/>
                    <a:pt x="63806" y="184370"/>
                    <a:pt x="107886" y="184370"/>
                  </a:cubicBezTo>
                  <a:cubicBezTo>
                    <a:pt x="151966" y="184370"/>
                    <a:pt x="181670" y="151149"/>
                    <a:pt x="181670" y="107298"/>
                  </a:cubicBezTo>
                  <a:cubicBezTo>
                    <a:pt x="181670" y="63447"/>
                    <a:pt x="151204" y="30511"/>
                    <a:pt x="108267" y="30511"/>
                  </a:cubicBezTo>
                  <a:cubicBezTo>
                    <a:pt x="65330" y="30511"/>
                    <a:pt x="34007" y="64966"/>
                    <a:pt x="34007" y="107583"/>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84" name="Freeform 83">
              <a:extLst>
                <a:ext uri="{FF2B5EF4-FFF2-40B4-BE49-F238E27FC236}">
                  <a16:creationId xmlns:a16="http://schemas.microsoft.com/office/drawing/2014/main" id="{16B0B244-A55D-9F3B-8A58-1D0DA3C9316A}"/>
                </a:ext>
              </a:extLst>
            </p:cNvPr>
            <p:cNvSpPr/>
            <p:nvPr/>
          </p:nvSpPr>
          <p:spPr>
            <a:xfrm>
              <a:off x="4309609" y="1713505"/>
              <a:ext cx="212496" cy="318434"/>
            </a:xfrm>
            <a:custGeom>
              <a:avLst/>
              <a:gdLst>
                <a:gd name="connsiteX0" fmla="*/ 179766 w 212496"/>
                <a:gd name="connsiteY0" fmla="*/ 138260 h 318434"/>
                <a:gd name="connsiteX1" fmla="*/ 179766 w 212496"/>
                <a:gd name="connsiteY1" fmla="*/ -222 h 318434"/>
                <a:gd name="connsiteX2" fmla="*/ 212421 w 212496"/>
                <a:gd name="connsiteY2" fmla="*/ -222 h 318434"/>
                <a:gd name="connsiteX3" fmla="*/ 212421 w 212496"/>
                <a:gd name="connsiteY3" fmla="*/ 314044 h 318434"/>
                <a:gd name="connsiteX4" fmla="*/ 179766 w 212496"/>
                <a:gd name="connsiteY4" fmla="*/ 314044 h 318434"/>
                <a:gd name="connsiteX5" fmla="*/ 179766 w 212496"/>
                <a:gd name="connsiteY5" fmla="*/ 283196 h 318434"/>
                <a:gd name="connsiteX6" fmla="*/ 103602 w 212496"/>
                <a:gd name="connsiteY6" fmla="*/ 318125 h 318434"/>
                <a:gd name="connsiteX7" fmla="*/ -76 w 212496"/>
                <a:gd name="connsiteY7" fmla="*/ 210491 h 318434"/>
                <a:gd name="connsiteX8" fmla="*/ 103602 w 212496"/>
                <a:gd name="connsiteY8" fmla="*/ 103046 h 318434"/>
                <a:gd name="connsiteX9" fmla="*/ 179766 w 212496"/>
                <a:gd name="connsiteY9" fmla="*/ 138260 h 318434"/>
                <a:gd name="connsiteX10" fmla="*/ 33626 w 212496"/>
                <a:gd name="connsiteY10" fmla="*/ 210775 h 318434"/>
                <a:gd name="connsiteX11" fmla="*/ 107886 w 212496"/>
                <a:gd name="connsiteY11" fmla="*/ 287847 h 318434"/>
                <a:gd name="connsiteX12" fmla="*/ 181765 w 212496"/>
                <a:gd name="connsiteY12" fmla="*/ 210775 h 318434"/>
                <a:gd name="connsiteX13" fmla="*/ 107886 w 212496"/>
                <a:gd name="connsiteY13" fmla="*/ 133894 h 318434"/>
                <a:gd name="connsiteX14" fmla="*/ 33626 w 212496"/>
                <a:gd name="connsiteY14" fmla="*/ 210775 h 318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2496" h="318434">
                  <a:moveTo>
                    <a:pt x="179766" y="138260"/>
                  </a:moveTo>
                  <a:lnTo>
                    <a:pt x="179766" y="-222"/>
                  </a:lnTo>
                  <a:lnTo>
                    <a:pt x="212421" y="-222"/>
                  </a:lnTo>
                  <a:lnTo>
                    <a:pt x="212421" y="314044"/>
                  </a:lnTo>
                  <a:lnTo>
                    <a:pt x="179766" y="314044"/>
                  </a:lnTo>
                  <a:lnTo>
                    <a:pt x="179766" y="283196"/>
                  </a:lnTo>
                  <a:cubicBezTo>
                    <a:pt x="161517" y="306408"/>
                    <a:pt x="133155" y="319414"/>
                    <a:pt x="103602" y="318125"/>
                  </a:cubicBezTo>
                  <a:cubicBezTo>
                    <a:pt x="45146" y="318125"/>
                    <a:pt x="-76" y="272755"/>
                    <a:pt x="-76" y="210491"/>
                  </a:cubicBezTo>
                  <a:cubicBezTo>
                    <a:pt x="-76" y="148226"/>
                    <a:pt x="45146" y="103046"/>
                    <a:pt x="103602" y="103046"/>
                  </a:cubicBezTo>
                  <a:cubicBezTo>
                    <a:pt x="133187" y="101919"/>
                    <a:pt x="161516" y="115018"/>
                    <a:pt x="179766" y="138260"/>
                  </a:cubicBezTo>
                  <a:close/>
                  <a:moveTo>
                    <a:pt x="33626" y="210775"/>
                  </a:moveTo>
                  <a:cubicBezTo>
                    <a:pt x="33626" y="253583"/>
                    <a:pt x="63901" y="287847"/>
                    <a:pt x="107886" y="287847"/>
                  </a:cubicBezTo>
                  <a:cubicBezTo>
                    <a:pt x="151871" y="287847"/>
                    <a:pt x="181765" y="254626"/>
                    <a:pt x="181765" y="210775"/>
                  </a:cubicBezTo>
                  <a:cubicBezTo>
                    <a:pt x="181765" y="166924"/>
                    <a:pt x="151109" y="133894"/>
                    <a:pt x="107886" y="133894"/>
                  </a:cubicBezTo>
                  <a:cubicBezTo>
                    <a:pt x="64663" y="133894"/>
                    <a:pt x="33626" y="168158"/>
                    <a:pt x="33626" y="210775"/>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85" name="Freeform 84">
              <a:extLst>
                <a:ext uri="{FF2B5EF4-FFF2-40B4-BE49-F238E27FC236}">
                  <a16:creationId xmlns:a16="http://schemas.microsoft.com/office/drawing/2014/main" id="{9F695896-6D08-8309-0419-C5AD2E6B78D3}"/>
                </a:ext>
              </a:extLst>
            </p:cNvPr>
            <p:cNvSpPr/>
            <p:nvPr/>
          </p:nvSpPr>
          <p:spPr>
            <a:xfrm>
              <a:off x="4582750" y="1817058"/>
              <a:ext cx="200786" cy="215195"/>
            </a:xfrm>
            <a:custGeom>
              <a:avLst/>
              <a:gdLst>
                <a:gd name="connsiteX0" fmla="*/ 200710 w 200786"/>
                <a:gd name="connsiteY0" fmla="*/ 106558 h 215195"/>
                <a:gd name="connsiteX1" fmla="*/ 200044 w 200786"/>
                <a:gd name="connsiteY1" fmla="*/ 118802 h 215195"/>
                <a:gd name="connsiteX2" fmla="*/ 33722 w 200786"/>
                <a:gd name="connsiteY2" fmla="*/ 118802 h 215195"/>
                <a:gd name="connsiteX3" fmla="*/ 107009 w 200786"/>
                <a:gd name="connsiteY3" fmla="*/ 186292 h 215195"/>
                <a:gd name="connsiteX4" fmla="*/ 107124 w 200786"/>
                <a:gd name="connsiteY4" fmla="*/ 186288 h 215195"/>
                <a:gd name="connsiteX5" fmla="*/ 172816 w 200786"/>
                <a:gd name="connsiteY5" fmla="*/ 160281 h 215195"/>
                <a:gd name="connsiteX6" fmla="*/ 190333 w 200786"/>
                <a:gd name="connsiteY6" fmla="*/ 182586 h 215195"/>
                <a:gd name="connsiteX7" fmla="*/ 104649 w 200786"/>
                <a:gd name="connsiteY7" fmla="*/ 214857 h 215195"/>
                <a:gd name="connsiteX8" fmla="*/ -76 w 200786"/>
                <a:gd name="connsiteY8" fmla="*/ 107413 h 215195"/>
                <a:gd name="connsiteX9" fmla="*/ 102840 w 200786"/>
                <a:gd name="connsiteY9" fmla="*/ -222 h 215195"/>
                <a:gd name="connsiteX10" fmla="*/ 200710 w 200786"/>
                <a:gd name="connsiteY10" fmla="*/ 106558 h 215195"/>
                <a:gd name="connsiteX11" fmla="*/ 34197 w 200786"/>
                <a:gd name="connsiteY11" fmla="*/ 92321 h 215195"/>
                <a:gd name="connsiteX12" fmla="*/ 167484 w 200786"/>
                <a:gd name="connsiteY12" fmla="*/ 92321 h 215195"/>
                <a:gd name="connsiteX13" fmla="*/ 102650 w 200786"/>
                <a:gd name="connsiteY13" fmla="*/ 28822 h 215195"/>
                <a:gd name="connsiteX14" fmla="*/ 34197 w 200786"/>
                <a:gd name="connsiteY14" fmla="*/ 92321 h 215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0786" h="215195">
                  <a:moveTo>
                    <a:pt x="200710" y="106558"/>
                  </a:moveTo>
                  <a:cubicBezTo>
                    <a:pt x="200702" y="110648"/>
                    <a:pt x="200479" y="114735"/>
                    <a:pt x="200044" y="118802"/>
                  </a:cubicBezTo>
                  <a:lnTo>
                    <a:pt x="33722" y="118802"/>
                  </a:lnTo>
                  <a:cubicBezTo>
                    <a:pt x="35265" y="157615"/>
                    <a:pt x="68077" y="187832"/>
                    <a:pt x="107009" y="186292"/>
                  </a:cubicBezTo>
                  <a:cubicBezTo>
                    <a:pt x="107047" y="186291"/>
                    <a:pt x="107086" y="186289"/>
                    <a:pt x="107124" y="186288"/>
                  </a:cubicBezTo>
                  <a:cubicBezTo>
                    <a:pt x="131558" y="186344"/>
                    <a:pt x="155077" y="177032"/>
                    <a:pt x="172816" y="160281"/>
                  </a:cubicBezTo>
                  <a:lnTo>
                    <a:pt x="190333" y="182586"/>
                  </a:lnTo>
                  <a:cubicBezTo>
                    <a:pt x="167424" y="204609"/>
                    <a:pt x="136442" y="216278"/>
                    <a:pt x="104649" y="214857"/>
                  </a:cubicBezTo>
                  <a:cubicBezTo>
                    <a:pt x="43337" y="214857"/>
                    <a:pt x="-76" y="171386"/>
                    <a:pt x="-76" y="107413"/>
                  </a:cubicBezTo>
                  <a:cubicBezTo>
                    <a:pt x="-76" y="43439"/>
                    <a:pt x="43908" y="-222"/>
                    <a:pt x="102840" y="-222"/>
                  </a:cubicBezTo>
                  <a:cubicBezTo>
                    <a:pt x="159487" y="-222"/>
                    <a:pt x="200044" y="43629"/>
                    <a:pt x="200710" y="106558"/>
                  </a:cubicBezTo>
                  <a:close/>
                  <a:moveTo>
                    <a:pt x="34197" y="92321"/>
                  </a:moveTo>
                  <a:lnTo>
                    <a:pt x="167484" y="92321"/>
                  </a:lnTo>
                  <a:cubicBezTo>
                    <a:pt x="163295" y="53690"/>
                    <a:pt x="137875" y="28822"/>
                    <a:pt x="102650" y="28822"/>
                  </a:cubicBezTo>
                  <a:cubicBezTo>
                    <a:pt x="64187" y="28822"/>
                    <a:pt x="39434" y="55019"/>
                    <a:pt x="34197" y="92321"/>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86" name="Freeform 85">
              <a:extLst>
                <a:ext uri="{FF2B5EF4-FFF2-40B4-BE49-F238E27FC236}">
                  <a16:creationId xmlns:a16="http://schemas.microsoft.com/office/drawing/2014/main" id="{A824A60C-97B7-C6A1-972A-67DFDDA86A9D}"/>
                </a:ext>
              </a:extLst>
            </p:cNvPr>
            <p:cNvSpPr/>
            <p:nvPr/>
          </p:nvSpPr>
          <p:spPr>
            <a:xfrm>
              <a:off x="4961379" y="1816985"/>
              <a:ext cx="212115" cy="298393"/>
            </a:xfrm>
            <a:custGeom>
              <a:avLst/>
              <a:gdLst>
                <a:gd name="connsiteX0" fmla="*/ 212040 w 212115"/>
                <a:gd name="connsiteY0" fmla="*/ 107296 h 298393"/>
                <a:gd name="connsiteX1" fmla="*/ 108362 w 212115"/>
                <a:gd name="connsiteY1" fmla="*/ 214930 h 298393"/>
                <a:gd name="connsiteX2" fmla="*/ 32769 w 212115"/>
                <a:gd name="connsiteY2" fmla="*/ 180191 h 298393"/>
                <a:gd name="connsiteX3" fmla="*/ 32769 w 212115"/>
                <a:gd name="connsiteY3" fmla="*/ 298172 h 298393"/>
                <a:gd name="connsiteX4" fmla="*/ -76 w 212115"/>
                <a:gd name="connsiteY4" fmla="*/ 298172 h 298393"/>
                <a:gd name="connsiteX5" fmla="*/ -76 w 212115"/>
                <a:gd name="connsiteY5" fmla="*/ 3933 h 298393"/>
                <a:gd name="connsiteX6" fmla="*/ 32769 w 212115"/>
                <a:gd name="connsiteY6" fmla="*/ 3933 h 298393"/>
                <a:gd name="connsiteX7" fmla="*/ 32769 w 212115"/>
                <a:gd name="connsiteY7" fmla="*/ 34495 h 298393"/>
                <a:gd name="connsiteX8" fmla="*/ 108362 w 212115"/>
                <a:gd name="connsiteY8" fmla="*/ -149 h 298393"/>
                <a:gd name="connsiteX9" fmla="*/ 212040 w 212115"/>
                <a:gd name="connsiteY9" fmla="*/ 107296 h 298393"/>
                <a:gd name="connsiteX10" fmla="*/ 30580 w 212115"/>
                <a:gd name="connsiteY10" fmla="*/ 107296 h 298393"/>
                <a:gd name="connsiteX11" fmla="*/ 104458 w 212115"/>
                <a:gd name="connsiteY11" fmla="*/ 184367 h 298393"/>
                <a:gd name="connsiteX12" fmla="*/ 178527 w 212115"/>
                <a:gd name="connsiteY12" fmla="*/ 107296 h 298393"/>
                <a:gd name="connsiteX13" fmla="*/ 104458 w 212115"/>
                <a:gd name="connsiteY13" fmla="*/ 30414 h 298393"/>
                <a:gd name="connsiteX14" fmla="*/ 30580 w 212115"/>
                <a:gd name="connsiteY14" fmla="*/ 107296 h 298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2115" h="298393">
                  <a:moveTo>
                    <a:pt x="212040" y="107296"/>
                  </a:moveTo>
                  <a:cubicBezTo>
                    <a:pt x="212040" y="169560"/>
                    <a:pt x="166722" y="214930"/>
                    <a:pt x="108362" y="214930"/>
                  </a:cubicBezTo>
                  <a:cubicBezTo>
                    <a:pt x="79040" y="216078"/>
                    <a:pt x="50938" y="203164"/>
                    <a:pt x="32769" y="180191"/>
                  </a:cubicBezTo>
                  <a:lnTo>
                    <a:pt x="32769" y="298172"/>
                  </a:lnTo>
                  <a:lnTo>
                    <a:pt x="-76" y="298172"/>
                  </a:lnTo>
                  <a:lnTo>
                    <a:pt x="-76" y="3933"/>
                  </a:lnTo>
                  <a:lnTo>
                    <a:pt x="32769" y="3933"/>
                  </a:lnTo>
                  <a:lnTo>
                    <a:pt x="32769" y="34495"/>
                  </a:lnTo>
                  <a:cubicBezTo>
                    <a:pt x="50958" y="11558"/>
                    <a:pt x="79056" y="-1320"/>
                    <a:pt x="108362" y="-149"/>
                  </a:cubicBezTo>
                  <a:cubicBezTo>
                    <a:pt x="166722" y="-149"/>
                    <a:pt x="212040" y="45221"/>
                    <a:pt x="212040" y="107296"/>
                  </a:cubicBezTo>
                  <a:close/>
                  <a:moveTo>
                    <a:pt x="30580" y="107296"/>
                  </a:moveTo>
                  <a:cubicBezTo>
                    <a:pt x="30580" y="151147"/>
                    <a:pt x="61330" y="184367"/>
                    <a:pt x="104458" y="184367"/>
                  </a:cubicBezTo>
                  <a:cubicBezTo>
                    <a:pt x="147586" y="184367"/>
                    <a:pt x="178527" y="150103"/>
                    <a:pt x="178527" y="107296"/>
                  </a:cubicBezTo>
                  <a:cubicBezTo>
                    <a:pt x="178527" y="64489"/>
                    <a:pt x="148538" y="30414"/>
                    <a:pt x="104458" y="30414"/>
                  </a:cubicBezTo>
                  <a:cubicBezTo>
                    <a:pt x="60379" y="30414"/>
                    <a:pt x="30580" y="63540"/>
                    <a:pt x="30580" y="107296"/>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87" name="Freeform 86">
              <a:extLst>
                <a:ext uri="{FF2B5EF4-FFF2-40B4-BE49-F238E27FC236}">
                  <a16:creationId xmlns:a16="http://schemas.microsoft.com/office/drawing/2014/main" id="{60AED114-6C3B-D2D5-7314-73C0DB713CD6}"/>
                </a:ext>
              </a:extLst>
            </p:cNvPr>
            <p:cNvSpPr/>
            <p:nvPr/>
          </p:nvSpPr>
          <p:spPr>
            <a:xfrm>
              <a:off x="5218812" y="1817058"/>
              <a:ext cx="200310" cy="215175"/>
            </a:xfrm>
            <a:custGeom>
              <a:avLst/>
              <a:gdLst>
                <a:gd name="connsiteX0" fmla="*/ 200234 w 200310"/>
                <a:gd name="connsiteY0" fmla="*/ 106558 h 215175"/>
                <a:gd name="connsiteX1" fmla="*/ 199568 w 200310"/>
                <a:gd name="connsiteY1" fmla="*/ 118802 h 215175"/>
                <a:gd name="connsiteX2" fmla="*/ 33246 w 200310"/>
                <a:gd name="connsiteY2" fmla="*/ 118802 h 215175"/>
                <a:gd name="connsiteX3" fmla="*/ 106533 w 200310"/>
                <a:gd name="connsiteY3" fmla="*/ 186292 h 215175"/>
                <a:gd name="connsiteX4" fmla="*/ 106649 w 200310"/>
                <a:gd name="connsiteY4" fmla="*/ 186288 h 215175"/>
                <a:gd name="connsiteX5" fmla="*/ 172340 w 200310"/>
                <a:gd name="connsiteY5" fmla="*/ 160281 h 215175"/>
                <a:gd name="connsiteX6" fmla="*/ 189857 w 200310"/>
                <a:gd name="connsiteY6" fmla="*/ 182586 h 215175"/>
                <a:gd name="connsiteX7" fmla="*/ 104649 w 200310"/>
                <a:gd name="connsiteY7" fmla="*/ 214857 h 215175"/>
                <a:gd name="connsiteX8" fmla="*/ -76 w 200310"/>
                <a:gd name="connsiteY8" fmla="*/ 107413 h 215175"/>
                <a:gd name="connsiteX9" fmla="*/ 102935 w 200310"/>
                <a:gd name="connsiteY9" fmla="*/ -222 h 215175"/>
                <a:gd name="connsiteX10" fmla="*/ 200234 w 200310"/>
                <a:gd name="connsiteY10" fmla="*/ 106558 h 215175"/>
                <a:gd name="connsiteX11" fmla="*/ 33722 w 200310"/>
                <a:gd name="connsiteY11" fmla="*/ 92321 h 215175"/>
                <a:gd name="connsiteX12" fmla="*/ 167008 w 200310"/>
                <a:gd name="connsiteY12" fmla="*/ 92321 h 215175"/>
                <a:gd name="connsiteX13" fmla="*/ 102174 w 200310"/>
                <a:gd name="connsiteY13" fmla="*/ 28822 h 215175"/>
                <a:gd name="connsiteX14" fmla="*/ 33722 w 200310"/>
                <a:gd name="connsiteY14" fmla="*/ 92321 h 215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0310" h="215175">
                  <a:moveTo>
                    <a:pt x="200234" y="106558"/>
                  </a:moveTo>
                  <a:cubicBezTo>
                    <a:pt x="200226" y="110648"/>
                    <a:pt x="200004" y="114735"/>
                    <a:pt x="199568" y="118802"/>
                  </a:cubicBezTo>
                  <a:lnTo>
                    <a:pt x="33246" y="118802"/>
                  </a:lnTo>
                  <a:cubicBezTo>
                    <a:pt x="34790" y="157615"/>
                    <a:pt x="67602" y="187832"/>
                    <a:pt x="106533" y="186292"/>
                  </a:cubicBezTo>
                  <a:cubicBezTo>
                    <a:pt x="106571" y="186291"/>
                    <a:pt x="106610" y="186289"/>
                    <a:pt x="106649" y="186288"/>
                  </a:cubicBezTo>
                  <a:cubicBezTo>
                    <a:pt x="131082" y="186344"/>
                    <a:pt x="154601" y="177032"/>
                    <a:pt x="172340" y="160281"/>
                  </a:cubicBezTo>
                  <a:lnTo>
                    <a:pt x="189857" y="182586"/>
                  </a:lnTo>
                  <a:cubicBezTo>
                    <a:pt x="167064" y="204487"/>
                    <a:pt x="136280" y="216147"/>
                    <a:pt x="104649" y="214857"/>
                  </a:cubicBezTo>
                  <a:cubicBezTo>
                    <a:pt x="43337" y="214857"/>
                    <a:pt x="-76" y="171386"/>
                    <a:pt x="-76" y="107413"/>
                  </a:cubicBezTo>
                  <a:cubicBezTo>
                    <a:pt x="-76" y="43439"/>
                    <a:pt x="43908" y="-222"/>
                    <a:pt x="102935" y="-222"/>
                  </a:cubicBezTo>
                  <a:cubicBezTo>
                    <a:pt x="158725" y="-222"/>
                    <a:pt x="199568" y="43629"/>
                    <a:pt x="200234" y="106558"/>
                  </a:cubicBezTo>
                  <a:close/>
                  <a:moveTo>
                    <a:pt x="33722" y="92321"/>
                  </a:moveTo>
                  <a:lnTo>
                    <a:pt x="167008" y="92321"/>
                  </a:lnTo>
                  <a:cubicBezTo>
                    <a:pt x="162819" y="53690"/>
                    <a:pt x="137399" y="28822"/>
                    <a:pt x="102174" y="28822"/>
                  </a:cubicBezTo>
                  <a:cubicBezTo>
                    <a:pt x="63521" y="28822"/>
                    <a:pt x="38958" y="55019"/>
                    <a:pt x="33722" y="92321"/>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88" name="Freeform 87">
              <a:extLst>
                <a:ext uri="{FF2B5EF4-FFF2-40B4-BE49-F238E27FC236}">
                  <a16:creationId xmlns:a16="http://schemas.microsoft.com/office/drawing/2014/main" id="{17E6200F-A2AE-FB14-E724-4DCF83638508}"/>
                </a:ext>
              </a:extLst>
            </p:cNvPr>
            <p:cNvSpPr/>
            <p:nvPr/>
          </p:nvSpPr>
          <p:spPr>
            <a:xfrm>
              <a:off x="5479672" y="1816723"/>
              <a:ext cx="132429" cy="211047"/>
            </a:xfrm>
            <a:custGeom>
              <a:avLst/>
              <a:gdLst>
                <a:gd name="connsiteX0" fmla="*/ 132354 w 132429"/>
                <a:gd name="connsiteY0" fmla="*/ 7041 h 211047"/>
                <a:gd name="connsiteX1" fmla="*/ 124452 w 132429"/>
                <a:gd name="connsiteY1" fmla="*/ 39123 h 211047"/>
                <a:gd name="connsiteX2" fmla="*/ 88274 w 132429"/>
                <a:gd name="connsiteY2" fmla="*/ 30485 h 211047"/>
                <a:gd name="connsiteX3" fmla="*/ 32580 w 132429"/>
                <a:gd name="connsiteY3" fmla="*/ 94933 h 211047"/>
                <a:gd name="connsiteX4" fmla="*/ 32580 w 132429"/>
                <a:gd name="connsiteY4" fmla="*/ 210825 h 211047"/>
                <a:gd name="connsiteX5" fmla="*/ -76 w 132429"/>
                <a:gd name="connsiteY5" fmla="*/ 210825 h 211047"/>
                <a:gd name="connsiteX6" fmla="*/ -76 w 132429"/>
                <a:gd name="connsiteY6" fmla="*/ 3909 h 211047"/>
                <a:gd name="connsiteX7" fmla="*/ 32389 w 132429"/>
                <a:gd name="connsiteY7" fmla="*/ 3909 h 211047"/>
                <a:gd name="connsiteX8" fmla="*/ 32389 w 132429"/>
                <a:gd name="connsiteY8" fmla="*/ 32953 h 211047"/>
                <a:gd name="connsiteX9" fmla="*/ 93986 w 132429"/>
                <a:gd name="connsiteY9" fmla="*/ -172 h 211047"/>
                <a:gd name="connsiteX10" fmla="*/ 132354 w 132429"/>
                <a:gd name="connsiteY10" fmla="*/ 7042 h 211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2429" h="211047">
                  <a:moveTo>
                    <a:pt x="132354" y="7041"/>
                  </a:moveTo>
                  <a:lnTo>
                    <a:pt x="124452" y="39123"/>
                  </a:lnTo>
                  <a:cubicBezTo>
                    <a:pt x="113243" y="33445"/>
                    <a:pt x="100847" y="30486"/>
                    <a:pt x="88274" y="30485"/>
                  </a:cubicBezTo>
                  <a:cubicBezTo>
                    <a:pt x="55810" y="30485"/>
                    <a:pt x="32580" y="55828"/>
                    <a:pt x="32580" y="94933"/>
                  </a:cubicBezTo>
                  <a:lnTo>
                    <a:pt x="32580" y="210825"/>
                  </a:lnTo>
                  <a:lnTo>
                    <a:pt x="-76" y="210825"/>
                  </a:lnTo>
                  <a:lnTo>
                    <a:pt x="-76" y="3909"/>
                  </a:lnTo>
                  <a:lnTo>
                    <a:pt x="32389" y="3909"/>
                  </a:lnTo>
                  <a:lnTo>
                    <a:pt x="32389" y="32953"/>
                  </a:lnTo>
                  <a:cubicBezTo>
                    <a:pt x="45830" y="12074"/>
                    <a:pt x="69102" y="-442"/>
                    <a:pt x="93986" y="-172"/>
                  </a:cubicBezTo>
                  <a:cubicBezTo>
                    <a:pt x="107152" y="-612"/>
                    <a:pt x="120253" y="1851"/>
                    <a:pt x="132354" y="7042"/>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89" name="Freeform 88">
              <a:extLst>
                <a:ext uri="{FF2B5EF4-FFF2-40B4-BE49-F238E27FC236}">
                  <a16:creationId xmlns:a16="http://schemas.microsoft.com/office/drawing/2014/main" id="{5E2666E4-3C42-1D12-176A-8DC74B759019}"/>
                </a:ext>
              </a:extLst>
            </p:cNvPr>
            <p:cNvSpPr/>
            <p:nvPr/>
          </p:nvSpPr>
          <p:spPr>
            <a:xfrm>
              <a:off x="5639331" y="1817512"/>
              <a:ext cx="177937" cy="214453"/>
            </a:xfrm>
            <a:custGeom>
              <a:avLst/>
              <a:gdLst>
                <a:gd name="connsiteX0" fmla="*/ 90464 w 177937"/>
                <a:gd name="connsiteY0" fmla="*/ 27894 h 214453"/>
                <a:gd name="connsiteX1" fmla="*/ 41338 w 177937"/>
                <a:gd name="connsiteY1" fmla="*/ 60450 h 214453"/>
                <a:gd name="connsiteX2" fmla="*/ 83704 w 177937"/>
                <a:gd name="connsiteY2" fmla="*/ 89494 h 214453"/>
                <a:gd name="connsiteX3" fmla="*/ 108172 w 177937"/>
                <a:gd name="connsiteY3" fmla="*/ 92531 h 214453"/>
                <a:gd name="connsiteX4" fmla="*/ 177861 w 177937"/>
                <a:gd name="connsiteY4" fmla="*/ 150240 h 214453"/>
                <a:gd name="connsiteX5" fmla="*/ 86465 w 177937"/>
                <a:gd name="connsiteY5" fmla="*/ 214214 h 214453"/>
                <a:gd name="connsiteX6" fmla="*/ -76 w 177937"/>
                <a:gd name="connsiteY6" fmla="*/ 187732 h 214453"/>
                <a:gd name="connsiteX7" fmla="*/ 15062 w 177937"/>
                <a:gd name="connsiteY7" fmla="*/ 163339 h 214453"/>
                <a:gd name="connsiteX8" fmla="*/ 86941 w 177937"/>
                <a:gd name="connsiteY8" fmla="*/ 185834 h 214453"/>
                <a:gd name="connsiteX9" fmla="*/ 144064 w 177937"/>
                <a:gd name="connsiteY9" fmla="*/ 152423 h 214453"/>
                <a:gd name="connsiteX10" fmla="*/ 100651 w 177937"/>
                <a:gd name="connsiteY10" fmla="*/ 122240 h 214453"/>
                <a:gd name="connsiteX11" fmla="*/ 75897 w 177937"/>
                <a:gd name="connsiteY11" fmla="*/ 119393 h 214453"/>
                <a:gd name="connsiteX12" fmla="*/ 7350 w 177937"/>
                <a:gd name="connsiteY12" fmla="*/ 62443 h 214453"/>
                <a:gd name="connsiteX13" fmla="*/ 90178 w 177937"/>
                <a:gd name="connsiteY13" fmla="*/ -201 h 214453"/>
                <a:gd name="connsiteX14" fmla="*/ 172530 w 177937"/>
                <a:gd name="connsiteY14" fmla="*/ 22294 h 214453"/>
                <a:gd name="connsiteX15" fmla="*/ 158249 w 177937"/>
                <a:gd name="connsiteY15" fmla="*/ 47636 h 214453"/>
                <a:gd name="connsiteX16" fmla="*/ 90464 w 177937"/>
                <a:gd name="connsiteY16" fmla="*/ 27894 h 214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7937" h="214453">
                  <a:moveTo>
                    <a:pt x="90464" y="27894"/>
                  </a:moveTo>
                  <a:cubicBezTo>
                    <a:pt x="60855" y="27894"/>
                    <a:pt x="41338" y="40328"/>
                    <a:pt x="41338" y="60450"/>
                  </a:cubicBezTo>
                  <a:cubicBezTo>
                    <a:pt x="41338" y="77914"/>
                    <a:pt x="56285" y="86172"/>
                    <a:pt x="83704" y="89494"/>
                  </a:cubicBezTo>
                  <a:lnTo>
                    <a:pt x="108172" y="92531"/>
                  </a:lnTo>
                  <a:cubicBezTo>
                    <a:pt x="152251" y="98416"/>
                    <a:pt x="177861" y="116355"/>
                    <a:pt x="177861" y="150240"/>
                  </a:cubicBezTo>
                  <a:cubicBezTo>
                    <a:pt x="177861" y="189535"/>
                    <a:pt x="142350" y="214214"/>
                    <a:pt x="86465" y="214214"/>
                  </a:cubicBezTo>
                  <a:cubicBezTo>
                    <a:pt x="55541" y="214689"/>
                    <a:pt x="25256" y="205422"/>
                    <a:pt x="-76" y="187732"/>
                  </a:cubicBezTo>
                  <a:lnTo>
                    <a:pt x="15062" y="163339"/>
                  </a:lnTo>
                  <a:cubicBezTo>
                    <a:pt x="35594" y="179085"/>
                    <a:pt x="61066" y="187057"/>
                    <a:pt x="86941" y="185834"/>
                  </a:cubicBezTo>
                  <a:cubicBezTo>
                    <a:pt x="121976" y="185834"/>
                    <a:pt x="144064" y="174254"/>
                    <a:pt x="144064" y="152423"/>
                  </a:cubicBezTo>
                  <a:cubicBezTo>
                    <a:pt x="144064" y="135813"/>
                    <a:pt x="130259" y="125752"/>
                    <a:pt x="100651" y="122240"/>
                  </a:cubicBezTo>
                  <a:lnTo>
                    <a:pt x="75897" y="119393"/>
                  </a:lnTo>
                  <a:cubicBezTo>
                    <a:pt x="28295" y="113508"/>
                    <a:pt x="7350" y="93006"/>
                    <a:pt x="7350" y="62443"/>
                  </a:cubicBezTo>
                  <a:cubicBezTo>
                    <a:pt x="7350" y="23148"/>
                    <a:pt x="40195" y="-201"/>
                    <a:pt x="90178" y="-201"/>
                  </a:cubicBezTo>
                  <a:cubicBezTo>
                    <a:pt x="119218" y="-683"/>
                    <a:pt x="147792" y="7122"/>
                    <a:pt x="172530" y="22294"/>
                  </a:cubicBezTo>
                  <a:lnTo>
                    <a:pt x="158249" y="47636"/>
                  </a:lnTo>
                  <a:cubicBezTo>
                    <a:pt x="137944" y="34879"/>
                    <a:pt x="114464" y="28041"/>
                    <a:pt x="90464" y="27894"/>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90" name="Freeform 89">
              <a:extLst>
                <a:ext uri="{FF2B5EF4-FFF2-40B4-BE49-F238E27FC236}">
                  <a16:creationId xmlns:a16="http://schemas.microsoft.com/office/drawing/2014/main" id="{BEB8B80C-4F47-7026-D4F5-37810927D222}"/>
                </a:ext>
              </a:extLst>
            </p:cNvPr>
            <p:cNvSpPr/>
            <p:nvPr/>
          </p:nvSpPr>
          <p:spPr>
            <a:xfrm>
              <a:off x="5858692" y="1817011"/>
              <a:ext cx="218591" cy="217974"/>
            </a:xfrm>
            <a:custGeom>
              <a:avLst/>
              <a:gdLst>
                <a:gd name="connsiteX0" fmla="*/ 218503 w 218591"/>
                <a:gd name="connsiteY0" fmla="*/ 107270 h 217974"/>
                <a:gd name="connsiteX1" fmla="*/ 110742 w 218591"/>
                <a:gd name="connsiteY1" fmla="*/ 217741 h 217974"/>
                <a:gd name="connsiteX2" fmla="*/ -65 w 218591"/>
                <a:gd name="connsiteY2" fmla="*/ 110307 h 217974"/>
                <a:gd name="connsiteX3" fmla="*/ 107696 w 218591"/>
                <a:gd name="connsiteY3" fmla="*/ -164 h 217974"/>
                <a:gd name="connsiteX4" fmla="*/ 109113 w 218591"/>
                <a:gd name="connsiteY4" fmla="*/ -175 h 217974"/>
                <a:gd name="connsiteX5" fmla="*/ 218468 w 218591"/>
                <a:gd name="connsiteY5" fmla="*/ 102561 h 217974"/>
                <a:gd name="connsiteX6" fmla="*/ 218504 w 218591"/>
                <a:gd name="connsiteY6" fmla="*/ 107270 h 217974"/>
                <a:gd name="connsiteX7" fmla="*/ 33330 w 218591"/>
                <a:gd name="connsiteY7" fmla="*/ 107270 h 217974"/>
                <a:gd name="connsiteX8" fmla="*/ 110440 w 218591"/>
                <a:gd name="connsiteY8" fmla="*/ 182247 h 217974"/>
                <a:gd name="connsiteX9" fmla="*/ 185645 w 218591"/>
                <a:gd name="connsiteY9" fmla="*/ 105372 h 217974"/>
                <a:gd name="connsiteX10" fmla="*/ 109493 w 218591"/>
                <a:gd name="connsiteY10" fmla="*/ 30388 h 217974"/>
                <a:gd name="connsiteX11" fmla="*/ 32933 w 218591"/>
                <a:gd name="connsiteY11" fmla="*/ 103032 h 217974"/>
                <a:gd name="connsiteX12" fmla="*/ 32948 w 218591"/>
                <a:gd name="connsiteY12" fmla="*/ 107270 h 217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8591" h="217974">
                  <a:moveTo>
                    <a:pt x="218503" y="107270"/>
                  </a:moveTo>
                  <a:cubicBezTo>
                    <a:pt x="219345" y="167443"/>
                    <a:pt x="171099" y="216902"/>
                    <a:pt x="110742" y="217741"/>
                  </a:cubicBezTo>
                  <a:cubicBezTo>
                    <a:pt x="50386" y="218580"/>
                    <a:pt x="776" y="170480"/>
                    <a:pt x="-65" y="110307"/>
                  </a:cubicBezTo>
                  <a:cubicBezTo>
                    <a:pt x="-907" y="50134"/>
                    <a:pt x="47340" y="675"/>
                    <a:pt x="107696" y="-164"/>
                  </a:cubicBezTo>
                  <a:cubicBezTo>
                    <a:pt x="108168" y="-171"/>
                    <a:pt x="108641" y="-174"/>
                    <a:pt x="109113" y="-175"/>
                  </a:cubicBezTo>
                  <a:cubicBezTo>
                    <a:pt x="167767" y="-1911"/>
                    <a:pt x="216727" y="44085"/>
                    <a:pt x="218468" y="102561"/>
                  </a:cubicBezTo>
                  <a:cubicBezTo>
                    <a:pt x="218515" y="104130"/>
                    <a:pt x="218527" y="105700"/>
                    <a:pt x="218504" y="107270"/>
                  </a:cubicBezTo>
                  <a:close/>
                  <a:moveTo>
                    <a:pt x="33330" y="107270"/>
                  </a:moveTo>
                  <a:cubicBezTo>
                    <a:pt x="33856" y="149203"/>
                    <a:pt x="68379" y="182771"/>
                    <a:pt x="110440" y="182247"/>
                  </a:cubicBezTo>
                  <a:cubicBezTo>
                    <a:pt x="152500" y="181723"/>
                    <a:pt x="186171" y="147305"/>
                    <a:pt x="185645" y="105372"/>
                  </a:cubicBezTo>
                  <a:cubicBezTo>
                    <a:pt x="185124" y="63811"/>
                    <a:pt x="151184" y="30391"/>
                    <a:pt x="109493" y="30388"/>
                  </a:cubicBezTo>
                  <a:cubicBezTo>
                    <a:pt x="68231" y="29371"/>
                    <a:pt x="33953" y="61895"/>
                    <a:pt x="32933" y="103032"/>
                  </a:cubicBezTo>
                  <a:cubicBezTo>
                    <a:pt x="32898" y="104445"/>
                    <a:pt x="32903" y="105858"/>
                    <a:pt x="32948" y="107270"/>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118" name="Freeform 117">
              <a:extLst>
                <a:ext uri="{FF2B5EF4-FFF2-40B4-BE49-F238E27FC236}">
                  <a16:creationId xmlns:a16="http://schemas.microsoft.com/office/drawing/2014/main" id="{E4AC0AF8-5D9F-D38F-E1AF-B1B77ED271A5}"/>
                </a:ext>
              </a:extLst>
            </p:cNvPr>
            <p:cNvSpPr/>
            <p:nvPr/>
          </p:nvSpPr>
          <p:spPr>
            <a:xfrm>
              <a:off x="6138203" y="1816698"/>
              <a:ext cx="188790" cy="211073"/>
            </a:xfrm>
            <a:custGeom>
              <a:avLst/>
              <a:gdLst>
                <a:gd name="connsiteX0" fmla="*/ 188714 w 188790"/>
                <a:gd name="connsiteY0" fmla="*/ 82905 h 211073"/>
                <a:gd name="connsiteX1" fmla="*/ 188714 w 188790"/>
                <a:gd name="connsiteY1" fmla="*/ 210851 h 211073"/>
                <a:gd name="connsiteX2" fmla="*/ 156059 w 188790"/>
                <a:gd name="connsiteY2" fmla="*/ 210851 h 211073"/>
                <a:gd name="connsiteX3" fmla="*/ 156059 w 188790"/>
                <a:gd name="connsiteY3" fmla="*/ 93536 h 211073"/>
                <a:gd name="connsiteX4" fmla="*/ 96271 w 188790"/>
                <a:gd name="connsiteY4" fmla="*/ 31081 h 211073"/>
                <a:gd name="connsiteX5" fmla="*/ 32766 w 188790"/>
                <a:gd name="connsiteY5" fmla="*/ 89345 h 211073"/>
                <a:gd name="connsiteX6" fmla="*/ 32770 w 188790"/>
                <a:gd name="connsiteY6" fmla="*/ 94484 h 211073"/>
                <a:gd name="connsiteX7" fmla="*/ 32770 w 188790"/>
                <a:gd name="connsiteY7" fmla="*/ 210851 h 211073"/>
                <a:gd name="connsiteX8" fmla="*/ -76 w 188790"/>
                <a:gd name="connsiteY8" fmla="*/ 210851 h 211073"/>
                <a:gd name="connsiteX9" fmla="*/ -76 w 188790"/>
                <a:gd name="connsiteY9" fmla="*/ 3935 h 211073"/>
                <a:gd name="connsiteX10" fmla="*/ 32293 w 188790"/>
                <a:gd name="connsiteY10" fmla="*/ 3935 h 211073"/>
                <a:gd name="connsiteX11" fmla="*/ 32293 w 188790"/>
                <a:gd name="connsiteY11" fmla="*/ 33454 h 211073"/>
                <a:gd name="connsiteX12" fmla="*/ 102174 w 188790"/>
                <a:gd name="connsiteY12" fmla="*/ -147 h 211073"/>
                <a:gd name="connsiteX13" fmla="*/ 188714 w 188790"/>
                <a:gd name="connsiteY13" fmla="*/ 82905 h 211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8790" h="211073">
                  <a:moveTo>
                    <a:pt x="188714" y="82905"/>
                  </a:moveTo>
                  <a:lnTo>
                    <a:pt x="188714" y="210851"/>
                  </a:lnTo>
                  <a:lnTo>
                    <a:pt x="156059" y="210851"/>
                  </a:lnTo>
                  <a:lnTo>
                    <a:pt x="156059" y="93536"/>
                  </a:lnTo>
                  <a:cubicBezTo>
                    <a:pt x="156059" y="54051"/>
                    <a:pt x="134638" y="31081"/>
                    <a:pt x="96271" y="31081"/>
                  </a:cubicBezTo>
                  <a:cubicBezTo>
                    <a:pt x="62596" y="29687"/>
                    <a:pt x="34164" y="55773"/>
                    <a:pt x="32766" y="89345"/>
                  </a:cubicBezTo>
                  <a:cubicBezTo>
                    <a:pt x="32694" y="91058"/>
                    <a:pt x="32695" y="92772"/>
                    <a:pt x="32770" y="94484"/>
                  </a:cubicBezTo>
                  <a:lnTo>
                    <a:pt x="32770" y="210851"/>
                  </a:lnTo>
                  <a:lnTo>
                    <a:pt x="-76" y="210851"/>
                  </a:lnTo>
                  <a:lnTo>
                    <a:pt x="-76" y="3935"/>
                  </a:lnTo>
                  <a:lnTo>
                    <a:pt x="32293" y="3935"/>
                  </a:lnTo>
                  <a:lnTo>
                    <a:pt x="32293" y="33454"/>
                  </a:lnTo>
                  <a:cubicBezTo>
                    <a:pt x="48471" y="11291"/>
                    <a:pt x="74705" y="-1323"/>
                    <a:pt x="102174" y="-147"/>
                  </a:cubicBezTo>
                  <a:cubicBezTo>
                    <a:pt x="153298" y="138"/>
                    <a:pt x="188714" y="32884"/>
                    <a:pt x="188714" y="82905"/>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119" name="Freeform 118">
              <a:extLst>
                <a:ext uri="{FF2B5EF4-FFF2-40B4-BE49-F238E27FC236}">
                  <a16:creationId xmlns:a16="http://schemas.microsoft.com/office/drawing/2014/main" id="{D56F6EC9-9FEF-3FFA-F6C1-90EC911DA9DE}"/>
                </a:ext>
              </a:extLst>
            </p:cNvPr>
            <p:cNvSpPr/>
            <p:nvPr/>
          </p:nvSpPr>
          <p:spPr>
            <a:xfrm>
              <a:off x="6385164" y="1816692"/>
              <a:ext cx="212401" cy="215254"/>
            </a:xfrm>
            <a:custGeom>
              <a:avLst/>
              <a:gdLst>
                <a:gd name="connsiteX0" fmla="*/ 179670 w 212401"/>
                <a:gd name="connsiteY0" fmla="*/ 210857 h 215254"/>
                <a:gd name="connsiteX1" fmla="*/ 179670 w 212401"/>
                <a:gd name="connsiteY1" fmla="*/ 180010 h 215254"/>
                <a:gd name="connsiteX2" fmla="*/ 103507 w 212401"/>
                <a:gd name="connsiteY2" fmla="*/ 214938 h 215254"/>
                <a:gd name="connsiteX3" fmla="*/ -76 w 212401"/>
                <a:gd name="connsiteY3" fmla="*/ 107304 h 215254"/>
                <a:gd name="connsiteX4" fmla="*/ 103507 w 212401"/>
                <a:gd name="connsiteY4" fmla="*/ -141 h 215254"/>
                <a:gd name="connsiteX5" fmla="*/ 179670 w 212401"/>
                <a:gd name="connsiteY5" fmla="*/ 34788 h 215254"/>
                <a:gd name="connsiteX6" fmla="*/ 179670 w 212401"/>
                <a:gd name="connsiteY6" fmla="*/ 3941 h 215254"/>
                <a:gd name="connsiteX7" fmla="*/ 212325 w 212401"/>
                <a:gd name="connsiteY7" fmla="*/ 3941 h 215254"/>
                <a:gd name="connsiteX8" fmla="*/ 212325 w 212401"/>
                <a:gd name="connsiteY8" fmla="*/ 210857 h 215254"/>
                <a:gd name="connsiteX9" fmla="*/ 33626 w 212401"/>
                <a:gd name="connsiteY9" fmla="*/ 107304 h 215254"/>
                <a:gd name="connsiteX10" fmla="*/ 107886 w 212401"/>
                <a:gd name="connsiteY10" fmla="*/ 184376 h 215254"/>
                <a:gd name="connsiteX11" fmla="*/ 181669 w 212401"/>
                <a:gd name="connsiteY11" fmla="*/ 107304 h 215254"/>
                <a:gd name="connsiteX12" fmla="*/ 107886 w 212401"/>
                <a:gd name="connsiteY12" fmla="*/ 30422 h 215254"/>
                <a:gd name="connsiteX13" fmla="*/ 33626 w 212401"/>
                <a:gd name="connsiteY13" fmla="*/ 107589 h 215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2401" h="215254">
                  <a:moveTo>
                    <a:pt x="179670" y="210857"/>
                  </a:moveTo>
                  <a:lnTo>
                    <a:pt x="179670" y="180010"/>
                  </a:lnTo>
                  <a:cubicBezTo>
                    <a:pt x="161452" y="203259"/>
                    <a:pt x="133069" y="216275"/>
                    <a:pt x="103507" y="214938"/>
                  </a:cubicBezTo>
                  <a:cubicBezTo>
                    <a:pt x="45051" y="214938"/>
                    <a:pt x="-76" y="169569"/>
                    <a:pt x="-76" y="107304"/>
                  </a:cubicBezTo>
                  <a:cubicBezTo>
                    <a:pt x="-76" y="45039"/>
                    <a:pt x="45051" y="-141"/>
                    <a:pt x="103507" y="-141"/>
                  </a:cubicBezTo>
                  <a:cubicBezTo>
                    <a:pt x="133051" y="-1382"/>
                    <a:pt x="161391" y="11615"/>
                    <a:pt x="179670" y="34788"/>
                  </a:cubicBezTo>
                  <a:lnTo>
                    <a:pt x="179670" y="3941"/>
                  </a:lnTo>
                  <a:lnTo>
                    <a:pt x="212325" y="3941"/>
                  </a:lnTo>
                  <a:lnTo>
                    <a:pt x="212325" y="210857"/>
                  </a:lnTo>
                  <a:close/>
                  <a:moveTo>
                    <a:pt x="33626" y="107304"/>
                  </a:moveTo>
                  <a:cubicBezTo>
                    <a:pt x="33626" y="150111"/>
                    <a:pt x="63806" y="184376"/>
                    <a:pt x="107886" y="184376"/>
                  </a:cubicBezTo>
                  <a:cubicBezTo>
                    <a:pt x="151965" y="184376"/>
                    <a:pt x="181669" y="151155"/>
                    <a:pt x="181669" y="107304"/>
                  </a:cubicBezTo>
                  <a:cubicBezTo>
                    <a:pt x="181669" y="63453"/>
                    <a:pt x="151014" y="30422"/>
                    <a:pt x="107886" y="30422"/>
                  </a:cubicBezTo>
                  <a:cubicBezTo>
                    <a:pt x="64758" y="30422"/>
                    <a:pt x="33626" y="64972"/>
                    <a:pt x="33626" y="107589"/>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120" name="Freeform 119">
              <a:extLst>
                <a:ext uri="{FF2B5EF4-FFF2-40B4-BE49-F238E27FC236}">
                  <a16:creationId xmlns:a16="http://schemas.microsoft.com/office/drawing/2014/main" id="{187B52AB-DEA9-CDD1-3E64-061D0BE0BD73}"/>
                </a:ext>
              </a:extLst>
            </p:cNvPr>
            <p:cNvSpPr/>
            <p:nvPr/>
          </p:nvSpPr>
          <p:spPr>
            <a:xfrm>
              <a:off x="6674300" y="1713505"/>
              <a:ext cx="32369" cy="314266"/>
            </a:xfrm>
            <a:custGeom>
              <a:avLst/>
              <a:gdLst>
                <a:gd name="connsiteX0" fmla="*/ -76 w 32369"/>
                <a:gd name="connsiteY0" fmla="*/ 314044 h 314266"/>
                <a:gd name="connsiteX1" fmla="*/ -76 w 32369"/>
                <a:gd name="connsiteY1" fmla="*/ -222 h 314266"/>
                <a:gd name="connsiteX2" fmla="*/ 32293 w 32369"/>
                <a:gd name="connsiteY2" fmla="*/ -222 h 314266"/>
                <a:gd name="connsiteX3" fmla="*/ 32293 w 32369"/>
                <a:gd name="connsiteY3" fmla="*/ 314044 h 314266"/>
              </a:gdLst>
              <a:ahLst/>
              <a:cxnLst>
                <a:cxn ang="0">
                  <a:pos x="connsiteX0" y="connsiteY0"/>
                </a:cxn>
                <a:cxn ang="0">
                  <a:pos x="connsiteX1" y="connsiteY1"/>
                </a:cxn>
                <a:cxn ang="0">
                  <a:pos x="connsiteX2" y="connsiteY2"/>
                </a:cxn>
                <a:cxn ang="0">
                  <a:pos x="connsiteX3" y="connsiteY3"/>
                </a:cxn>
              </a:cxnLst>
              <a:rect l="l" t="t" r="r" b="b"/>
              <a:pathLst>
                <a:path w="32369" h="314266">
                  <a:moveTo>
                    <a:pt x="-76" y="314044"/>
                  </a:moveTo>
                  <a:lnTo>
                    <a:pt x="-76" y="-222"/>
                  </a:lnTo>
                  <a:lnTo>
                    <a:pt x="32293" y="-222"/>
                  </a:lnTo>
                  <a:lnTo>
                    <a:pt x="32293" y="314044"/>
                  </a:lnTo>
                  <a:close/>
                </a:path>
              </a:pathLst>
            </a:custGeom>
            <a:grpFill/>
            <a:ln w="9511" cap="flat">
              <a:noFill/>
              <a:prstDash val="solid"/>
              <a:miter/>
            </a:ln>
          </p:spPr>
          <p:txBody>
            <a:bodyPr rtlCol="0" anchor="ctr"/>
            <a:lstStyle/>
            <a:p>
              <a:endParaRPr lang="en-US" b="1" i="0">
                <a:latin typeface="Tenorite" pitchFamily="2" charset="0"/>
              </a:endParaRPr>
            </a:p>
          </p:txBody>
        </p:sp>
      </p:grpSp>
      <p:grpSp>
        <p:nvGrpSpPr>
          <p:cNvPr id="121" name="Group 120">
            <a:extLst>
              <a:ext uri="{FF2B5EF4-FFF2-40B4-BE49-F238E27FC236}">
                <a16:creationId xmlns:a16="http://schemas.microsoft.com/office/drawing/2014/main" id="{C95A3B36-E355-50D6-F1B7-734C4765B7D2}"/>
              </a:ext>
            </a:extLst>
          </p:cNvPr>
          <p:cNvGrpSpPr/>
          <p:nvPr/>
        </p:nvGrpSpPr>
        <p:grpSpPr>
          <a:xfrm>
            <a:off x="8185627" y="1511960"/>
            <a:ext cx="1494599" cy="406032"/>
            <a:chOff x="55677" y="311884"/>
            <a:chExt cx="6650992" cy="1806849"/>
          </a:xfrm>
        </p:grpSpPr>
        <p:sp>
          <p:nvSpPr>
            <p:cNvPr id="122" name="Freeform 121">
              <a:extLst>
                <a:ext uri="{FF2B5EF4-FFF2-40B4-BE49-F238E27FC236}">
                  <a16:creationId xmlns:a16="http://schemas.microsoft.com/office/drawing/2014/main" id="{694AEA0C-F94F-BA1F-8142-08D9E890042B}"/>
                </a:ext>
              </a:extLst>
            </p:cNvPr>
            <p:cNvSpPr/>
            <p:nvPr/>
          </p:nvSpPr>
          <p:spPr>
            <a:xfrm>
              <a:off x="821884" y="972782"/>
              <a:ext cx="537334" cy="535704"/>
            </a:xfrm>
            <a:custGeom>
              <a:avLst/>
              <a:gdLst>
                <a:gd name="connsiteX0" fmla="*/ 195950 w 537334"/>
                <a:gd name="connsiteY0" fmla="*/ 267535 h 535704"/>
                <a:gd name="connsiteX1" fmla="*/ 268592 w 537334"/>
                <a:gd name="connsiteY1" fmla="*/ 195114 h 535704"/>
                <a:gd name="connsiteX2" fmla="*/ 341233 w 537334"/>
                <a:gd name="connsiteY2" fmla="*/ 267535 h 535704"/>
                <a:gd name="connsiteX3" fmla="*/ 268592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2" y="195114"/>
                  </a:cubicBezTo>
                  <a:cubicBezTo>
                    <a:pt x="308710" y="195114"/>
                    <a:pt x="341233" y="227538"/>
                    <a:pt x="341233" y="267535"/>
                  </a:cubicBezTo>
                  <a:cubicBezTo>
                    <a:pt x="341233" y="307532"/>
                    <a:pt x="308710" y="339956"/>
                    <a:pt x="268592" y="339956"/>
                  </a:cubicBezTo>
                  <a:cubicBezTo>
                    <a:pt x="228495" y="339904"/>
                    <a:pt x="196003" y="307510"/>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rgbClr val="CD1D6A"/>
            </a:solidFill>
            <a:ln w="9511" cap="flat">
              <a:noFill/>
              <a:prstDash val="solid"/>
              <a:miter/>
            </a:ln>
          </p:spPr>
          <p:txBody>
            <a:bodyPr rtlCol="0" anchor="ctr"/>
            <a:lstStyle/>
            <a:p>
              <a:endParaRPr lang="en-US" b="1" i="0">
                <a:latin typeface="Tenorite" pitchFamily="2" charset="0"/>
              </a:endParaRPr>
            </a:p>
          </p:txBody>
        </p:sp>
        <p:sp>
          <p:nvSpPr>
            <p:cNvPr id="123" name="Freeform 122">
              <a:extLst>
                <a:ext uri="{FF2B5EF4-FFF2-40B4-BE49-F238E27FC236}">
                  <a16:creationId xmlns:a16="http://schemas.microsoft.com/office/drawing/2014/main" id="{ADACE180-9AD6-3957-1BE7-545883C98CC4}"/>
                </a:ext>
              </a:extLst>
            </p:cNvPr>
            <p:cNvSpPr/>
            <p:nvPr/>
          </p:nvSpPr>
          <p:spPr>
            <a:xfrm>
              <a:off x="55677" y="972782"/>
              <a:ext cx="537334" cy="535704"/>
            </a:xfrm>
            <a:custGeom>
              <a:avLst/>
              <a:gdLst>
                <a:gd name="connsiteX0" fmla="*/ 195950 w 537334"/>
                <a:gd name="connsiteY0" fmla="*/ 267535 h 535704"/>
                <a:gd name="connsiteX1" fmla="*/ 268591 w 537334"/>
                <a:gd name="connsiteY1" fmla="*/ 195114 h 535704"/>
                <a:gd name="connsiteX2" fmla="*/ 341232 w 537334"/>
                <a:gd name="connsiteY2" fmla="*/ 267535 h 535704"/>
                <a:gd name="connsiteX3" fmla="*/ 268591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1" y="195114"/>
                  </a:cubicBezTo>
                  <a:cubicBezTo>
                    <a:pt x="308710" y="195114"/>
                    <a:pt x="341232" y="227538"/>
                    <a:pt x="341232" y="267535"/>
                  </a:cubicBezTo>
                  <a:cubicBezTo>
                    <a:pt x="341232" y="307532"/>
                    <a:pt x="308710" y="339956"/>
                    <a:pt x="268591" y="339956"/>
                  </a:cubicBezTo>
                  <a:cubicBezTo>
                    <a:pt x="228473" y="339956"/>
                    <a:pt x="195950" y="307532"/>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rgbClr val="CD1D6A"/>
            </a:solidFill>
            <a:ln w="9511" cap="flat">
              <a:noFill/>
              <a:prstDash val="solid"/>
              <a:miter/>
            </a:ln>
          </p:spPr>
          <p:txBody>
            <a:bodyPr rtlCol="0" anchor="ctr"/>
            <a:lstStyle/>
            <a:p>
              <a:endParaRPr lang="en-US" b="1" i="0">
                <a:latin typeface="Tenorite" pitchFamily="2" charset="0"/>
              </a:endParaRPr>
            </a:p>
          </p:txBody>
        </p:sp>
        <p:sp>
          <p:nvSpPr>
            <p:cNvPr id="124" name="Freeform 123">
              <a:extLst>
                <a:ext uri="{FF2B5EF4-FFF2-40B4-BE49-F238E27FC236}">
                  <a16:creationId xmlns:a16="http://schemas.microsoft.com/office/drawing/2014/main" id="{7C832ED7-F72E-C56F-21E1-D8B39DEAA297}"/>
                </a:ext>
              </a:extLst>
            </p:cNvPr>
            <p:cNvSpPr/>
            <p:nvPr/>
          </p:nvSpPr>
          <p:spPr>
            <a:xfrm>
              <a:off x="1633122" y="516712"/>
              <a:ext cx="655673" cy="969280"/>
            </a:xfrm>
            <a:custGeom>
              <a:avLst/>
              <a:gdLst>
                <a:gd name="connsiteX0" fmla="*/ 655598 w 655673"/>
                <a:gd name="connsiteY0" fmla="*/ 635619 h 969280"/>
                <a:gd name="connsiteX1" fmla="*/ 337710 w 655673"/>
                <a:gd name="connsiteY1" fmla="*/ 302180 h 969280"/>
                <a:gd name="connsiteX2" fmla="*/ 138637 w 655673"/>
                <a:gd name="connsiteY2" fmla="*/ 394153 h 969280"/>
                <a:gd name="connsiteX3" fmla="*/ 138637 w 655673"/>
                <a:gd name="connsiteY3" fmla="*/ -222 h 969280"/>
                <a:gd name="connsiteX4" fmla="*/ -76 w 655673"/>
                <a:gd name="connsiteY4" fmla="*/ -222 h 969280"/>
                <a:gd name="connsiteX5" fmla="*/ -76 w 655673"/>
                <a:gd name="connsiteY5" fmla="*/ 952542 h 969280"/>
                <a:gd name="connsiteX6" fmla="*/ 138637 w 655673"/>
                <a:gd name="connsiteY6" fmla="*/ 952542 h 969280"/>
                <a:gd name="connsiteX7" fmla="*/ 138637 w 655673"/>
                <a:gd name="connsiteY7" fmla="*/ 877085 h 969280"/>
                <a:gd name="connsiteX8" fmla="*/ 337710 w 655673"/>
                <a:gd name="connsiteY8" fmla="*/ 969058 h 969280"/>
                <a:gd name="connsiteX9" fmla="*/ 655598 w 655673"/>
                <a:gd name="connsiteY9" fmla="*/ 635619 h 969280"/>
                <a:gd name="connsiteX10" fmla="*/ 512791 w 655673"/>
                <a:gd name="connsiteY10" fmla="*/ 635619 h 969280"/>
                <a:gd name="connsiteX11" fmla="*/ 321049 w 655673"/>
                <a:gd name="connsiteY11" fmla="*/ 838738 h 969280"/>
                <a:gd name="connsiteX12" fmla="*/ 129212 w 655673"/>
                <a:gd name="connsiteY12" fmla="*/ 635619 h 969280"/>
                <a:gd name="connsiteX13" fmla="*/ 321049 w 655673"/>
                <a:gd name="connsiteY13" fmla="*/ 432499 h 969280"/>
                <a:gd name="connsiteX14" fmla="*/ 512791 w 655673"/>
                <a:gd name="connsiteY14" fmla="*/ 635619 h 96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5673" h="969280">
                  <a:moveTo>
                    <a:pt x="655598" y="635619"/>
                  </a:moveTo>
                  <a:cubicBezTo>
                    <a:pt x="655598" y="441801"/>
                    <a:pt x="515552" y="302180"/>
                    <a:pt x="337710" y="302180"/>
                  </a:cubicBezTo>
                  <a:cubicBezTo>
                    <a:pt x="246789" y="302180"/>
                    <a:pt x="183098" y="338532"/>
                    <a:pt x="138637" y="394153"/>
                  </a:cubicBezTo>
                  <a:lnTo>
                    <a:pt x="138637" y="-222"/>
                  </a:lnTo>
                  <a:lnTo>
                    <a:pt x="-76" y="-222"/>
                  </a:lnTo>
                  <a:lnTo>
                    <a:pt x="-76" y="952542"/>
                  </a:lnTo>
                  <a:lnTo>
                    <a:pt x="138637" y="952542"/>
                  </a:lnTo>
                  <a:lnTo>
                    <a:pt x="138637" y="877085"/>
                  </a:lnTo>
                  <a:cubicBezTo>
                    <a:pt x="183098" y="932705"/>
                    <a:pt x="246789" y="969058"/>
                    <a:pt x="337710" y="969058"/>
                  </a:cubicBezTo>
                  <a:cubicBezTo>
                    <a:pt x="515552" y="969058"/>
                    <a:pt x="655598" y="829437"/>
                    <a:pt x="655598" y="635619"/>
                  </a:cubicBezTo>
                  <a:moveTo>
                    <a:pt x="512791" y="635619"/>
                  </a:moveTo>
                  <a:cubicBezTo>
                    <a:pt x="512791" y="746765"/>
                    <a:pt x="440435" y="838738"/>
                    <a:pt x="321049" y="838738"/>
                  </a:cubicBezTo>
                  <a:cubicBezTo>
                    <a:pt x="206804" y="838738"/>
                    <a:pt x="129212" y="751416"/>
                    <a:pt x="129212" y="635619"/>
                  </a:cubicBezTo>
                  <a:cubicBezTo>
                    <a:pt x="129212" y="519821"/>
                    <a:pt x="206899" y="432499"/>
                    <a:pt x="321049" y="432499"/>
                  </a:cubicBezTo>
                  <a:cubicBezTo>
                    <a:pt x="440435" y="432499"/>
                    <a:pt x="512791" y="524472"/>
                    <a:pt x="512791" y="635619"/>
                  </a:cubicBezTo>
                </a:path>
              </a:pathLst>
            </a:custGeom>
            <a:solidFill>
              <a:srgbClr val="23272A"/>
            </a:solidFill>
            <a:ln w="9511" cap="flat">
              <a:noFill/>
              <a:prstDash val="solid"/>
              <a:miter/>
            </a:ln>
          </p:spPr>
          <p:txBody>
            <a:bodyPr rtlCol="0" anchor="ctr"/>
            <a:lstStyle/>
            <a:p>
              <a:endParaRPr lang="en-US" b="1" i="0">
                <a:latin typeface="Tenorite" pitchFamily="2" charset="0"/>
              </a:endParaRPr>
            </a:p>
          </p:txBody>
        </p:sp>
        <p:sp>
          <p:nvSpPr>
            <p:cNvPr id="125" name="Freeform 124">
              <a:extLst>
                <a:ext uri="{FF2B5EF4-FFF2-40B4-BE49-F238E27FC236}">
                  <a16:creationId xmlns:a16="http://schemas.microsoft.com/office/drawing/2014/main" id="{8DB55502-E4E2-EFFF-DA05-5DC0E32D3A0B}"/>
                </a:ext>
              </a:extLst>
            </p:cNvPr>
            <p:cNvSpPr/>
            <p:nvPr/>
          </p:nvSpPr>
          <p:spPr>
            <a:xfrm>
              <a:off x="2403803" y="643804"/>
              <a:ext cx="423565" cy="842282"/>
            </a:xfrm>
            <a:custGeom>
              <a:avLst/>
              <a:gdLst>
                <a:gd name="connsiteX0" fmla="*/ 382837 w 423565"/>
                <a:gd name="connsiteY0" fmla="*/ 317366 h 842282"/>
                <a:gd name="connsiteX1" fmla="*/ 382837 w 423565"/>
                <a:gd name="connsiteY1" fmla="*/ 191603 h 842282"/>
                <a:gd name="connsiteX2" fmla="*/ 139303 w 423565"/>
                <a:gd name="connsiteY2" fmla="*/ 191603 h 842282"/>
                <a:gd name="connsiteX3" fmla="*/ 139303 w 423565"/>
                <a:gd name="connsiteY3" fmla="*/ -222 h 842282"/>
                <a:gd name="connsiteX4" fmla="*/ -76 w 423565"/>
                <a:gd name="connsiteY4" fmla="*/ -222 h 842282"/>
                <a:gd name="connsiteX5" fmla="*/ -76 w 423565"/>
                <a:gd name="connsiteY5" fmla="*/ 595944 h 842282"/>
                <a:gd name="connsiteX6" fmla="*/ 228415 w 423565"/>
                <a:gd name="connsiteY6" fmla="*/ 842060 h 842282"/>
                <a:gd name="connsiteX7" fmla="*/ 423489 w 423565"/>
                <a:gd name="connsiteY7" fmla="*/ 779226 h 842282"/>
                <a:gd name="connsiteX8" fmla="*/ 368461 w 423565"/>
                <a:gd name="connsiteY8" fmla="*/ 668744 h 842282"/>
                <a:gd name="connsiteX9" fmla="*/ 240316 w 423565"/>
                <a:gd name="connsiteY9" fmla="*/ 711741 h 842282"/>
                <a:gd name="connsiteX10" fmla="*/ 139494 w 423565"/>
                <a:gd name="connsiteY10" fmla="*/ 593286 h 842282"/>
                <a:gd name="connsiteX11" fmla="*/ 139494 w 423565"/>
                <a:gd name="connsiteY11" fmla="*/ 317366 h 8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3565" h="842282">
                  <a:moveTo>
                    <a:pt x="382837" y="317366"/>
                  </a:moveTo>
                  <a:lnTo>
                    <a:pt x="382837" y="191603"/>
                  </a:lnTo>
                  <a:lnTo>
                    <a:pt x="139303" y="191603"/>
                  </a:lnTo>
                  <a:lnTo>
                    <a:pt x="139303" y="-222"/>
                  </a:lnTo>
                  <a:lnTo>
                    <a:pt x="-76" y="-222"/>
                  </a:lnTo>
                  <a:lnTo>
                    <a:pt x="-76" y="595944"/>
                  </a:lnTo>
                  <a:cubicBezTo>
                    <a:pt x="-76" y="764704"/>
                    <a:pt x="84180" y="842060"/>
                    <a:pt x="228415" y="842060"/>
                  </a:cubicBezTo>
                  <a:cubicBezTo>
                    <a:pt x="298354" y="841491"/>
                    <a:pt x="366437" y="819561"/>
                    <a:pt x="423489" y="779226"/>
                  </a:cubicBezTo>
                  <a:lnTo>
                    <a:pt x="368461" y="668744"/>
                  </a:lnTo>
                  <a:cubicBezTo>
                    <a:pt x="330379" y="692568"/>
                    <a:pt x="283443" y="711741"/>
                    <a:pt x="240316" y="711741"/>
                  </a:cubicBezTo>
                  <a:cubicBezTo>
                    <a:pt x="184621" y="711741"/>
                    <a:pt x="139494" y="677951"/>
                    <a:pt x="139494" y="593286"/>
                  </a:cubicBezTo>
                  <a:lnTo>
                    <a:pt x="139494" y="317366"/>
                  </a:lnTo>
                  <a:close/>
                </a:path>
              </a:pathLst>
            </a:custGeom>
            <a:solidFill>
              <a:srgbClr val="23272A"/>
            </a:solidFill>
            <a:ln w="9511" cap="flat">
              <a:noFill/>
              <a:prstDash val="solid"/>
              <a:miter/>
            </a:ln>
          </p:spPr>
          <p:txBody>
            <a:bodyPr rtlCol="0" anchor="ctr"/>
            <a:lstStyle/>
            <a:p>
              <a:endParaRPr lang="en-US" b="1" i="0">
                <a:latin typeface="Tenorite" pitchFamily="2" charset="0"/>
              </a:endParaRPr>
            </a:p>
          </p:txBody>
        </p:sp>
        <p:sp>
          <p:nvSpPr>
            <p:cNvPr id="126" name="Freeform 125">
              <a:extLst>
                <a:ext uri="{FF2B5EF4-FFF2-40B4-BE49-F238E27FC236}">
                  <a16:creationId xmlns:a16="http://schemas.microsoft.com/office/drawing/2014/main" id="{4174C9F1-7333-A096-4A5F-B1D97B1C0151}"/>
                </a:ext>
              </a:extLst>
            </p:cNvPr>
            <p:cNvSpPr/>
            <p:nvPr/>
          </p:nvSpPr>
          <p:spPr>
            <a:xfrm>
              <a:off x="2926571" y="819728"/>
              <a:ext cx="562087" cy="665599"/>
            </a:xfrm>
            <a:custGeom>
              <a:avLst/>
              <a:gdLst>
                <a:gd name="connsiteX0" fmla="*/ 509649 w 562087"/>
                <a:gd name="connsiteY0" fmla="*/ 46621 h 665599"/>
                <a:gd name="connsiteX1" fmla="*/ 288680 w 562087"/>
                <a:gd name="connsiteY1" fmla="*/ -172 h 665599"/>
                <a:gd name="connsiteX2" fmla="*/ 25915 w 562087"/>
                <a:gd name="connsiteY2" fmla="*/ 202947 h 665599"/>
                <a:gd name="connsiteX3" fmla="*/ 241553 w 562087"/>
                <a:gd name="connsiteY3" fmla="*/ 388887 h 665599"/>
                <a:gd name="connsiteX4" fmla="*/ 308196 w 562087"/>
                <a:gd name="connsiteY4" fmla="*/ 397430 h 665599"/>
                <a:gd name="connsiteX5" fmla="*/ 418348 w 562087"/>
                <a:gd name="connsiteY5" fmla="*/ 467573 h 665599"/>
                <a:gd name="connsiteX6" fmla="*/ 273732 w 562087"/>
                <a:gd name="connsiteY6" fmla="*/ 545024 h 665599"/>
                <a:gd name="connsiteX7" fmla="*/ 64282 w 562087"/>
                <a:gd name="connsiteY7" fmla="*/ 480196 h 665599"/>
                <a:gd name="connsiteX8" fmla="*/ -76 w 562087"/>
                <a:gd name="connsiteY8" fmla="*/ 584034 h 665599"/>
                <a:gd name="connsiteX9" fmla="*/ 272685 w 562087"/>
                <a:gd name="connsiteY9" fmla="*/ 665377 h 665599"/>
                <a:gd name="connsiteX10" fmla="*/ 562012 w 562087"/>
                <a:gd name="connsiteY10" fmla="*/ 458271 h 665599"/>
                <a:gd name="connsiteX11" fmla="*/ 341042 w 562087"/>
                <a:gd name="connsiteY11" fmla="*/ 271097 h 665599"/>
                <a:gd name="connsiteX12" fmla="*/ 275351 w 562087"/>
                <a:gd name="connsiteY12" fmla="*/ 261131 h 665599"/>
                <a:gd name="connsiteX13" fmla="*/ 170626 w 562087"/>
                <a:gd name="connsiteY13" fmla="*/ 195639 h 665599"/>
                <a:gd name="connsiteX14" fmla="*/ 290774 w 562087"/>
                <a:gd name="connsiteY14" fmla="*/ 120276 h 665599"/>
                <a:gd name="connsiteX15" fmla="*/ 461095 w 562087"/>
                <a:gd name="connsiteY15" fmla="*/ 160805 h 665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2087" h="665599">
                  <a:moveTo>
                    <a:pt x="509649" y="46621"/>
                  </a:moveTo>
                  <a:cubicBezTo>
                    <a:pt x="440427" y="14752"/>
                    <a:pt x="364919" y="-1238"/>
                    <a:pt x="288680" y="-172"/>
                  </a:cubicBezTo>
                  <a:cubicBezTo>
                    <a:pt x="126832" y="-172"/>
                    <a:pt x="25915" y="77943"/>
                    <a:pt x="25915" y="202947"/>
                  </a:cubicBezTo>
                  <a:cubicBezTo>
                    <a:pt x="25915" y="305456"/>
                    <a:pt x="100270" y="369620"/>
                    <a:pt x="241553" y="388887"/>
                  </a:cubicBezTo>
                  <a:lnTo>
                    <a:pt x="308196" y="397430"/>
                  </a:lnTo>
                  <a:cubicBezTo>
                    <a:pt x="384360" y="408060"/>
                    <a:pt x="418348" y="431220"/>
                    <a:pt x="418348" y="467573"/>
                  </a:cubicBezTo>
                  <a:cubicBezTo>
                    <a:pt x="418348" y="515031"/>
                    <a:pt x="369318" y="545024"/>
                    <a:pt x="273732" y="545024"/>
                  </a:cubicBezTo>
                  <a:cubicBezTo>
                    <a:pt x="170816" y="545024"/>
                    <a:pt x="109124" y="515220"/>
                    <a:pt x="64282" y="480196"/>
                  </a:cubicBezTo>
                  <a:lnTo>
                    <a:pt x="-76" y="584034"/>
                  </a:lnTo>
                  <a:cubicBezTo>
                    <a:pt x="92177" y="652848"/>
                    <a:pt x="207660" y="665377"/>
                    <a:pt x="272685" y="665377"/>
                  </a:cubicBezTo>
                  <a:cubicBezTo>
                    <a:pt x="455859" y="665377"/>
                    <a:pt x="562012" y="579953"/>
                    <a:pt x="562012" y="458271"/>
                  </a:cubicBezTo>
                  <a:cubicBezTo>
                    <a:pt x="562012" y="349782"/>
                    <a:pt x="479755" y="291599"/>
                    <a:pt x="341042" y="271097"/>
                  </a:cubicBezTo>
                  <a:lnTo>
                    <a:pt x="275351" y="261131"/>
                  </a:lnTo>
                  <a:cubicBezTo>
                    <a:pt x="216895" y="252588"/>
                    <a:pt x="170626" y="240629"/>
                    <a:pt x="170626" y="195639"/>
                  </a:cubicBezTo>
                  <a:cubicBezTo>
                    <a:pt x="170626" y="150649"/>
                    <a:pt x="214420" y="120276"/>
                    <a:pt x="290774" y="120276"/>
                  </a:cubicBezTo>
                  <a:cubicBezTo>
                    <a:pt x="349796" y="121531"/>
                    <a:pt x="407867" y="135350"/>
                    <a:pt x="461095" y="160805"/>
                  </a:cubicBezTo>
                  <a:close/>
                </a:path>
              </a:pathLst>
            </a:custGeom>
            <a:solidFill>
              <a:srgbClr val="23272A"/>
            </a:solidFill>
            <a:ln w="9511" cap="flat">
              <a:noFill/>
              <a:prstDash val="solid"/>
              <a:miter/>
            </a:ln>
          </p:spPr>
          <p:txBody>
            <a:bodyPr rtlCol="0" anchor="ctr"/>
            <a:lstStyle/>
            <a:p>
              <a:endParaRPr lang="en-US" b="1" i="0">
                <a:latin typeface="Tenorite" pitchFamily="2" charset="0"/>
              </a:endParaRPr>
            </a:p>
          </p:txBody>
        </p:sp>
        <p:sp>
          <p:nvSpPr>
            <p:cNvPr id="127" name="Freeform 126">
              <a:extLst>
                <a:ext uri="{FF2B5EF4-FFF2-40B4-BE49-F238E27FC236}">
                  <a16:creationId xmlns:a16="http://schemas.microsoft.com/office/drawing/2014/main" id="{40C38CF8-1A58-B67B-68E6-96FF11FE3D97}"/>
                </a:ext>
              </a:extLst>
            </p:cNvPr>
            <p:cNvSpPr/>
            <p:nvPr/>
          </p:nvSpPr>
          <p:spPr>
            <a:xfrm>
              <a:off x="433544" y="311884"/>
              <a:ext cx="537334" cy="535704"/>
            </a:xfrm>
            <a:custGeom>
              <a:avLst/>
              <a:gdLst>
                <a:gd name="connsiteX0" fmla="*/ 268591 w 537334"/>
                <a:gd name="connsiteY0" fmla="*/ -222 h 535704"/>
                <a:gd name="connsiteX1" fmla="*/ -76 w 537334"/>
                <a:gd name="connsiteY1" fmla="*/ 267630 h 535704"/>
                <a:gd name="connsiteX2" fmla="*/ 268591 w 537334"/>
                <a:gd name="connsiteY2" fmla="*/ 535483 h 535704"/>
                <a:gd name="connsiteX3" fmla="*/ 537259 w 537334"/>
                <a:gd name="connsiteY3" fmla="*/ 267630 h 535704"/>
                <a:gd name="connsiteX4" fmla="*/ 537259 w 537334"/>
                <a:gd name="connsiteY4" fmla="*/ 267535 h 535704"/>
                <a:gd name="connsiteX5" fmla="*/ 268687 w 537334"/>
                <a:gd name="connsiteY5" fmla="*/ -222 h 535704"/>
                <a:gd name="connsiteX6" fmla="*/ 268591 w 537334"/>
                <a:gd name="connsiteY6" fmla="*/ -222 h 535704"/>
                <a:gd name="connsiteX7" fmla="*/ 268591 w 537334"/>
                <a:gd name="connsiteY7" fmla="*/ 339956 h 535704"/>
                <a:gd name="connsiteX8" fmla="*/ 195950 w 537334"/>
                <a:gd name="connsiteY8" fmla="*/ 267535 h 535704"/>
                <a:gd name="connsiteX9" fmla="*/ 268591 w 537334"/>
                <a:gd name="connsiteY9" fmla="*/ 195114 h 535704"/>
                <a:gd name="connsiteX10" fmla="*/ 341232 w 537334"/>
                <a:gd name="connsiteY10" fmla="*/ 267535 h 535704"/>
                <a:gd name="connsiteX11" fmla="*/ 268591 w 537334"/>
                <a:gd name="connsiteY11" fmla="*/ 339956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268591" y="-222"/>
                  </a:moveTo>
                  <a:cubicBezTo>
                    <a:pt x="120210" y="-222"/>
                    <a:pt x="-76" y="119699"/>
                    <a:pt x="-76" y="267630"/>
                  </a:cubicBezTo>
                  <a:cubicBezTo>
                    <a:pt x="-76" y="415561"/>
                    <a:pt x="120210" y="535483"/>
                    <a:pt x="268591" y="535483"/>
                  </a:cubicBezTo>
                  <a:cubicBezTo>
                    <a:pt x="416972" y="535483"/>
                    <a:pt x="537259" y="415561"/>
                    <a:pt x="537259" y="267630"/>
                  </a:cubicBezTo>
                  <a:cubicBezTo>
                    <a:pt x="537259" y="267599"/>
                    <a:pt x="537259" y="267567"/>
                    <a:pt x="537259" y="267535"/>
                  </a:cubicBezTo>
                  <a:cubicBezTo>
                    <a:pt x="537259" y="119657"/>
                    <a:pt x="417015" y="-222"/>
                    <a:pt x="268687" y="-222"/>
                  </a:cubicBezTo>
                  <a:cubicBezTo>
                    <a:pt x="268655" y="-222"/>
                    <a:pt x="268623" y="-222"/>
                    <a:pt x="268591" y="-222"/>
                  </a:cubicBezTo>
                  <a:close/>
                  <a:moveTo>
                    <a:pt x="268591" y="339956"/>
                  </a:moveTo>
                  <a:cubicBezTo>
                    <a:pt x="228473" y="339956"/>
                    <a:pt x="195950" y="307532"/>
                    <a:pt x="195950" y="267535"/>
                  </a:cubicBezTo>
                  <a:cubicBezTo>
                    <a:pt x="195950" y="227538"/>
                    <a:pt x="228473" y="195114"/>
                    <a:pt x="268591" y="195114"/>
                  </a:cubicBezTo>
                  <a:cubicBezTo>
                    <a:pt x="308710" y="195114"/>
                    <a:pt x="341232" y="227538"/>
                    <a:pt x="341232" y="267535"/>
                  </a:cubicBezTo>
                  <a:cubicBezTo>
                    <a:pt x="341232" y="307532"/>
                    <a:pt x="308710" y="339956"/>
                    <a:pt x="268591" y="339956"/>
                  </a:cubicBezTo>
                  <a:close/>
                </a:path>
              </a:pathLst>
            </a:custGeom>
            <a:solidFill>
              <a:srgbClr val="CD1D6A"/>
            </a:solidFill>
            <a:ln w="9511" cap="flat">
              <a:noFill/>
              <a:prstDash val="solid"/>
              <a:miter/>
            </a:ln>
          </p:spPr>
          <p:txBody>
            <a:bodyPr rtlCol="0" anchor="ctr"/>
            <a:lstStyle/>
            <a:p>
              <a:endParaRPr lang="en-US" b="1" i="0">
                <a:latin typeface="Tenorite" pitchFamily="2" charset="0"/>
              </a:endParaRPr>
            </a:p>
          </p:txBody>
        </p:sp>
        <p:sp>
          <p:nvSpPr>
            <p:cNvPr id="128" name="Freeform 127">
              <a:extLst>
                <a:ext uri="{FF2B5EF4-FFF2-40B4-BE49-F238E27FC236}">
                  <a16:creationId xmlns:a16="http://schemas.microsoft.com/office/drawing/2014/main" id="{DBAFCB29-514F-E234-B791-FEC9715CD79B}"/>
                </a:ext>
              </a:extLst>
            </p:cNvPr>
            <p:cNvSpPr/>
            <p:nvPr/>
          </p:nvSpPr>
          <p:spPr>
            <a:xfrm>
              <a:off x="1633122" y="1718208"/>
              <a:ext cx="241914" cy="313928"/>
            </a:xfrm>
            <a:custGeom>
              <a:avLst/>
              <a:gdLst>
                <a:gd name="connsiteX0" fmla="*/ 125499 w 241914"/>
                <a:gd name="connsiteY0" fmla="*/ 33041 h 313928"/>
                <a:gd name="connsiteX1" fmla="*/ 46193 w 241914"/>
                <a:gd name="connsiteY1" fmla="*/ 88282 h 313928"/>
                <a:gd name="connsiteX2" fmla="*/ 116930 w 241914"/>
                <a:gd name="connsiteY2" fmla="*/ 137923 h 313928"/>
                <a:gd name="connsiteX3" fmla="*/ 146063 w 241914"/>
                <a:gd name="connsiteY3" fmla="*/ 141339 h 313928"/>
                <a:gd name="connsiteX4" fmla="*/ 241839 w 241914"/>
                <a:gd name="connsiteY4" fmla="*/ 221733 h 313928"/>
                <a:gd name="connsiteX5" fmla="*/ 120453 w 241914"/>
                <a:gd name="connsiteY5" fmla="*/ 313707 h 313928"/>
                <a:gd name="connsiteX6" fmla="*/ -76 w 241914"/>
                <a:gd name="connsiteY6" fmla="*/ 274412 h 313928"/>
                <a:gd name="connsiteX7" fmla="*/ 18965 w 241914"/>
                <a:gd name="connsiteY7" fmla="*/ 246411 h 313928"/>
                <a:gd name="connsiteX8" fmla="*/ 119882 w 241914"/>
                <a:gd name="connsiteY8" fmla="*/ 280486 h 313928"/>
                <a:gd name="connsiteX9" fmla="*/ 204899 w 241914"/>
                <a:gd name="connsiteY9" fmla="*/ 224866 h 313928"/>
                <a:gd name="connsiteX10" fmla="*/ 130640 w 241914"/>
                <a:gd name="connsiteY10" fmla="*/ 174845 h 313928"/>
                <a:gd name="connsiteX11" fmla="*/ 99794 w 241914"/>
                <a:gd name="connsiteY11" fmla="*/ 171333 h 313928"/>
                <a:gd name="connsiteX12" fmla="*/ 9254 w 241914"/>
                <a:gd name="connsiteY12" fmla="*/ 90465 h 313928"/>
                <a:gd name="connsiteX13" fmla="*/ 125404 w 241914"/>
                <a:gd name="connsiteY13" fmla="*/ -180 h 313928"/>
                <a:gd name="connsiteX14" fmla="*/ 235650 w 241914"/>
                <a:gd name="connsiteY14" fmla="*/ 33231 h 313928"/>
                <a:gd name="connsiteX15" fmla="*/ 217657 w 241914"/>
                <a:gd name="connsiteY15" fmla="*/ 61705 h 313928"/>
                <a:gd name="connsiteX16" fmla="*/ 125499 w 241914"/>
                <a:gd name="connsiteY16" fmla="*/ 33041 h 313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1914" h="313928">
                  <a:moveTo>
                    <a:pt x="125499" y="33041"/>
                  </a:moveTo>
                  <a:cubicBezTo>
                    <a:pt x="79229" y="33041"/>
                    <a:pt x="46193" y="54017"/>
                    <a:pt x="46193" y="88282"/>
                  </a:cubicBezTo>
                  <a:cubicBezTo>
                    <a:pt x="46193" y="116756"/>
                    <a:pt x="68947" y="132417"/>
                    <a:pt x="116930" y="137923"/>
                  </a:cubicBezTo>
                  <a:lnTo>
                    <a:pt x="146063" y="141339"/>
                  </a:lnTo>
                  <a:cubicBezTo>
                    <a:pt x="196712" y="147699"/>
                    <a:pt x="241839" y="168486"/>
                    <a:pt x="241839" y="221733"/>
                  </a:cubicBezTo>
                  <a:cubicBezTo>
                    <a:pt x="241839" y="282100"/>
                    <a:pt x="186620" y="313707"/>
                    <a:pt x="120453" y="313707"/>
                  </a:cubicBezTo>
                  <a:cubicBezTo>
                    <a:pt x="76183" y="313707"/>
                    <a:pt x="28390" y="298235"/>
                    <a:pt x="-76" y="274412"/>
                  </a:cubicBezTo>
                  <a:lnTo>
                    <a:pt x="18965" y="246411"/>
                  </a:lnTo>
                  <a:cubicBezTo>
                    <a:pt x="47973" y="268445"/>
                    <a:pt x="83414" y="280412"/>
                    <a:pt x="119882" y="280486"/>
                  </a:cubicBezTo>
                  <a:cubicBezTo>
                    <a:pt x="167484" y="280486"/>
                    <a:pt x="204899" y="261503"/>
                    <a:pt x="204899" y="224866"/>
                  </a:cubicBezTo>
                  <a:cubicBezTo>
                    <a:pt x="204899" y="195157"/>
                    <a:pt x="179099" y="180255"/>
                    <a:pt x="130640" y="174845"/>
                  </a:cubicBezTo>
                  <a:lnTo>
                    <a:pt x="99794" y="171333"/>
                  </a:lnTo>
                  <a:cubicBezTo>
                    <a:pt x="47431" y="165448"/>
                    <a:pt x="9254" y="141150"/>
                    <a:pt x="9254" y="90465"/>
                  </a:cubicBezTo>
                  <a:cubicBezTo>
                    <a:pt x="9254" y="32376"/>
                    <a:pt x="61236" y="-180"/>
                    <a:pt x="125404" y="-180"/>
                  </a:cubicBezTo>
                  <a:cubicBezTo>
                    <a:pt x="164782" y="-1022"/>
                    <a:pt x="203404" y="10682"/>
                    <a:pt x="235650" y="33231"/>
                  </a:cubicBezTo>
                  <a:lnTo>
                    <a:pt x="217657" y="61705"/>
                  </a:lnTo>
                  <a:cubicBezTo>
                    <a:pt x="190605" y="42971"/>
                    <a:pt x="158437" y="32966"/>
                    <a:pt x="125499" y="33041"/>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129" name="Freeform 128">
              <a:extLst>
                <a:ext uri="{FF2B5EF4-FFF2-40B4-BE49-F238E27FC236}">
                  <a16:creationId xmlns:a16="http://schemas.microsoft.com/office/drawing/2014/main" id="{CBEB1FA1-90B7-E9E6-7711-633A2DBFFAC2}"/>
                </a:ext>
              </a:extLst>
            </p:cNvPr>
            <p:cNvSpPr/>
            <p:nvPr/>
          </p:nvSpPr>
          <p:spPr>
            <a:xfrm>
              <a:off x="1910358" y="1755458"/>
              <a:ext cx="178127" cy="276685"/>
            </a:xfrm>
            <a:custGeom>
              <a:avLst/>
              <a:gdLst>
                <a:gd name="connsiteX0" fmla="*/ 77897 w 178127"/>
                <a:gd name="connsiteY0" fmla="*/ 94978 h 276685"/>
                <a:gd name="connsiteX1" fmla="*/ 77897 w 178127"/>
                <a:gd name="connsiteY1" fmla="*/ 199386 h 276685"/>
                <a:gd name="connsiteX2" fmla="*/ 119120 w 178127"/>
                <a:gd name="connsiteY2" fmla="*/ 245894 h 276685"/>
                <a:gd name="connsiteX3" fmla="*/ 162724 w 178127"/>
                <a:gd name="connsiteY3" fmla="*/ 231277 h 276685"/>
                <a:gd name="connsiteX4" fmla="*/ 178052 w 178127"/>
                <a:gd name="connsiteY4" fmla="*/ 255955 h 276685"/>
                <a:gd name="connsiteX5" fmla="*/ 116454 w 178127"/>
                <a:gd name="connsiteY5" fmla="*/ 276457 h 276685"/>
                <a:gd name="connsiteX6" fmla="*/ 45241 w 178127"/>
                <a:gd name="connsiteY6" fmla="*/ 200525 h 276685"/>
                <a:gd name="connsiteX7" fmla="*/ 45241 w 178127"/>
                <a:gd name="connsiteY7" fmla="*/ 94978 h 276685"/>
                <a:gd name="connsiteX8" fmla="*/ -76 w 178127"/>
                <a:gd name="connsiteY8" fmla="*/ 94978 h 276685"/>
                <a:gd name="connsiteX9" fmla="*/ -76 w 178127"/>
                <a:gd name="connsiteY9" fmla="*/ 65460 h 276685"/>
                <a:gd name="connsiteX10" fmla="*/ 45241 w 178127"/>
                <a:gd name="connsiteY10" fmla="*/ 65460 h 276685"/>
                <a:gd name="connsiteX11" fmla="*/ 45241 w 178127"/>
                <a:gd name="connsiteY11" fmla="*/ -222 h 276685"/>
                <a:gd name="connsiteX12" fmla="*/ 77897 w 178127"/>
                <a:gd name="connsiteY12" fmla="*/ -222 h 276685"/>
                <a:gd name="connsiteX13" fmla="*/ 77897 w 178127"/>
                <a:gd name="connsiteY13" fmla="*/ 65460 h 276685"/>
                <a:gd name="connsiteX14" fmla="*/ 167484 w 178127"/>
                <a:gd name="connsiteY14" fmla="*/ 65460 h 276685"/>
                <a:gd name="connsiteX15" fmla="*/ 167484 w 178127"/>
                <a:gd name="connsiteY15" fmla="*/ 94978 h 2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8127" h="276685">
                  <a:moveTo>
                    <a:pt x="77897" y="94978"/>
                  </a:moveTo>
                  <a:lnTo>
                    <a:pt x="77897" y="199386"/>
                  </a:lnTo>
                  <a:cubicBezTo>
                    <a:pt x="77897" y="231657"/>
                    <a:pt x="95224" y="245894"/>
                    <a:pt x="119120" y="245894"/>
                  </a:cubicBezTo>
                  <a:cubicBezTo>
                    <a:pt x="134818" y="245619"/>
                    <a:pt x="150048" y="240514"/>
                    <a:pt x="162724" y="231277"/>
                  </a:cubicBezTo>
                  <a:lnTo>
                    <a:pt x="178052" y="255955"/>
                  </a:lnTo>
                  <a:cubicBezTo>
                    <a:pt x="160401" y="269472"/>
                    <a:pt x="138710" y="276692"/>
                    <a:pt x="116454" y="276457"/>
                  </a:cubicBezTo>
                  <a:cubicBezTo>
                    <a:pt x="71803" y="276457"/>
                    <a:pt x="45241" y="251969"/>
                    <a:pt x="45241" y="200525"/>
                  </a:cubicBezTo>
                  <a:lnTo>
                    <a:pt x="45241" y="94978"/>
                  </a:lnTo>
                  <a:lnTo>
                    <a:pt x="-76" y="94978"/>
                  </a:lnTo>
                  <a:lnTo>
                    <a:pt x="-76" y="65460"/>
                  </a:lnTo>
                  <a:lnTo>
                    <a:pt x="45241" y="65460"/>
                  </a:lnTo>
                  <a:lnTo>
                    <a:pt x="45241" y="-222"/>
                  </a:lnTo>
                  <a:lnTo>
                    <a:pt x="77897" y="-222"/>
                  </a:lnTo>
                  <a:lnTo>
                    <a:pt x="77897" y="65460"/>
                  </a:lnTo>
                  <a:lnTo>
                    <a:pt x="167484" y="65460"/>
                  </a:lnTo>
                  <a:lnTo>
                    <a:pt x="167484" y="94978"/>
                  </a:ln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130" name="Freeform 129">
              <a:extLst>
                <a:ext uri="{FF2B5EF4-FFF2-40B4-BE49-F238E27FC236}">
                  <a16:creationId xmlns:a16="http://schemas.microsoft.com/office/drawing/2014/main" id="{9034AC2C-4034-574F-FBB8-9DA10689553D}"/>
                </a:ext>
              </a:extLst>
            </p:cNvPr>
            <p:cNvSpPr/>
            <p:nvPr/>
          </p:nvSpPr>
          <p:spPr>
            <a:xfrm>
              <a:off x="2135326" y="1816732"/>
              <a:ext cx="132048" cy="211039"/>
            </a:xfrm>
            <a:custGeom>
              <a:avLst/>
              <a:gdLst>
                <a:gd name="connsiteX0" fmla="*/ 131973 w 132048"/>
                <a:gd name="connsiteY0" fmla="*/ 7033 h 211039"/>
                <a:gd name="connsiteX1" fmla="*/ 124071 w 132048"/>
                <a:gd name="connsiteY1" fmla="*/ 39114 h 211039"/>
                <a:gd name="connsiteX2" fmla="*/ 88179 w 132048"/>
                <a:gd name="connsiteY2" fmla="*/ 30857 h 211039"/>
                <a:gd name="connsiteX3" fmla="*/ 32579 w 132048"/>
                <a:gd name="connsiteY3" fmla="*/ 95304 h 211039"/>
                <a:gd name="connsiteX4" fmla="*/ 32579 w 132048"/>
                <a:gd name="connsiteY4" fmla="*/ 210817 h 211039"/>
                <a:gd name="connsiteX5" fmla="*/ -76 w 132048"/>
                <a:gd name="connsiteY5" fmla="*/ 210817 h 211039"/>
                <a:gd name="connsiteX6" fmla="*/ -76 w 132048"/>
                <a:gd name="connsiteY6" fmla="*/ 3901 h 211039"/>
                <a:gd name="connsiteX7" fmla="*/ 32293 w 132048"/>
                <a:gd name="connsiteY7" fmla="*/ 3901 h 211039"/>
                <a:gd name="connsiteX8" fmla="*/ 32293 w 132048"/>
                <a:gd name="connsiteY8" fmla="*/ 32945 h 211039"/>
                <a:gd name="connsiteX9" fmla="*/ 93891 w 132048"/>
                <a:gd name="connsiteY9" fmla="*/ -181 h 211039"/>
                <a:gd name="connsiteX10" fmla="*/ 131973 w 132048"/>
                <a:gd name="connsiteY10" fmla="*/ 7033 h 211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2048" h="211039">
                  <a:moveTo>
                    <a:pt x="131973" y="7033"/>
                  </a:moveTo>
                  <a:lnTo>
                    <a:pt x="124071" y="39114"/>
                  </a:lnTo>
                  <a:cubicBezTo>
                    <a:pt x="112916" y="33612"/>
                    <a:pt x="100625" y="30784"/>
                    <a:pt x="88179" y="30857"/>
                  </a:cubicBezTo>
                  <a:cubicBezTo>
                    <a:pt x="55714" y="30857"/>
                    <a:pt x="32579" y="56199"/>
                    <a:pt x="32579" y="95304"/>
                  </a:cubicBezTo>
                  <a:lnTo>
                    <a:pt x="32579" y="210817"/>
                  </a:lnTo>
                  <a:lnTo>
                    <a:pt x="-76" y="210817"/>
                  </a:lnTo>
                  <a:lnTo>
                    <a:pt x="-76" y="3901"/>
                  </a:lnTo>
                  <a:lnTo>
                    <a:pt x="32293" y="3901"/>
                  </a:lnTo>
                  <a:lnTo>
                    <a:pt x="32293" y="32945"/>
                  </a:lnTo>
                  <a:cubicBezTo>
                    <a:pt x="45748" y="12079"/>
                    <a:pt x="69011" y="-432"/>
                    <a:pt x="93891" y="-181"/>
                  </a:cubicBezTo>
                  <a:cubicBezTo>
                    <a:pt x="106961" y="-579"/>
                    <a:pt x="119960" y="1883"/>
                    <a:pt x="131973" y="7033"/>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131" name="Freeform 130">
              <a:extLst>
                <a:ext uri="{FF2B5EF4-FFF2-40B4-BE49-F238E27FC236}">
                  <a16:creationId xmlns:a16="http://schemas.microsoft.com/office/drawing/2014/main" id="{7B7A6AAE-B536-B593-6D18-80944DE87251}"/>
                </a:ext>
              </a:extLst>
            </p:cNvPr>
            <p:cNvSpPr/>
            <p:nvPr/>
          </p:nvSpPr>
          <p:spPr>
            <a:xfrm>
              <a:off x="2292224" y="1816698"/>
              <a:ext cx="212496" cy="215242"/>
            </a:xfrm>
            <a:custGeom>
              <a:avLst/>
              <a:gdLst>
                <a:gd name="connsiteX0" fmla="*/ 179765 w 212496"/>
                <a:gd name="connsiteY0" fmla="*/ 210851 h 215242"/>
                <a:gd name="connsiteX1" fmla="*/ 179765 w 212496"/>
                <a:gd name="connsiteY1" fmla="*/ 180004 h 215242"/>
                <a:gd name="connsiteX2" fmla="*/ 103602 w 212496"/>
                <a:gd name="connsiteY2" fmla="*/ 214933 h 215242"/>
                <a:gd name="connsiteX3" fmla="*/ -76 w 212496"/>
                <a:gd name="connsiteY3" fmla="*/ 107298 h 215242"/>
                <a:gd name="connsiteX4" fmla="*/ 103602 w 212496"/>
                <a:gd name="connsiteY4" fmla="*/ -146 h 215242"/>
                <a:gd name="connsiteX5" fmla="*/ 179765 w 212496"/>
                <a:gd name="connsiteY5" fmla="*/ 34782 h 215242"/>
                <a:gd name="connsiteX6" fmla="*/ 179765 w 212496"/>
                <a:gd name="connsiteY6" fmla="*/ 3935 h 215242"/>
                <a:gd name="connsiteX7" fmla="*/ 212420 w 212496"/>
                <a:gd name="connsiteY7" fmla="*/ 3935 h 215242"/>
                <a:gd name="connsiteX8" fmla="*/ 212420 w 212496"/>
                <a:gd name="connsiteY8" fmla="*/ 210851 h 215242"/>
                <a:gd name="connsiteX9" fmla="*/ 33626 w 212496"/>
                <a:gd name="connsiteY9" fmla="*/ 107298 h 215242"/>
                <a:gd name="connsiteX10" fmla="*/ 107886 w 212496"/>
                <a:gd name="connsiteY10" fmla="*/ 184370 h 215242"/>
                <a:gd name="connsiteX11" fmla="*/ 181670 w 212496"/>
                <a:gd name="connsiteY11" fmla="*/ 107298 h 215242"/>
                <a:gd name="connsiteX12" fmla="*/ 107886 w 212496"/>
                <a:gd name="connsiteY12" fmla="*/ 30416 h 215242"/>
                <a:gd name="connsiteX13" fmla="*/ 33626 w 212496"/>
                <a:gd name="connsiteY13" fmla="*/ 107583 h 215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2496" h="215242">
                  <a:moveTo>
                    <a:pt x="179765" y="210851"/>
                  </a:moveTo>
                  <a:lnTo>
                    <a:pt x="179765" y="180004"/>
                  </a:lnTo>
                  <a:cubicBezTo>
                    <a:pt x="161516" y="203215"/>
                    <a:pt x="133155" y="216222"/>
                    <a:pt x="103602" y="214933"/>
                  </a:cubicBezTo>
                  <a:cubicBezTo>
                    <a:pt x="45051" y="214933"/>
                    <a:pt x="-76" y="169563"/>
                    <a:pt x="-76" y="107298"/>
                  </a:cubicBezTo>
                  <a:cubicBezTo>
                    <a:pt x="-76" y="45034"/>
                    <a:pt x="45051" y="-146"/>
                    <a:pt x="103602" y="-146"/>
                  </a:cubicBezTo>
                  <a:cubicBezTo>
                    <a:pt x="133136" y="-1341"/>
                    <a:pt x="161456" y="11647"/>
                    <a:pt x="179765" y="34782"/>
                  </a:cubicBezTo>
                  <a:lnTo>
                    <a:pt x="179765" y="3935"/>
                  </a:lnTo>
                  <a:lnTo>
                    <a:pt x="212420" y="3935"/>
                  </a:lnTo>
                  <a:lnTo>
                    <a:pt x="212420" y="210851"/>
                  </a:lnTo>
                  <a:close/>
                  <a:moveTo>
                    <a:pt x="33626" y="107298"/>
                  </a:moveTo>
                  <a:cubicBezTo>
                    <a:pt x="33626" y="150105"/>
                    <a:pt x="63806" y="184370"/>
                    <a:pt x="107886" y="184370"/>
                  </a:cubicBezTo>
                  <a:cubicBezTo>
                    <a:pt x="151966" y="184370"/>
                    <a:pt x="181670" y="151149"/>
                    <a:pt x="181670" y="107298"/>
                  </a:cubicBezTo>
                  <a:cubicBezTo>
                    <a:pt x="181670" y="63447"/>
                    <a:pt x="151014" y="30416"/>
                    <a:pt x="107886" y="30416"/>
                  </a:cubicBezTo>
                  <a:cubicBezTo>
                    <a:pt x="64758" y="30416"/>
                    <a:pt x="33626" y="64966"/>
                    <a:pt x="33626" y="107583"/>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132" name="Freeform 131">
              <a:extLst>
                <a:ext uri="{FF2B5EF4-FFF2-40B4-BE49-F238E27FC236}">
                  <a16:creationId xmlns:a16="http://schemas.microsoft.com/office/drawing/2014/main" id="{65A3176A-9AF5-0585-0582-59CE9841F012}"/>
                </a:ext>
              </a:extLst>
            </p:cNvPr>
            <p:cNvSpPr/>
            <p:nvPr/>
          </p:nvSpPr>
          <p:spPr>
            <a:xfrm>
              <a:off x="2554607" y="1755458"/>
              <a:ext cx="178127" cy="276685"/>
            </a:xfrm>
            <a:custGeom>
              <a:avLst/>
              <a:gdLst>
                <a:gd name="connsiteX0" fmla="*/ 77992 w 178127"/>
                <a:gd name="connsiteY0" fmla="*/ 94978 h 276685"/>
                <a:gd name="connsiteX1" fmla="*/ 77992 w 178127"/>
                <a:gd name="connsiteY1" fmla="*/ 199386 h 276685"/>
                <a:gd name="connsiteX2" fmla="*/ 119120 w 178127"/>
                <a:gd name="connsiteY2" fmla="*/ 245894 h 276685"/>
                <a:gd name="connsiteX3" fmla="*/ 162724 w 178127"/>
                <a:gd name="connsiteY3" fmla="*/ 231277 h 276685"/>
                <a:gd name="connsiteX4" fmla="*/ 178052 w 178127"/>
                <a:gd name="connsiteY4" fmla="*/ 255955 h 276685"/>
                <a:gd name="connsiteX5" fmla="*/ 116550 w 178127"/>
                <a:gd name="connsiteY5" fmla="*/ 276457 h 276685"/>
                <a:gd name="connsiteX6" fmla="*/ 45336 w 178127"/>
                <a:gd name="connsiteY6" fmla="*/ 200525 h 276685"/>
                <a:gd name="connsiteX7" fmla="*/ 45336 w 178127"/>
                <a:gd name="connsiteY7" fmla="*/ 94978 h 276685"/>
                <a:gd name="connsiteX8" fmla="*/ -76 w 178127"/>
                <a:gd name="connsiteY8" fmla="*/ 94978 h 276685"/>
                <a:gd name="connsiteX9" fmla="*/ -76 w 178127"/>
                <a:gd name="connsiteY9" fmla="*/ 65460 h 276685"/>
                <a:gd name="connsiteX10" fmla="*/ 45336 w 178127"/>
                <a:gd name="connsiteY10" fmla="*/ 65460 h 276685"/>
                <a:gd name="connsiteX11" fmla="*/ 45336 w 178127"/>
                <a:gd name="connsiteY11" fmla="*/ -222 h 276685"/>
                <a:gd name="connsiteX12" fmla="*/ 77992 w 178127"/>
                <a:gd name="connsiteY12" fmla="*/ -222 h 276685"/>
                <a:gd name="connsiteX13" fmla="*/ 77992 w 178127"/>
                <a:gd name="connsiteY13" fmla="*/ 65460 h 276685"/>
                <a:gd name="connsiteX14" fmla="*/ 167579 w 178127"/>
                <a:gd name="connsiteY14" fmla="*/ 65460 h 276685"/>
                <a:gd name="connsiteX15" fmla="*/ 167579 w 178127"/>
                <a:gd name="connsiteY15" fmla="*/ 94978 h 2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8127" h="276685">
                  <a:moveTo>
                    <a:pt x="77992" y="94978"/>
                  </a:moveTo>
                  <a:lnTo>
                    <a:pt x="77992" y="199386"/>
                  </a:lnTo>
                  <a:cubicBezTo>
                    <a:pt x="77992" y="231657"/>
                    <a:pt x="95224" y="245894"/>
                    <a:pt x="119120" y="245894"/>
                  </a:cubicBezTo>
                  <a:cubicBezTo>
                    <a:pt x="134818" y="245619"/>
                    <a:pt x="150048" y="240514"/>
                    <a:pt x="162724" y="231277"/>
                  </a:cubicBezTo>
                  <a:lnTo>
                    <a:pt x="178052" y="255955"/>
                  </a:lnTo>
                  <a:cubicBezTo>
                    <a:pt x="160444" y="269485"/>
                    <a:pt x="138779" y="276708"/>
                    <a:pt x="116550" y="276457"/>
                  </a:cubicBezTo>
                  <a:cubicBezTo>
                    <a:pt x="71803" y="276457"/>
                    <a:pt x="45336" y="251969"/>
                    <a:pt x="45336" y="200525"/>
                  </a:cubicBezTo>
                  <a:lnTo>
                    <a:pt x="45336" y="94978"/>
                  </a:lnTo>
                  <a:lnTo>
                    <a:pt x="-76" y="94978"/>
                  </a:lnTo>
                  <a:lnTo>
                    <a:pt x="-76" y="65460"/>
                  </a:lnTo>
                  <a:lnTo>
                    <a:pt x="45336" y="65460"/>
                  </a:lnTo>
                  <a:lnTo>
                    <a:pt x="45336" y="-222"/>
                  </a:lnTo>
                  <a:lnTo>
                    <a:pt x="77992" y="-222"/>
                  </a:lnTo>
                  <a:lnTo>
                    <a:pt x="77992" y="65460"/>
                  </a:lnTo>
                  <a:lnTo>
                    <a:pt x="167579" y="65460"/>
                  </a:lnTo>
                  <a:lnTo>
                    <a:pt x="167579" y="94978"/>
                  </a:ln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133" name="Freeform 132">
              <a:extLst>
                <a:ext uri="{FF2B5EF4-FFF2-40B4-BE49-F238E27FC236}">
                  <a16:creationId xmlns:a16="http://schemas.microsoft.com/office/drawing/2014/main" id="{ACF4B4EB-BAA1-615E-0D96-6701E6F8E74C}"/>
                </a:ext>
              </a:extLst>
            </p:cNvPr>
            <p:cNvSpPr/>
            <p:nvPr/>
          </p:nvSpPr>
          <p:spPr>
            <a:xfrm>
              <a:off x="2763772" y="1817058"/>
              <a:ext cx="200311" cy="215195"/>
            </a:xfrm>
            <a:custGeom>
              <a:avLst/>
              <a:gdLst>
                <a:gd name="connsiteX0" fmla="*/ 200234 w 200311"/>
                <a:gd name="connsiteY0" fmla="*/ 106558 h 215195"/>
                <a:gd name="connsiteX1" fmla="*/ 199663 w 200311"/>
                <a:gd name="connsiteY1" fmla="*/ 118802 h 215195"/>
                <a:gd name="connsiteX2" fmla="*/ 33722 w 200311"/>
                <a:gd name="connsiteY2" fmla="*/ 118802 h 215195"/>
                <a:gd name="connsiteX3" fmla="*/ 107009 w 200311"/>
                <a:gd name="connsiteY3" fmla="*/ 186292 h 215195"/>
                <a:gd name="connsiteX4" fmla="*/ 107124 w 200311"/>
                <a:gd name="connsiteY4" fmla="*/ 186288 h 215195"/>
                <a:gd name="connsiteX5" fmla="*/ 172816 w 200311"/>
                <a:gd name="connsiteY5" fmla="*/ 160281 h 215195"/>
                <a:gd name="connsiteX6" fmla="*/ 190333 w 200311"/>
                <a:gd name="connsiteY6" fmla="*/ 182586 h 215195"/>
                <a:gd name="connsiteX7" fmla="*/ 104649 w 200311"/>
                <a:gd name="connsiteY7" fmla="*/ 214857 h 215195"/>
                <a:gd name="connsiteX8" fmla="*/ -76 w 200311"/>
                <a:gd name="connsiteY8" fmla="*/ 107413 h 215195"/>
                <a:gd name="connsiteX9" fmla="*/ 102840 w 200311"/>
                <a:gd name="connsiteY9" fmla="*/ -222 h 215195"/>
                <a:gd name="connsiteX10" fmla="*/ 200234 w 200311"/>
                <a:gd name="connsiteY10" fmla="*/ 106558 h 215195"/>
                <a:gd name="connsiteX11" fmla="*/ 33722 w 200311"/>
                <a:gd name="connsiteY11" fmla="*/ 92321 h 215195"/>
                <a:gd name="connsiteX12" fmla="*/ 167008 w 200311"/>
                <a:gd name="connsiteY12" fmla="*/ 92321 h 215195"/>
                <a:gd name="connsiteX13" fmla="*/ 102078 w 200311"/>
                <a:gd name="connsiteY13" fmla="*/ 28822 h 215195"/>
                <a:gd name="connsiteX14" fmla="*/ 33722 w 200311"/>
                <a:gd name="connsiteY14" fmla="*/ 92321 h 215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0311" h="215195">
                  <a:moveTo>
                    <a:pt x="200234" y="106558"/>
                  </a:moveTo>
                  <a:cubicBezTo>
                    <a:pt x="200254" y="110647"/>
                    <a:pt x="200064" y="114733"/>
                    <a:pt x="199663" y="118802"/>
                  </a:cubicBezTo>
                  <a:lnTo>
                    <a:pt x="33722" y="118802"/>
                  </a:lnTo>
                  <a:cubicBezTo>
                    <a:pt x="35266" y="157615"/>
                    <a:pt x="68077" y="187832"/>
                    <a:pt x="107009" y="186292"/>
                  </a:cubicBezTo>
                  <a:cubicBezTo>
                    <a:pt x="107047" y="186291"/>
                    <a:pt x="107086" y="186289"/>
                    <a:pt x="107124" y="186288"/>
                  </a:cubicBezTo>
                  <a:cubicBezTo>
                    <a:pt x="131558" y="186344"/>
                    <a:pt x="155077" y="177032"/>
                    <a:pt x="172816" y="160281"/>
                  </a:cubicBezTo>
                  <a:lnTo>
                    <a:pt x="190333" y="182586"/>
                  </a:lnTo>
                  <a:cubicBezTo>
                    <a:pt x="167424" y="204609"/>
                    <a:pt x="136442" y="216278"/>
                    <a:pt x="104649" y="214857"/>
                  </a:cubicBezTo>
                  <a:cubicBezTo>
                    <a:pt x="43337" y="214857"/>
                    <a:pt x="-76" y="171386"/>
                    <a:pt x="-76" y="107413"/>
                  </a:cubicBezTo>
                  <a:cubicBezTo>
                    <a:pt x="-76" y="43439"/>
                    <a:pt x="43908" y="-222"/>
                    <a:pt x="102840" y="-222"/>
                  </a:cubicBezTo>
                  <a:cubicBezTo>
                    <a:pt x="159106" y="-222"/>
                    <a:pt x="199663" y="43629"/>
                    <a:pt x="200234" y="106558"/>
                  </a:cubicBezTo>
                  <a:close/>
                  <a:moveTo>
                    <a:pt x="33722" y="92321"/>
                  </a:moveTo>
                  <a:lnTo>
                    <a:pt x="167008" y="92321"/>
                  </a:lnTo>
                  <a:cubicBezTo>
                    <a:pt x="162819" y="53690"/>
                    <a:pt x="137399" y="28822"/>
                    <a:pt x="102078" y="28822"/>
                  </a:cubicBezTo>
                  <a:cubicBezTo>
                    <a:pt x="63806" y="28822"/>
                    <a:pt x="39053" y="55019"/>
                    <a:pt x="33722" y="92321"/>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134" name="Freeform 133">
              <a:extLst>
                <a:ext uri="{FF2B5EF4-FFF2-40B4-BE49-F238E27FC236}">
                  <a16:creationId xmlns:a16="http://schemas.microsoft.com/office/drawing/2014/main" id="{EF0273B5-DE63-EA6F-676D-2C8CE382070B}"/>
                </a:ext>
              </a:extLst>
            </p:cNvPr>
            <p:cNvSpPr/>
            <p:nvPr/>
          </p:nvSpPr>
          <p:spPr>
            <a:xfrm>
              <a:off x="3009209" y="1816967"/>
              <a:ext cx="209735" cy="301766"/>
            </a:xfrm>
            <a:custGeom>
              <a:avLst/>
              <a:gdLst>
                <a:gd name="connsiteX0" fmla="*/ 176814 w 209735"/>
                <a:gd name="connsiteY0" fmla="*/ 34988 h 301766"/>
                <a:gd name="connsiteX1" fmla="*/ 176814 w 209735"/>
                <a:gd name="connsiteY1" fmla="*/ 3950 h 301766"/>
                <a:gd name="connsiteX2" fmla="*/ 209660 w 209735"/>
                <a:gd name="connsiteY2" fmla="*/ 3950 h 301766"/>
                <a:gd name="connsiteX3" fmla="*/ 209660 w 209735"/>
                <a:gd name="connsiteY3" fmla="*/ 196629 h 301766"/>
                <a:gd name="connsiteX4" fmla="*/ 99889 w 209735"/>
                <a:gd name="connsiteY4" fmla="*/ 301511 h 301766"/>
                <a:gd name="connsiteX5" fmla="*/ 12491 w 209735"/>
                <a:gd name="connsiteY5" fmla="*/ 273701 h 301766"/>
                <a:gd name="connsiteX6" fmla="*/ 26962 w 209735"/>
                <a:gd name="connsiteY6" fmla="*/ 247504 h 301766"/>
                <a:gd name="connsiteX7" fmla="*/ 99889 w 209735"/>
                <a:gd name="connsiteY7" fmla="*/ 271803 h 301766"/>
                <a:gd name="connsiteX8" fmla="*/ 176814 w 209735"/>
                <a:gd name="connsiteY8" fmla="*/ 197958 h 301766"/>
                <a:gd name="connsiteX9" fmla="*/ 176814 w 209735"/>
                <a:gd name="connsiteY9" fmla="*/ 176792 h 301766"/>
                <a:gd name="connsiteX10" fmla="*/ 102745 w 209735"/>
                <a:gd name="connsiteY10" fmla="*/ 211911 h 301766"/>
                <a:gd name="connsiteX11" fmla="*/ -76 w 209735"/>
                <a:gd name="connsiteY11" fmla="*/ 105795 h 301766"/>
                <a:gd name="connsiteX12" fmla="*/ 102745 w 209735"/>
                <a:gd name="connsiteY12" fmla="*/ -131 h 301766"/>
                <a:gd name="connsiteX13" fmla="*/ 176814 w 209735"/>
                <a:gd name="connsiteY13" fmla="*/ 34988 h 301766"/>
                <a:gd name="connsiteX14" fmla="*/ 33246 w 209735"/>
                <a:gd name="connsiteY14" fmla="*/ 106174 h 301766"/>
                <a:gd name="connsiteX15" fmla="*/ 106458 w 209735"/>
                <a:gd name="connsiteY15" fmla="*/ 182107 h 301766"/>
                <a:gd name="connsiteX16" fmla="*/ 173644 w 209735"/>
                <a:gd name="connsiteY16" fmla="*/ 98173 h 301766"/>
                <a:gd name="connsiteX17" fmla="*/ 106458 w 209735"/>
                <a:gd name="connsiteY17" fmla="*/ 31191 h 301766"/>
                <a:gd name="connsiteX18" fmla="*/ 33246 w 209735"/>
                <a:gd name="connsiteY18" fmla="*/ 106174 h 301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9735" h="301766">
                  <a:moveTo>
                    <a:pt x="176814" y="34988"/>
                  </a:moveTo>
                  <a:lnTo>
                    <a:pt x="176814" y="3950"/>
                  </a:lnTo>
                  <a:lnTo>
                    <a:pt x="209660" y="3950"/>
                  </a:lnTo>
                  <a:lnTo>
                    <a:pt x="209660" y="196629"/>
                  </a:lnTo>
                  <a:cubicBezTo>
                    <a:pt x="209660" y="264114"/>
                    <a:pt x="164057" y="301511"/>
                    <a:pt x="99889" y="301511"/>
                  </a:cubicBezTo>
                  <a:cubicBezTo>
                    <a:pt x="68464" y="302191"/>
                    <a:pt x="37709" y="292405"/>
                    <a:pt x="12491" y="273701"/>
                  </a:cubicBezTo>
                  <a:lnTo>
                    <a:pt x="26962" y="247504"/>
                  </a:lnTo>
                  <a:cubicBezTo>
                    <a:pt x="47945" y="263349"/>
                    <a:pt x="73566" y="271886"/>
                    <a:pt x="99889" y="271803"/>
                  </a:cubicBezTo>
                  <a:cubicBezTo>
                    <a:pt x="144825" y="271803"/>
                    <a:pt x="176814" y="246175"/>
                    <a:pt x="176814" y="197958"/>
                  </a:cubicBezTo>
                  <a:lnTo>
                    <a:pt x="176814" y="176792"/>
                  </a:lnTo>
                  <a:cubicBezTo>
                    <a:pt x="159587" y="200133"/>
                    <a:pt x="131777" y="213318"/>
                    <a:pt x="102745" y="211911"/>
                  </a:cubicBezTo>
                  <a:cubicBezTo>
                    <a:pt x="44480" y="211911"/>
                    <a:pt x="-76" y="168439"/>
                    <a:pt x="-76" y="105795"/>
                  </a:cubicBezTo>
                  <a:cubicBezTo>
                    <a:pt x="-76" y="43150"/>
                    <a:pt x="44480" y="-131"/>
                    <a:pt x="102745" y="-131"/>
                  </a:cubicBezTo>
                  <a:cubicBezTo>
                    <a:pt x="131760" y="-1453"/>
                    <a:pt x="159531" y="11714"/>
                    <a:pt x="176814" y="34988"/>
                  </a:cubicBezTo>
                  <a:close/>
                  <a:moveTo>
                    <a:pt x="33246" y="106174"/>
                  </a:moveTo>
                  <a:cubicBezTo>
                    <a:pt x="33246" y="148032"/>
                    <a:pt x="62378" y="182107"/>
                    <a:pt x="106458" y="182107"/>
                  </a:cubicBezTo>
                  <a:cubicBezTo>
                    <a:pt x="148259" y="177426"/>
                    <a:pt x="178339" y="139847"/>
                    <a:pt x="173644" y="98173"/>
                  </a:cubicBezTo>
                  <a:cubicBezTo>
                    <a:pt x="169675" y="62948"/>
                    <a:pt x="141790" y="35148"/>
                    <a:pt x="106458" y="31191"/>
                  </a:cubicBezTo>
                  <a:cubicBezTo>
                    <a:pt x="62378" y="30242"/>
                    <a:pt x="33246" y="64032"/>
                    <a:pt x="33246" y="106174"/>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135" name="Freeform 134">
              <a:extLst>
                <a:ext uri="{FF2B5EF4-FFF2-40B4-BE49-F238E27FC236}">
                  <a16:creationId xmlns:a16="http://schemas.microsoft.com/office/drawing/2014/main" id="{83946015-900D-0E6E-F555-8DD620B60AD3}"/>
                </a:ext>
              </a:extLst>
            </p:cNvPr>
            <p:cNvSpPr/>
            <p:nvPr/>
          </p:nvSpPr>
          <p:spPr>
            <a:xfrm>
              <a:off x="3261977" y="1821234"/>
              <a:ext cx="223064" cy="295093"/>
            </a:xfrm>
            <a:custGeom>
              <a:avLst/>
              <a:gdLst>
                <a:gd name="connsiteX0" fmla="*/ 17823 w 223064"/>
                <a:gd name="connsiteY0" fmla="*/ 294776 h 295093"/>
                <a:gd name="connsiteX1" fmla="*/ 95129 w 223064"/>
                <a:gd name="connsiteY1" fmla="*/ 161894 h 295093"/>
                <a:gd name="connsiteX2" fmla="*/ -76 w 223064"/>
                <a:gd name="connsiteY2" fmla="*/ -222 h 295093"/>
                <a:gd name="connsiteX3" fmla="*/ 36483 w 223064"/>
                <a:gd name="connsiteY3" fmla="*/ -222 h 295093"/>
                <a:gd name="connsiteX4" fmla="*/ 113884 w 223064"/>
                <a:gd name="connsiteY4" fmla="*/ 129528 h 295093"/>
                <a:gd name="connsiteX5" fmla="*/ 187001 w 223064"/>
                <a:gd name="connsiteY5" fmla="*/ -222 h 295093"/>
                <a:gd name="connsiteX6" fmla="*/ 222988 w 223064"/>
                <a:gd name="connsiteY6" fmla="*/ -222 h 295093"/>
                <a:gd name="connsiteX7" fmla="*/ 54000 w 223064"/>
                <a:gd name="connsiteY7" fmla="*/ 294871 h 29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3064" h="295093">
                  <a:moveTo>
                    <a:pt x="17823" y="294776"/>
                  </a:moveTo>
                  <a:lnTo>
                    <a:pt x="95129" y="161894"/>
                  </a:lnTo>
                  <a:lnTo>
                    <a:pt x="-76" y="-222"/>
                  </a:lnTo>
                  <a:lnTo>
                    <a:pt x="36483" y="-222"/>
                  </a:lnTo>
                  <a:lnTo>
                    <a:pt x="113884" y="129528"/>
                  </a:lnTo>
                  <a:lnTo>
                    <a:pt x="187001" y="-222"/>
                  </a:lnTo>
                  <a:lnTo>
                    <a:pt x="222988" y="-222"/>
                  </a:lnTo>
                  <a:lnTo>
                    <a:pt x="54000" y="294871"/>
                  </a:ln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136" name="Freeform 135">
              <a:extLst>
                <a:ext uri="{FF2B5EF4-FFF2-40B4-BE49-F238E27FC236}">
                  <a16:creationId xmlns:a16="http://schemas.microsoft.com/office/drawing/2014/main" id="{ED1527FD-997D-AFE7-9F4B-806552339B05}"/>
                </a:ext>
              </a:extLst>
            </p:cNvPr>
            <p:cNvSpPr/>
            <p:nvPr/>
          </p:nvSpPr>
          <p:spPr>
            <a:xfrm>
              <a:off x="3633465" y="1816691"/>
              <a:ext cx="345116" cy="211080"/>
            </a:xfrm>
            <a:custGeom>
              <a:avLst/>
              <a:gdLst>
                <a:gd name="connsiteX0" fmla="*/ 345041 w 345116"/>
                <a:gd name="connsiteY0" fmla="*/ 82911 h 211080"/>
                <a:gd name="connsiteX1" fmla="*/ 345041 w 345116"/>
                <a:gd name="connsiteY1" fmla="*/ 210858 h 211080"/>
                <a:gd name="connsiteX2" fmla="*/ 312386 w 345116"/>
                <a:gd name="connsiteY2" fmla="*/ 210858 h 211080"/>
                <a:gd name="connsiteX3" fmla="*/ 312386 w 345116"/>
                <a:gd name="connsiteY3" fmla="*/ 93542 h 211080"/>
                <a:gd name="connsiteX4" fmla="*/ 252311 w 345116"/>
                <a:gd name="connsiteY4" fmla="*/ 31087 h 211080"/>
                <a:gd name="connsiteX5" fmla="*/ 188806 w 345116"/>
                <a:gd name="connsiteY5" fmla="*/ 89352 h 211080"/>
                <a:gd name="connsiteX6" fmla="*/ 188810 w 345116"/>
                <a:gd name="connsiteY6" fmla="*/ 94491 h 211080"/>
                <a:gd name="connsiteX7" fmla="*/ 188810 w 345116"/>
                <a:gd name="connsiteY7" fmla="*/ 210858 h 211080"/>
                <a:gd name="connsiteX8" fmla="*/ 156155 w 345116"/>
                <a:gd name="connsiteY8" fmla="*/ 210858 h 211080"/>
                <a:gd name="connsiteX9" fmla="*/ 156155 w 345116"/>
                <a:gd name="connsiteY9" fmla="*/ 93542 h 211080"/>
                <a:gd name="connsiteX10" fmla="*/ 96366 w 345116"/>
                <a:gd name="connsiteY10" fmla="*/ 31087 h 211080"/>
                <a:gd name="connsiteX11" fmla="*/ 32770 w 345116"/>
                <a:gd name="connsiteY11" fmla="*/ 89451 h 211080"/>
                <a:gd name="connsiteX12" fmla="*/ 32770 w 345116"/>
                <a:gd name="connsiteY12" fmla="*/ 94491 h 211080"/>
                <a:gd name="connsiteX13" fmla="*/ 32770 w 345116"/>
                <a:gd name="connsiteY13" fmla="*/ 210858 h 211080"/>
                <a:gd name="connsiteX14" fmla="*/ -76 w 345116"/>
                <a:gd name="connsiteY14" fmla="*/ 210858 h 211080"/>
                <a:gd name="connsiteX15" fmla="*/ -76 w 345116"/>
                <a:gd name="connsiteY15" fmla="*/ 3941 h 211080"/>
                <a:gd name="connsiteX16" fmla="*/ 32389 w 345116"/>
                <a:gd name="connsiteY16" fmla="*/ 3941 h 211080"/>
                <a:gd name="connsiteX17" fmla="*/ 32389 w 345116"/>
                <a:gd name="connsiteY17" fmla="*/ 33460 h 211080"/>
                <a:gd name="connsiteX18" fmla="*/ 102269 w 345116"/>
                <a:gd name="connsiteY18" fmla="*/ -140 h 211080"/>
                <a:gd name="connsiteX19" fmla="*/ 180051 w 345116"/>
                <a:gd name="connsiteY19" fmla="*/ 43236 h 211080"/>
                <a:gd name="connsiteX20" fmla="*/ 258214 w 345116"/>
                <a:gd name="connsiteY20" fmla="*/ -140 h 211080"/>
                <a:gd name="connsiteX21" fmla="*/ 345041 w 345116"/>
                <a:gd name="connsiteY21" fmla="*/ 82911 h 211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45116" h="211080">
                  <a:moveTo>
                    <a:pt x="345041" y="82911"/>
                  </a:moveTo>
                  <a:lnTo>
                    <a:pt x="345041" y="210858"/>
                  </a:lnTo>
                  <a:lnTo>
                    <a:pt x="312386" y="210858"/>
                  </a:lnTo>
                  <a:lnTo>
                    <a:pt x="312386" y="93542"/>
                  </a:lnTo>
                  <a:cubicBezTo>
                    <a:pt x="312386" y="54057"/>
                    <a:pt x="290679" y="31087"/>
                    <a:pt x="252311" y="31087"/>
                  </a:cubicBezTo>
                  <a:cubicBezTo>
                    <a:pt x="218637" y="29693"/>
                    <a:pt x="190204" y="55779"/>
                    <a:pt x="188806" y="89352"/>
                  </a:cubicBezTo>
                  <a:cubicBezTo>
                    <a:pt x="188735" y="91064"/>
                    <a:pt x="188736" y="92779"/>
                    <a:pt x="188810" y="94491"/>
                  </a:cubicBezTo>
                  <a:lnTo>
                    <a:pt x="188810" y="210858"/>
                  </a:lnTo>
                  <a:lnTo>
                    <a:pt x="156155" y="210858"/>
                  </a:lnTo>
                  <a:lnTo>
                    <a:pt x="156155" y="93542"/>
                  </a:lnTo>
                  <a:cubicBezTo>
                    <a:pt x="156155" y="54057"/>
                    <a:pt x="134639" y="31087"/>
                    <a:pt x="96366" y="31087"/>
                  </a:cubicBezTo>
                  <a:cubicBezTo>
                    <a:pt x="62639" y="29695"/>
                    <a:pt x="34165" y="55826"/>
                    <a:pt x="32770" y="89451"/>
                  </a:cubicBezTo>
                  <a:cubicBezTo>
                    <a:pt x="32700" y="91130"/>
                    <a:pt x="32700" y="92812"/>
                    <a:pt x="32770" y="94491"/>
                  </a:cubicBezTo>
                  <a:lnTo>
                    <a:pt x="32770" y="210858"/>
                  </a:lnTo>
                  <a:lnTo>
                    <a:pt x="-76" y="210858"/>
                  </a:lnTo>
                  <a:lnTo>
                    <a:pt x="-76" y="3941"/>
                  </a:lnTo>
                  <a:lnTo>
                    <a:pt x="32389" y="3941"/>
                  </a:lnTo>
                  <a:lnTo>
                    <a:pt x="32389" y="33460"/>
                  </a:lnTo>
                  <a:cubicBezTo>
                    <a:pt x="48532" y="11257"/>
                    <a:pt x="74790" y="-1369"/>
                    <a:pt x="102269" y="-140"/>
                  </a:cubicBezTo>
                  <a:cubicBezTo>
                    <a:pt x="138828" y="-140"/>
                    <a:pt x="166627" y="15996"/>
                    <a:pt x="180051" y="43236"/>
                  </a:cubicBezTo>
                  <a:cubicBezTo>
                    <a:pt x="196426" y="11155"/>
                    <a:pt x="229081" y="-140"/>
                    <a:pt x="258214" y="-140"/>
                  </a:cubicBezTo>
                  <a:cubicBezTo>
                    <a:pt x="309720" y="145"/>
                    <a:pt x="345041" y="32891"/>
                    <a:pt x="345041" y="82911"/>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137" name="Freeform 136">
              <a:extLst>
                <a:ext uri="{FF2B5EF4-FFF2-40B4-BE49-F238E27FC236}">
                  <a16:creationId xmlns:a16="http://schemas.microsoft.com/office/drawing/2014/main" id="{17793A04-EC53-F152-EC44-CFB635A5D894}"/>
                </a:ext>
              </a:extLst>
            </p:cNvPr>
            <p:cNvSpPr/>
            <p:nvPr/>
          </p:nvSpPr>
          <p:spPr>
            <a:xfrm>
              <a:off x="4036276" y="1816698"/>
              <a:ext cx="212496" cy="215242"/>
            </a:xfrm>
            <a:custGeom>
              <a:avLst/>
              <a:gdLst>
                <a:gd name="connsiteX0" fmla="*/ 179766 w 212496"/>
                <a:gd name="connsiteY0" fmla="*/ 210851 h 215242"/>
                <a:gd name="connsiteX1" fmla="*/ 179766 w 212496"/>
                <a:gd name="connsiteY1" fmla="*/ 180004 h 215242"/>
                <a:gd name="connsiteX2" fmla="*/ 103602 w 212496"/>
                <a:gd name="connsiteY2" fmla="*/ 214933 h 215242"/>
                <a:gd name="connsiteX3" fmla="*/ -76 w 212496"/>
                <a:gd name="connsiteY3" fmla="*/ 107298 h 215242"/>
                <a:gd name="connsiteX4" fmla="*/ 103602 w 212496"/>
                <a:gd name="connsiteY4" fmla="*/ -146 h 215242"/>
                <a:gd name="connsiteX5" fmla="*/ 179766 w 212496"/>
                <a:gd name="connsiteY5" fmla="*/ 34782 h 215242"/>
                <a:gd name="connsiteX6" fmla="*/ 179766 w 212496"/>
                <a:gd name="connsiteY6" fmla="*/ 3935 h 215242"/>
                <a:gd name="connsiteX7" fmla="*/ 212421 w 212496"/>
                <a:gd name="connsiteY7" fmla="*/ 3935 h 215242"/>
                <a:gd name="connsiteX8" fmla="*/ 212421 w 212496"/>
                <a:gd name="connsiteY8" fmla="*/ 210851 h 215242"/>
                <a:gd name="connsiteX9" fmla="*/ 33627 w 212496"/>
                <a:gd name="connsiteY9" fmla="*/ 107298 h 215242"/>
                <a:gd name="connsiteX10" fmla="*/ 107886 w 212496"/>
                <a:gd name="connsiteY10" fmla="*/ 184370 h 215242"/>
                <a:gd name="connsiteX11" fmla="*/ 181670 w 212496"/>
                <a:gd name="connsiteY11" fmla="*/ 107298 h 215242"/>
                <a:gd name="connsiteX12" fmla="*/ 108267 w 212496"/>
                <a:gd name="connsiteY12" fmla="*/ 30511 h 215242"/>
                <a:gd name="connsiteX13" fmla="*/ 34007 w 212496"/>
                <a:gd name="connsiteY13" fmla="*/ 107583 h 215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2496" h="215242">
                  <a:moveTo>
                    <a:pt x="179766" y="210851"/>
                  </a:moveTo>
                  <a:lnTo>
                    <a:pt x="179766" y="180004"/>
                  </a:lnTo>
                  <a:cubicBezTo>
                    <a:pt x="161517" y="203215"/>
                    <a:pt x="133155" y="216222"/>
                    <a:pt x="103602" y="214933"/>
                  </a:cubicBezTo>
                  <a:cubicBezTo>
                    <a:pt x="45051" y="214933"/>
                    <a:pt x="-76" y="169563"/>
                    <a:pt x="-76" y="107298"/>
                  </a:cubicBezTo>
                  <a:cubicBezTo>
                    <a:pt x="-76" y="45034"/>
                    <a:pt x="45051" y="-146"/>
                    <a:pt x="103602" y="-146"/>
                  </a:cubicBezTo>
                  <a:cubicBezTo>
                    <a:pt x="133137" y="-1341"/>
                    <a:pt x="161457" y="11647"/>
                    <a:pt x="179766" y="34782"/>
                  </a:cubicBezTo>
                  <a:lnTo>
                    <a:pt x="179766" y="3935"/>
                  </a:lnTo>
                  <a:lnTo>
                    <a:pt x="212421" y="3935"/>
                  </a:lnTo>
                  <a:lnTo>
                    <a:pt x="212421" y="210851"/>
                  </a:lnTo>
                  <a:close/>
                  <a:moveTo>
                    <a:pt x="33627" y="107298"/>
                  </a:moveTo>
                  <a:cubicBezTo>
                    <a:pt x="33627" y="150105"/>
                    <a:pt x="63806" y="184370"/>
                    <a:pt x="107886" y="184370"/>
                  </a:cubicBezTo>
                  <a:cubicBezTo>
                    <a:pt x="151966" y="184370"/>
                    <a:pt x="181670" y="151149"/>
                    <a:pt x="181670" y="107298"/>
                  </a:cubicBezTo>
                  <a:cubicBezTo>
                    <a:pt x="181670" y="63447"/>
                    <a:pt x="151204" y="30511"/>
                    <a:pt x="108267" y="30511"/>
                  </a:cubicBezTo>
                  <a:cubicBezTo>
                    <a:pt x="65330" y="30511"/>
                    <a:pt x="34007" y="64966"/>
                    <a:pt x="34007" y="107583"/>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138" name="Freeform 137">
              <a:extLst>
                <a:ext uri="{FF2B5EF4-FFF2-40B4-BE49-F238E27FC236}">
                  <a16:creationId xmlns:a16="http://schemas.microsoft.com/office/drawing/2014/main" id="{81648545-FE65-D69C-7B34-F19F2FE908AD}"/>
                </a:ext>
              </a:extLst>
            </p:cNvPr>
            <p:cNvSpPr/>
            <p:nvPr/>
          </p:nvSpPr>
          <p:spPr>
            <a:xfrm>
              <a:off x="4309609" y="1713505"/>
              <a:ext cx="212496" cy="318434"/>
            </a:xfrm>
            <a:custGeom>
              <a:avLst/>
              <a:gdLst>
                <a:gd name="connsiteX0" fmla="*/ 179766 w 212496"/>
                <a:gd name="connsiteY0" fmla="*/ 138260 h 318434"/>
                <a:gd name="connsiteX1" fmla="*/ 179766 w 212496"/>
                <a:gd name="connsiteY1" fmla="*/ -222 h 318434"/>
                <a:gd name="connsiteX2" fmla="*/ 212421 w 212496"/>
                <a:gd name="connsiteY2" fmla="*/ -222 h 318434"/>
                <a:gd name="connsiteX3" fmla="*/ 212421 w 212496"/>
                <a:gd name="connsiteY3" fmla="*/ 314044 h 318434"/>
                <a:gd name="connsiteX4" fmla="*/ 179766 w 212496"/>
                <a:gd name="connsiteY4" fmla="*/ 314044 h 318434"/>
                <a:gd name="connsiteX5" fmla="*/ 179766 w 212496"/>
                <a:gd name="connsiteY5" fmla="*/ 283196 h 318434"/>
                <a:gd name="connsiteX6" fmla="*/ 103602 w 212496"/>
                <a:gd name="connsiteY6" fmla="*/ 318125 h 318434"/>
                <a:gd name="connsiteX7" fmla="*/ -76 w 212496"/>
                <a:gd name="connsiteY7" fmla="*/ 210491 h 318434"/>
                <a:gd name="connsiteX8" fmla="*/ 103602 w 212496"/>
                <a:gd name="connsiteY8" fmla="*/ 103046 h 318434"/>
                <a:gd name="connsiteX9" fmla="*/ 179766 w 212496"/>
                <a:gd name="connsiteY9" fmla="*/ 138260 h 318434"/>
                <a:gd name="connsiteX10" fmla="*/ 33626 w 212496"/>
                <a:gd name="connsiteY10" fmla="*/ 210775 h 318434"/>
                <a:gd name="connsiteX11" fmla="*/ 107886 w 212496"/>
                <a:gd name="connsiteY11" fmla="*/ 287847 h 318434"/>
                <a:gd name="connsiteX12" fmla="*/ 181765 w 212496"/>
                <a:gd name="connsiteY12" fmla="*/ 210775 h 318434"/>
                <a:gd name="connsiteX13" fmla="*/ 107886 w 212496"/>
                <a:gd name="connsiteY13" fmla="*/ 133894 h 318434"/>
                <a:gd name="connsiteX14" fmla="*/ 33626 w 212496"/>
                <a:gd name="connsiteY14" fmla="*/ 210775 h 318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2496" h="318434">
                  <a:moveTo>
                    <a:pt x="179766" y="138260"/>
                  </a:moveTo>
                  <a:lnTo>
                    <a:pt x="179766" y="-222"/>
                  </a:lnTo>
                  <a:lnTo>
                    <a:pt x="212421" y="-222"/>
                  </a:lnTo>
                  <a:lnTo>
                    <a:pt x="212421" y="314044"/>
                  </a:lnTo>
                  <a:lnTo>
                    <a:pt x="179766" y="314044"/>
                  </a:lnTo>
                  <a:lnTo>
                    <a:pt x="179766" y="283196"/>
                  </a:lnTo>
                  <a:cubicBezTo>
                    <a:pt x="161517" y="306408"/>
                    <a:pt x="133155" y="319414"/>
                    <a:pt x="103602" y="318125"/>
                  </a:cubicBezTo>
                  <a:cubicBezTo>
                    <a:pt x="45146" y="318125"/>
                    <a:pt x="-76" y="272755"/>
                    <a:pt x="-76" y="210491"/>
                  </a:cubicBezTo>
                  <a:cubicBezTo>
                    <a:pt x="-76" y="148226"/>
                    <a:pt x="45146" y="103046"/>
                    <a:pt x="103602" y="103046"/>
                  </a:cubicBezTo>
                  <a:cubicBezTo>
                    <a:pt x="133187" y="101919"/>
                    <a:pt x="161516" y="115018"/>
                    <a:pt x="179766" y="138260"/>
                  </a:cubicBezTo>
                  <a:close/>
                  <a:moveTo>
                    <a:pt x="33626" y="210775"/>
                  </a:moveTo>
                  <a:cubicBezTo>
                    <a:pt x="33626" y="253583"/>
                    <a:pt x="63901" y="287847"/>
                    <a:pt x="107886" y="287847"/>
                  </a:cubicBezTo>
                  <a:cubicBezTo>
                    <a:pt x="151871" y="287847"/>
                    <a:pt x="181765" y="254626"/>
                    <a:pt x="181765" y="210775"/>
                  </a:cubicBezTo>
                  <a:cubicBezTo>
                    <a:pt x="181765" y="166924"/>
                    <a:pt x="151109" y="133894"/>
                    <a:pt x="107886" y="133894"/>
                  </a:cubicBezTo>
                  <a:cubicBezTo>
                    <a:pt x="64663" y="133894"/>
                    <a:pt x="33626" y="168158"/>
                    <a:pt x="33626" y="210775"/>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139" name="Freeform 138">
              <a:extLst>
                <a:ext uri="{FF2B5EF4-FFF2-40B4-BE49-F238E27FC236}">
                  <a16:creationId xmlns:a16="http://schemas.microsoft.com/office/drawing/2014/main" id="{E8F6EC9E-A16A-476E-05D8-988EAF9B38FE}"/>
                </a:ext>
              </a:extLst>
            </p:cNvPr>
            <p:cNvSpPr/>
            <p:nvPr/>
          </p:nvSpPr>
          <p:spPr>
            <a:xfrm>
              <a:off x="4582750" y="1817058"/>
              <a:ext cx="200786" cy="215195"/>
            </a:xfrm>
            <a:custGeom>
              <a:avLst/>
              <a:gdLst>
                <a:gd name="connsiteX0" fmla="*/ 200710 w 200786"/>
                <a:gd name="connsiteY0" fmla="*/ 106558 h 215195"/>
                <a:gd name="connsiteX1" fmla="*/ 200044 w 200786"/>
                <a:gd name="connsiteY1" fmla="*/ 118802 h 215195"/>
                <a:gd name="connsiteX2" fmla="*/ 33722 w 200786"/>
                <a:gd name="connsiteY2" fmla="*/ 118802 h 215195"/>
                <a:gd name="connsiteX3" fmla="*/ 107009 w 200786"/>
                <a:gd name="connsiteY3" fmla="*/ 186292 h 215195"/>
                <a:gd name="connsiteX4" fmla="*/ 107124 w 200786"/>
                <a:gd name="connsiteY4" fmla="*/ 186288 h 215195"/>
                <a:gd name="connsiteX5" fmla="*/ 172816 w 200786"/>
                <a:gd name="connsiteY5" fmla="*/ 160281 h 215195"/>
                <a:gd name="connsiteX6" fmla="*/ 190333 w 200786"/>
                <a:gd name="connsiteY6" fmla="*/ 182586 h 215195"/>
                <a:gd name="connsiteX7" fmla="*/ 104649 w 200786"/>
                <a:gd name="connsiteY7" fmla="*/ 214857 h 215195"/>
                <a:gd name="connsiteX8" fmla="*/ -76 w 200786"/>
                <a:gd name="connsiteY8" fmla="*/ 107413 h 215195"/>
                <a:gd name="connsiteX9" fmla="*/ 102840 w 200786"/>
                <a:gd name="connsiteY9" fmla="*/ -222 h 215195"/>
                <a:gd name="connsiteX10" fmla="*/ 200710 w 200786"/>
                <a:gd name="connsiteY10" fmla="*/ 106558 h 215195"/>
                <a:gd name="connsiteX11" fmla="*/ 34197 w 200786"/>
                <a:gd name="connsiteY11" fmla="*/ 92321 h 215195"/>
                <a:gd name="connsiteX12" fmla="*/ 167484 w 200786"/>
                <a:gd name="connsiteY12" fmla="*/ 92321 h 215195"/>
                <a:gd name="connsiteX13" fmla="*/ 102650 w 200786"/>
                <a:gd name="connsiteY13" fmla="*/ 28822 h 215195"/>
                <a:gd name="connsiteX14" fmla="*/ 34197 w 200786"/>
                <a:gd name="connsiteY14" fmla="*/ 92321 h 215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0786" h="215195">
                  <a:moveTo>
                    <a:pt x="200710" y="106558"/>
                  </a:moveTo>
                  <a:cubicBezTo>
                    <a:pt x="200702" y="110648"/>
                    <a:pt x="200479" y="114735"/>
                    <a:pt x="200044" y="118802"/>
                  </a:cubicBezTo>
                  <a:lnTo>
                    <a:pt x="33722" y="118802"/>
                  </a:lnTo>
                  <a:cubicBezTo>
                    <a:pt x="35265" y="157615"/>
                    <a:pt x="68077" y="187832"/>
                    <a:pt x="107009" y="186292"/>
                  </a:cubicBezTo>
                  <a:cubicBezTo>
                    <a:pt x="107047" y="186291"/>
                    <a:pt x="107086" y="186289"/>
                    <a:pt x="107124" y="186288"/>
                  </a:cubicBezTo>
                  <a:cubicBezTo>
                    <a:pt x="131558" y="186344"/>
                    <a:pt x="155077" y="177032"/>
                    <a:pt x="172816" y="160281"/>
                  </a:cubicBezTo>
                  <a:lnTo>
                    <a:pt x="190333" y="182586"/>
                  </a:lnTo>
                  <a:cubicBezTo>
                    <a:pt x="167424" y="204609"/>
                    <a:pt x="136442" y="216278"/>
                    <a:pt x="104649" y="214857"/>
                  </a:cubicBezTo>
                  <a:cubicBezTo>
                    <a:pt x="43337" y="214857"/>
                    <a:pt x="-76" y="171386"/>
                    <a:pt x="-76" y="107413"/>
                  </a:cubicBezTo>
                  <a:cubicBezTo>
                    <a:pt x="-76" y="43439"/>
                    <a:pt x="43908" y="-222"/>
                    <a:pt x="102840" y="-222"/>
                  </a:cubicBezTo>
                  <a:cubicBezTo>
                    <a:pt x="159487" y="-222"/>
                    <a:pt x="200044" y="43629"/>
                    <a:pt x="200710" y="106558"/>
                  </a:cubicBezTo>
                  <a:close/>
                  <a:moveTo>
                    <a:pt x="34197" y="92321"/>
                  </a:moveTo>
                  <a:lnTo>
                    <a:pt x="167484" y="92321"/>
                  </a:lnTo>
                  <a:cubicBezTo>
                    <a:pt x="163295" y="53690"/>
                    <a:pt x="137875" y="28822"/>
                    <a:pt x="102650" y="28822"/>
                  </a:cubicBezTo>
                  <a:cubicBezTo>
                    <a:pt x="64187" y="28822"/>
                    <a:pt x="39434" y="55019"/>
                    <a:pt x="34197" y="92321"/>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140" name="Freeform 139">
              <a:extLst>
                <a:ext uri="{FF2B5EF4-FFF2-40B4-BE49-F238E27FC236}">
                  <a16:creationId xmlns:a16="http://schemas.microsoft.com/office/drawing/2014/main" id="{CFE1BA45-E8D2-D7B2-E455-7AC3F7E263CF}"/>
                </a:ext>
              </a:extLst>
            </p:cNvPr>
            <p:cNvSpPr/>
            <p:nvPr/>
          </p:nvSpPr>
          <p:spPr>
            <a:xfrm>
              <a:off x="4961379" y="1816985"/>
              <a:ext cx="212115" cy="298393"/>
            </a:xfrm>
            <a:custGeom>
              <a:avLst/>
              <a:gdLst>
                <a:gd name="connsiteX0" fmla="*/ 212040 w 212115"/>
                <a:gd name="connsiteY0" fmla="*/ 107296 h 298393"/>
                <a:gd name="connsiteX1" fmla="*/ 108362 w 212115"/>
                <a:gd name="connsiteY1" fmla="*/ 214930 h 298393"/>
                <a:gd name="connsiteX2" fmla="*/ 32769 w 212115"/>
                <a:gd name="connsiteY2" fmla="*/ 180191 h 298393"/>
                <a:gd name="connsiteX3" fmla="*/ 32769 w 212115"/>
                <a:gd name="connsiteY3" fmla="*/ 298172 h 298393"/>
                <a:gd name="connsiteX4" fmla="*/ -76 w 212115"/>
                <a:gd name="connsiteY4" fmla="*/ 298172 h 298393"/>
                <a:gd name="connsiteX5" fmla="*/ -76 w 212115"/>
                <a:gd name="connsiteY5" fmla="*/ 3933 h 298393"/>
                <a:gd name="connsiteX6" fmla="*/ 32769 w 212115"/>
                <a:gd name="connsiteY6" fmla="*/ 3933 h 298393"/>
                <a:gd name="connsiteX7" fmla="*/ 32769 w 212115"/>
                <a:gd name="connsiteY7" fmla="*/ 34495 h 298393"/>
                <a:gd name="connsiteX8" fmla="*/ 108362 w 212115"/>
                <a:gd name="connsiteY8" fmla="*/ -149 h 298393"/>
                <a:gd name="connsiteX9" fmla="*/ 212040 w 212115"/>
                <a:gd name="connsiteY9" fmla="*/ 107296 h 298393"/>
                <a:gd name="connsiteX10" fmla="*/ 30580 w 212115"/>
                <a:gd name="connsiteY10" fmla="*/ 107296 h 298393"/>
                <a:gd name="connsiteX11" fmla="*/ 104458 w 212115"/>
                <a:gd name="connsiteY11" fmla="*/ 184367 h 298393"/>
                <a:gd name="connsiteX12" fmla="*/ 178527 w 212115"/>
                <a:gd name="connsiteY12" fmla="*/ 107296 h 298393"/>
                <a:gd name="connsiteX13" fmla="*/ 104458 w 212115"/>
                <a:gd name="connsiteY13" fmla="*/ 30414 h 298393"/>
                <a:gd name="connsiteX14" fmla="*/ 30580 w 212115"/>
                <a:gd name="connsiteY14" fmla="*/ 107296 h 298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2115" h="298393">
                  <a:moveTo>
                    <a:pt x="212040" y="107296"/>
                  </a:moveTo>
                  <a:cubicBezTo>
                    <a:pt x="212040" y="169560"/>
                    <a:pt x="166722" y="214930"/>
                    <a:pt x="108362" y="214930"/>
                  </a:cubicBezTo>
                  <a:cubicBezTo>
                    <a:pt x="79040" y="216078"/>
                    <a:pt x="50938" y="203164"/>
                    <a:pt x="32769" y="180191"/>
                  </a:cubicBezTo>
                  <a:lnTo>
                    <a:pt x="32769" y="298172"/>
                  </a:lnTo>
                  <a:lnTo>
                    <a:pt x="-76" y="298172"/>
                  </a:lnTo>
                  <a:lnTo>
                    <a:pt x="-76" y="3933"/>
                  </a:lnTo>
                  <a:lnTo>
                    <a:pt x="32769" y="3933"/>
                  </a:lnTo>
                  <a:lnTo>
                    <a:pt x="32769" y="34495"/>
                  </a:lnTo>
                  <a:cubicBezTo>
                    <a:pt x="50958" y="11558"/>
                    <a:pt x="79056" y="-1320"/>
                    <a:pt x="108362" y="-149"/>
                  </a:cubicBezTo>
                  <a:cubicBezTo>
                    <a:pt x="166722" y="-149"/>
                    <a:pt x="212040" y="45221"/>
                    <a:pt x="212040" y="107296"/>
                  </a:cubicBezTo>
                  <a:close/>
                  <a:moveTo>
                    <a:pt x="30580" y="107296"/>
                  </a:moveTo>
                  <a:cubicBezTo>
                    <a:pt x="30580" y="151147"/>
                    <a:pt x="61330" y="184367"/>
                    <a:pt x="104458" y="184367"/>
                  </a:cubicBezTo>
                  <a:cubicBezTo>
                    <a:pt x="147586" y="184367"/>
                    <a:pt x="178527" y="150103"/>
                    <a:pt x="178527" y="107296"/>
                  </a:cubicBezTo>
                  <a:cubicBezTo>
                    <a:pt x="178527" y="64489"/>
                    <a:pt x="148538" y="30414"/>
                    <a:pt x="104458" y="30414"/>
                  </a:cubicBezTo>
                  <a:cubicBezTo>
                    <a:pt x="60379" y="30414"/>
                    <a:pt x="30580" y="63540"/>
                    <a:pt x="30580" y="107296"/>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141" name="Freeform 140">
              <a:extLst>
                <a:ext uri="{FF2B5EF4-FFF2-40B4-BE49-F238E27FC236}">
                  <a16:creationId xmlns:a16="http://schemas.microsoft.com/office/drawing/2014/main" id="{03BA1237-90C0-8E61-656B-E9271B4AE35A}"/>
                </a:ext>
              </a:extLst>
            </p:cNvPr>
            <p:cNvSpPr/>
            <p:nvPr/>
          </p:nvSpPr>
          <p:spPr>
            <a:xfrm>
              <a:off x="5218812" y="1817058"/>
              <a:ext cx="200310" cy="215175"/>
            </a:xfrm>
            <a:custGeom>
              <a:avLst/>
              <a:gdLst>
                <a:gd name="connsiteX0" fmla="*/ 200234 w 200310"/>
                <a:gd name="connsiteY0" fmla="*/ 106558 h 215175"/>
                <a:gd name="connsiteX1" fmla="*/ 199568 w 200310"/>
                <a:gd name="connsiteY1" fmla="*/ 118802 h 215175"/>
                <a:gd name="connsiteX2" fmla="*/ 33246 w 200310"/>
                <a:gd name="connsiteY2" fmla="*/ 118802 h 215175"/>
                <a:gd name="connsiteX3" fmla="*/ 106533 w 200310"/>
                <a:gd name="connsiteY3" fmla="*/ 186292 h 215175"/>
                <a:gd name="connsiteX4" fmla="*/ 106649 w 200310"/>
                <a:gd name="connsiteY4" fmla="*/ 186288 h 215175"/>
                <a:gd name="connsiteX5" fmla="*/ 172340 w 200310"/>
                <a:gd name="connsiteY5" fmla="*/ 160281 h 215175"/>
                <a:gd name="connsiteX6" fmla="*/ 189857 w 200310"/>
                <a:gd name="connsiteY6" fmla="*/ 182586 h 215175"/>
                <a:gd name="connsiteX7" fmla="*/ 104649 w 200310"/>
                <a:gd name="connsiteY7" fmla="*/ 214857 h 215175"/>
                <a:gd name="connsiteX8" fmla="*/ -76 w 200310"/>
                <a:gd name="connsiteY8" fmla="*/ 107413 h 215175"/>
                <a:gd name="connsiteX9" fmla="*/ 102935 w 200310"/>
                <a:gd name="connsiteY9" fmla="*/ -222 h 215175"/>
                <a:gd name="connsiteX10" fmla="*/ 200234 w 200310"/>
                <a:gd name="connsiteY10" fmla="*/ 106558 h 215175"/>
                <a:gd name="connsiteX11" fmla="*/ 33722 w 200310"/>
                <a:gd name="connsiteY11" fmla="*/ 92321 h 215175"/>
                <a:gd name="connsiteX12" fmla="*/ 167008 w 200310"/>
                <a:gd name="connsiteY12" fmla="*/ 92321 h 215175"/>
                <a:gd name="connsiteX13" fmla="*/ 102174 w 200310"/>
                <a:gd name="connsiteY13" fmla="*/ 28822 h 215175"/>
                <a:gd name="connsiteX14" fmla="*/ 33722 w 200310"/>
                <a:gd name="connsiteY14" fmla="*/ 92321 h 215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0310" h="215175">
                  <a:moveTo>
                    <a:pt x="200234" y="106558"/>
                  </a:moveTo>
                  <a:cubicBezTo>
                    <a:pt x="200226" y="110648"/>
                    <a:pt x="200004" y="114735"/>
                    <a:pt x="199568" y="118802"/>
                  </a:cubicBezTo>
                  <a:lnTo>
                    <a:pt x="33246" y="118802"/>
                  </a:lnTo>
                  <a:cubicBezTo>
                    <a:pt x="34790" y="157615"/>
                    <a:pt x="67602" y="187832"/>
                    <a:pt x="106533" y="186292"/>
                  </a:cubicBezTo>
                  <a:cubicBezTo>
                    <a:pt x="106571" y="186291"/>
                    <a:pt x="106610" y="186289"/>
                    <a:pt x="106649" y="186288"/>
                  </a:cubicBezTo>
                  <a:cubicBezTo>
                    <a:pt x="131082" y="186344"/>
                    <a:pt x="154601" y="177032"/>
                    <a:pt x="172340" y="160281"/>
                  </a:cubicBezTo>
                  <a:lnTo>
                    <a:pt x="189857" y="182586"/>
                  </a:lnTo>
                  <a:cubicBezTo>
                    <a:pt x="167064" y="204487"/>
                    <a:pt x="136280" y="216147"/>
                    <a:pt x="104649" y="214857"/>
                  </a:cubicBezTo>
                  <a:cubicBezTo>
                    <a:pt x="43337" y="214857"/>
                    <a:pt x="-76" y="171386"/>
                    <a:pt x="-76" y="107413"/>
                  </a:cubicBezTo>
                  <a:cubicBezTo>
                    <a:pt x="-76" y="43439"/>
                    <a:pt x="43908" y="-222"/>
                    <a:pt x="102935" y="-222"/>
                  </a:cubicBezTo>
                  <a:cubicBezTo>
                    <a:pt x="158725" y="-222"/>
                    <a:pt x="199568" y="43629"/>
                    <a:pt x="200234" y="106558"/>
                  </a:cubicBezTo>
                  <a:close/>
                  <a:moveTo>
                    <a:pt x="33722" y="92321"/>
                  </a:moveTo>
                  <a:lnTo>
                    <a:pt x="167008" y="92321"/>
                  </a:lnTo>
                  <a:cubicBezTo>
                    <a:pt x="162819" y="53690"/>
                    <a:pt x="137399" y="28822"/>
                    <a:pt x="102174" y="28822"/>
                  </a:cubicBezTo>
                  <a:cubicBezTo>
                    <a:pt x="63521" y="28822"/>
                    <a:pt x="38958" y="55019"/>
                    <a:pt x="33722" y="92321"/>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142" name="Freeform 141">
              <a:extLst>
                <a:ext uri="{FF2B5EF4-FFF2-40B4-BE49-F238E27FC236}">
                  <a16:creationId xmlns:a16="http://schemas.microsoft.com/office/drawing/2014/main" id="{F151722C-5A03-71B9-FDE0-E19AF7608C1B}"/>
                </a:ext>
              </a:extLst>
            </p:cNvPr>
            <p:cNvSpPr/>
            <p:nvPr/>
          </p:nvSpPr>
          <p:spPr>
            <a:xfrm>
              <a:off x="5479672" y="1816723"/>
              <a:ext cx="132429" cy="211047"/>
            </a:xfrm>
            <a:custGeom>
              <a:avLst/>
              <a:gdLst>
                <a:gd name="connsiteX0" fmla="*/ 132354 w 132429"/>
                <a:gd name="connsiteY0" fmla="*/ 7041 h 211047"/>
                <a:gd name="connsiteX1" fmla="*/ 124452 w 132429"/>
                <a:gd name="connsiteY1" fmla="*/ 39123 h 211047"/>
                <a:gd name="connsiteX2" fmla="*/ 88274 w 132429"/>
                <a:gd name="connsiteY2" fmla="*/ 30485 h 211047"/>
                <a:gd name="connsiteX3" fmla="*/ 32580 w 132429"/>
                <a:gd name="connsiteY3" fmla="*/ 94933 h 211047"/>
                <a:gd name="connsiteX4" fmla="*/ 32580 w 132429"/>
                <a:gd name="connsiteY4" fmla="*/ 210825 h 211047"/>
                <a:gd name="connsiteX5" fmla="*/ -76 w 132429"/>
                <a:gd name="connsiteY5" fmla="*/ 210825 h 211047"/>
                <a:gd name="connsiteX6" fmla="*/ -76 w 132429"/>
                <a:gd name="connsiteY6" fmla="*/ 3909 h 211047"/>
                <a:gd name="connsiteX7" fmla="*/ 32389 w 132429"/>
                <a:gd name="connsiteY7" fmla="*/ 3909 h 211047"/>
                <a:gd name="connsiteX8" fmla="*/ 32389 w 132429"/>
                <a:gd name="connsiteY8" fmla="*/ 32953 h 211047"/>
                <a:gd name="connsiteX9" fmla="*/ 93986 w 132429"/>
                <a:gd name="connsiteY9" fmla="*/ -172 h 211047"/>
                <a:gd name="connsiteX10" fmla="*/ 132354 w 132429"/>
                <a:gd name="connsiteY10" fmla="*/ 7042 h 211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2429" h="211047">
                  <a:moveTo>
                    <a:pt x="132354" y="7041"/>
                  </a:moveTo>
                  <a:lnTo>
                    <a:pt x="124452" y="39123"/>
                  </a:lnTo>
                  <a:cubicBezTo>
                    <a:pt x="113243" y="33445"/>
                    <a:pt x="100847" y="30486"/>
                    <a:pt x="88274" y="30485"/>
                  </a:cubicBezTo>
                  <a:cubicBezTo>
                    <a:pt x="55810" y="30485"/>
                    <a:pt x="32580" y="55828"/>
                    <a:pt x="32580" y="94933"/>
                  </a:cubicBezTo>
                  <a:lnTo>
                    <a:pt x="32580" y="210825"/>
                  </a:lnTo>
                  <a:lnTo>
                    <a:pt x="-76" y="210825"/>
                  </a:lnTo>
                  <a:lnTo>
                    <a:pt x="-76" y="3909"/>
                  </a:lnTo>
                  <a:lnTo>
                    <a:pt x="32389" y="3909"/>
                  </a:lnTo>
                  <a:lnTo>
                    <a:pt x="32389" y="32953"/>
                  </a:lnTo>
                  <a:cubicBezTo>
                    <a:pt x="45830" y="12074"/>
                    <a:pt x="69102" y="-442"/>
                    <a:pt x="93986" y="-172"/>
                  </a:cubicBezTo>
                  <a:cubicBezTo>
                    <a:pt x="107152" y="-612"/>
                    <a:pt x="120253" y="1851"/>
                    <a:pt x="132354" y="7042"/>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143" name="Freeform 142">
              <a:extLst>
                <a:ext uri="{FF2B5EF4-FFF2-40B4-BE49-F238E27FC236}">
                  <a16:creationId xmlns:a16="http://schemas.microsoft.com/office/drawing/2014/main" id="{B7F74361-AC2A-A2FD-A67C-EB8256B28636}"/>
                </a:ext>
              </a:extLst>
            </p:cNvPr>
            <p:cNvSpPr/>
            <p:nvPr/>
          </p:nvSpPr>
          <p:spPr>
            <a:xfrm>
              <a:off x="5639331" y="1817512"/>
              <a:ext cx="177937" cy="214453"/>
            </a:xfrm>
            <a:custGeom>
              <a:avLst/>
              <a:gdLst>
                <a:gd name="connsiteX0" fmla="*/ 90464 w 177937"/>
                <a:gd name="connsiteY0" fmla="*/ 27894 h 214453"/>
                <a:gd name="connsiteX1" fmla="*/ 41338 w 177937"/>
                <a:gd name="connsiteY1" fmla="*/ 60450 h 214453"/>
                <a:gd name="connsiteX2" fmla="*/ 83704 w 177937"/>
                <a:gd name="connsiteY2" fmla="*/ 89494 h 214453"/>
                <a:gd name="connsiteX3" fmla="*/ 108172 w 177937"/>
                <a:gd name="connsiteY3" fmla="*/ 92531 h 214453"/>
                <a:gd name="connsiteX4" fmla="*/ 177861 w 177937"/>
                <a:gd name="connsiteY4" fmla="*/ 150240 h 214453"/>
                <a:gd name="connsiteX5" fmla="*/ 86465 w 177937"/>
                <a:gd name="connsiteY5" fmla="*/ 214214 h 214453"/>
                <a:gd name="connsiteX6" fmla="*/ -76 w 177937"/>
                <a:gd name="connsiteY6" fmla="*/ 187732 h 214453"/>
                <a:gd name="connsiteX7" fmla="*/ 15062 w 177937"/>
                <a:gd name="connsiteY7" fmla="*/ 163339 h 214453"/>
                <a:gd name="connsiteX8" fmla="*/ 86941 w 177937"/>
                <a:gd name="connsiteY8" fmla="*/ 185834 h 214453"/>
                <a:gd name="connsiteX9" fmla="*/ 144064 w 177937"/>
                <a:gd name="connsiteY9" fmla="*/ 152423 h 214453"/>
                <a:gd name="connsiteX10" fmla="*/ 100651 w 177937"/>
                <a:gd name="connsiteY10" fmla="*/ 122240 h 214453"/>
                <a:gd name="connsiteX11" fmla="*/ 75897 w 177937"/>
                <a:gd name="connsiteY11" fmla="*/ 119393 h 214453"/>
                <a:gd name="connsiteX12" fmla="*/ 7350 w 177937"/>
                <a:gd name="connsiteY12" fmla="*/ 62443 h 214453"/>
                <a:gd name="connsiteX13" fmla="*/ 90178 w 177937"/>
                <a:gd name="connsiteY13" fmla="*/ -201 h 214453"/>
                <a:gd name="connsiteX14" fmla="*/ 172530 w 177937"/>
                <a:gd name="connsiteY14" fmla="*/ 22294 h 214453"/>
                <a:gd name="connsiteX15" fmla="*/ 158249 w 177937"/>
                <a:gd name="connsiteY15" fmla="*/ 47636 h 214453"/>
                <a:gd name="connsiteX16" fmla="*/ 90464 w 177937"/>
                <a:gd name="connsiteY16" fmla="*/ 27894 h 214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7937" h="214453">
                  <a:moveTo>
                    <a:pt x="90464" y="27894"/>
                  </a:moveTo>
                  <a:cubicBezTo>
                    <a:pt x="60855" y="27894"/>
                    <a:pt x="41338" y="40328"/>
                    <a:pt x="41338" y="60450"/>
                  </a:cubicBezTo>
                  <a:cubicBezTo>
                    <a:pt x="41338" y="77914"/>
                    <a:pt x="56285" y="86172"/>
                    <a:pt x="83704" y="89494"/>
                  </a:cubicBezTo>
                  <a:lnTo>
                    <a:pt x="108172" y="92531"/>
                  </a:lnTo>
                  <a:cubicBezTo>
                    <a:pt x="152251" y="98416"/>
                    <a:pt x="177861" y="116355"/>
                    <a:pt x="177861" y="150240"/>
                  </a:cubicBezTo>
                  <a:cubicBezTo>
                    <a:pt x="177861" y="189535"/>
                    <a:pt x="142350" y="214214"/>
                    <a:pt x="86465" y="214214"/>
                  </a:cubicBezTo>
                  <a:cubicBezTo>
                    <a:pt x="55541" y="214689"/>
                    <a:pt x="25256" y="205422"/>
                    <a:pt x="-76" y="187732"/>
                  </a:cubicBezTo>
                  <a:lnTo>
                    <a:pt x="15062" y="163339"/>
                  </a:lnTo>
                  <a:cubicBezTo>
                    <a:pt x="35594" y="179085"/>
                    <a:pt x="61066" y="187057"/>
                    <a:pt x="86941" y="185834"/>
                  </a:cubicBezTo>
                  <a:cubicBezTo>
                    <a:pt x="121976" y="185834"/>
                    <a:pt x="144064" y="174254"/>
                    <a:pt x="144064" y="152423"/>
                  </a:cubicBezTo>
                  <a:cubicBezTo>
                    <a:pt x="144064" y="135813"/>
                    <a:pt x="130259" y="125752"/>
                    <a:pt x="100651" y="122240"/>
                  </a:cubicBezTo>
                  <a:lnTo>
                    <a:pt x="75897" y="119393"/>
                  </a:lnTo>
                  <a:cubicBezTo>
                    <a:pt x="28295" y="113508"/>
                    <a:pt x="7350" y="93006"/>
                    <a:pt x="7350" y="62443"/>
                  </a:cubicBezTo>
                  <a:cubicBezTo>
                    <a:pt x="7350" y="23148"/>
                    <a:pt x="40195" y="-201"/>
                    <a:pt x="90178" y="-201"/>
                  </a:cubicBezTo>
                  <a:cubicBezTo>
                    <a:pt x="119218" y="-683"/>
                    <a:pt x="147792" y="7122"/>
                    <a:pt x="172530" y="22294"/>
                  </a:cubicBezTo>
                  <a:lnTo>
                    <a:pt x="158249" y="47636"/>
                  </a:lnTo>
                  <a:cubicBezTo>
                    <a:pt x="137944" y="34879"/>
                    <a:pt x="114464" y="28041"/>
                    <a:pt x="90464" y="27894"/>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144" name="Freeform 143">
              <a:extLst>
                <a:ext uri="{FF2B5EF4-FFF2-40B4-BE49-F238E27FC236}">
                  <a16:creationId xmlns:a16="http://schemas.microsoft.com/office/drawing/2014/main" id="{D1F79C3F-7E64-44D9-36C3-04F23F5C6AD7}"/>
                </a:ext>
              </a:extLst>
            </p:cNvPr>
            <p:cNvSpPr/>
            <p:nvPr/>
          </p:nvSpPr>
          <p:spPr>
            <a:xfrm>
              <a:off x="5858692" y="1817011"/>
              <a:ext cx="218591" cy="217974"/>
            </a:xfrm>
            <a:custGeom>
              <a:avLst/>
              <a:gdLst>
                <a:gd name="connsiteX0" fmla="*/ 218503 w 218591"/>
                <a:gd name="connsiteY0" fmla="*/ 107270 h 217974"/>
                <a:gd name="connsiteX1" fmla="*/ 110742 w 218591"/>
                <a:gd name="connsiteY1" fmla="*/ 217741 h 217974"/>
                <a:gd name="connsiteX2" fmla="*/ -65 w 218591"/>
                <a:gd name="connsiteY2" fmla="*/ 110307 h 217974"/>
                <a:gd name="connsiteX3" fmla="*/ 107696 w 218591"/>
                <a:gd name="connsiteY3" fmla="*/ -164 h 217974"/>
                <a:gd name="connsiteX4" fmla="*/ 109113 w 218591"/>
                <a:gd name="connsiteY4" fmla="*/ -175 h 217974"/>
                <a:gd name="connsiteX5" fmla="*/ 218468 w 218591"/>
                <a:gd name="connsiteY5" fmla="*/ 102561 h 217974"/>
                <a:gd name="connsiteX6" fmla="*/ 218504 w 218591"/>
                <a:gd name="connsiteY6" fmla="*/ 107270 h 217974"/>
                <a:gd name="connsiteX7" fmla="*/ 33330 w 218591"/>
                <a:gd name="connsiteY7" fmla="*/ 107270 h 217974"/>
                <a:gd name="connsiteX8" fmla="*/ 110440 w 218591"/>
                <a:gd name="connsiteY8" fmla="*/ 182247 h 217974"/>
                <a:gd name="connsiteX9" fmla="*/ 185645 w 218591"/>
                <a:gd name="connsiteY9" fmla="*/ 105372 h 217974"/>
                <a:gd name="connsiteX10" fmla="*/ 109493 w 218591"/>
                <a:gd name="connsiteY10" fmla="*/ 30388 h 217974"/>
                <a:gd name="connsiteX11" fmla="*/ 32933 w 218591"/>
                <a:gd name="connsiteY11" fmla="*/ 103032 h 217974"/>
                <a:gd name="connsiteX12" fmla="*/ 32948 w 218591"/>
                <a:gd name="connsiteY12" fmla="*/ 107270 h 217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8591" h="217974">
                  <a:moveTo>
                    <a:pt x="218503" y="107270"/>
                  </a:moveTo>
                  <a:cubicBezTo>
                    <a:pt x="219345" y="167443"/>
                    <a:pt x="171099" y="216902"/>
                    <a:pt x="110742" y="217741"/>
                  </a:cubicBezTo>
                  <a:cubicBezTo>
                    <a:pt x="50386" y="218580"/>
                    <a:pt x="776" y="170480"/>
                    <a:pt x="-65" y="110307"/>
                  </a:cubicBezTo>
                  <a:cubicBezTo>
                    <a:pt x="-907" y="50134"/>
                    <a:pt x="47340" y="675"/>
                    <a:pt x="107696" y="-164"/>
                  </a:cubicBezTo>
                  <a:cubicBezTo>
                    <a:pt x="108168" y="-171"/>
                    <a:pt x="108641" y="-174"/>
                    <a:pt x="109113" y="-175"/>
                  </a:cubicBezTo>
                  <a:cubicBezTo>
                    <a:pt x="167767" y="-1911"/>
                    <a:pt x="216727" y="44085"/>
                    <a:pt x="218468" y="102561"/>
                  </a:cubicBezTo>
                  <a:cubicBezTo>
                    <a:pt x="218515" y="104130"/>
                    <a:pt x="218527" y="105700"/>
                    <a:pt x="218504" y="107270"/>
                  </a:cubicBezTo>
                  <a:close/>
                  <a:moveTo>
                    <a:pt x="33330" y="107270"/>
                  </a:moveTo>
                  <a:cubicBezTo>
                    <a:pt x="33856" y="149203"/>
                    <a:pt x="68379" y="182771"/>
                    <a:pt x="110440" y="182247"/>
                  </a:cubicBezTo>
                  <a:cubicBezTo>
                    <a:pt x="152500" y="181723"/>
                    <a:pt x="186171" y="147305"/>
                    <a:pt x="185645" y="105372"/>
                  </a:cubicBezTo>
                  <a:cubicBezTo>
                    <a:pt x="185124" y="63811"/>
                    <a:pt x="151184" y="30391"/>
                    <a:pt x="109493" y="30388"/>
                  </a:cubicBezTo>
                  <a:cubicBezTo>
                    <a:pt x="68231" y="29371"/>
                    <a:pt x="33953" y="61895"/>
                    <a:pt x="32933" y="103032"/>
                  </a:cubicBezTo>
                  <a:cubicBezTo>
                    <a:pt x="32898" y="104445"/>
                    <a:pt x="32903" y="105858"/>
                    <a:pt x="32948" y="107270"/>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145" name="Freeform 144">
              <a:extLst>
                <a:ext uri="{FF2B5EF4-FFF2-40B4-BE49-F238E27FC236}">
                  <a16:creationId xmlns:a16="http://schemas.microsoft.com/office/drawing/2014/main" id="{92FA41CD-B406-9761-91E6-957B284155EE}"/>
                </a:ext>
              </a:extLst>
            </p:cNvPr>
            <p:cNvSpPr/>
            <p:nvPr/>
          </p:nvSpPr>
          <p:spPr>
            <a:xfrm>
              <a:off x="6138203" y="1816698"/>
              <a:ext cx="188790" cy="211073"/>
            </a:xfrm>
            <a:custGeom>
              <a:avLst/>
              <a:gdLst>
                <a:gd name="connsiteX0" fmla="*/ 188714 w 188790"/>
                <a:gd name="connsiteY0" fmla="*/ 82905 h 211073"/>
                <a:gd name="connsiteX1" fmla="*/ 188714 w 188790"/>
                <a:gd name="connsiteY1" fmla="*/ 210851 h 211073"/>
                <a:gd name="connsiteX2" fmla="*/ 156059 w 188790"/>
                <a:gd name="connsiteY2" fmla="*/ 210851 h 211073"/>
                <a:gd name="connsiteX3" fmla="*/ 156059 w 188790"/>
                <a:gd name="connsiteY3" fmla="*/ 93536 h 211073"/>
                <a:gd name="connsiteX4" fmla="*/ 96271 w 188790"/>
                <a:gd name="connsiteY4" fmla="*/ 31081 h 211073"/>
                <a:gd name="connsiteX5" fmla="*/ 32766 w 188790"/>
                <a:gd name="connsiteY5" fmla="*/ 89345 h 211073"/>
                <a:gd name="connsiteX6" fmla="*/ 32770 w 188790"/>
                <a:gd name="connsiteY6" fmla="*/ 94484 h 211073"/>
                <a:gd name="connsiteX7" fmla="*/ 32770 w 188790"/>
                <a:gd name="connsiteY7" fmla="*/ 210851 h 211073"/>
                <a:gd name="connsiteX8" fmla="*/ -76 w 188790"/>
                <a:gd name="connsiteY8" fmla="*/ 210851 h 211073"/>
                <a:gd name="connsiteX9" fmla="*/ -76 w 188790"/>
                <a:gd name="connsiteY9" fmla="*/ 3935 h 211073"/>
                <a:gd name="connsiteX10" fmla="*/ 32293 w 188790"/>
                <a:gd name="connsiteY10" fmla="*/ 3935 h 211073"/>
                <a:gd name="connsiteX11" fmla="*/ 32293 w 188790"/>
                <a:gd name="connsiteY11" fmla="*/ 33454 h 211073"/>
                <a:gd name="connsiteX12" fmla="*/ 102174 w 188790"/>
                <a:gd name="connsiteY12" fmla="*/ -147 h 211073"/>
                <a:gd name="connsiteX13" fmla="*/ 188714 w 188790"/>
                <a:gd name="connsiteY13" fmla="*/ 82905 h 211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8790" h="211073">
                  <a:moveTo>
                    <a:pt x="188714" y="82905"/>
                  </a:moveTo>
                  <a:lnTo>
                    <a:pt x="188714" y="210851"/>
                  </a:lnTo>
                  <a:lnTo>
                    <a:pt x="156059" y="210851"/>
                  </a:lnTo>
                  <a:lnTo>
                    <a:pt x="156059" y="93536"/>
                  </a:lnTo>
                  <a:cubicBezTo>
                    <a:pt x="156059" y="54051"/>
                    <a:pt x="134638" y="31081"/>
                    <a:pt x="96271" y="31081"/>
                  </a:cubicBezTo>
                  <a:cubicBezTo>
                    <a:pt x="62596" y="29687"/>
                    <a:pt x="34164" y="55773"/>
                    <a:pt x="32766" y="89345"/>
                  </a:cubicBezTo>
                  <a:cubicBezTo>
                    <a:pt x="32694" y="91058"/>
                    <a:pt x="32695" y="92772"/>
                    <a:pt x="32770" y="94484"/>
                  </a:cubicBezTo>
                  <a:lnTo>
                    <a:pt x="32770" y="210851"/>
                  </a:lnTo>
                  <a:lnTo>
                    <a:pt x="-76" y="210851"/>
                  </a:lnTo>
                  <a:lnTo>
                    <a:pt x="-76" y="3935"/>
                  </a:lnTo>
                  <a:lnTo>
                    <a:pt x="32293" y="3935"/>
                  </a:lnTo>
                  <a:lnTo>
                    <a:pt x="32293" y="33454"/>
                  </a:lnTo>
                  <a:cubicBezTo>
                    <a:pt x="48471" y="11291"/>
                    <a:pt x="74705" y="-1323"/>
                    <a:pt x="102174" y="-147"/>
                  </a:cubicBezTo>
                  <a:cubicBezTo>
                    <a:pt x="153298" y="138"/>
                    <a:pt x="188714" y="32884"/>
                    <a:pt x="188714" y="82905"/>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146" name="Freeform 145">
              <a:extLst>
                <a:ext uri="{FF2B5EF4-FFF2-40B4-BE49-F238E27FC236}">
                  <a16:creationId xmlns:a16="http://schemas.microsoft.com/office/drawing/2014/main" id="{4C5CA9EE-81E6-AA67-48ED-F62212BF572D}"/>
                </a:ext>
              </a:extLst>
            </p:cNvPr>
            <p:cNvSpPr/>
            <p:nvPr/>
          </p:nvSpPr>
          <p:spPr>
            <a:xfrm>
              <a:off x="6385164" y="1816692"/>
              <a:ext cx="212401" cy="215254"/>
            </a:xfrm>
            <a:custGeom>
              <a:avLst/>
              <a:gdLst>
                <a:gd name="connsiteX0" fmla="*/ 179670 w 212401"/>
                <a:gd name="connsiteY0" fmla="*/ 210857 h 215254"/>
                <a:gd name="connsiteX1" fmla="*/ 179670 w 212401"/>
                <a:gd name="connsiteY1" fmla="*/ 180010 h 215254"/>
                <a:gd name="connsiteX2" fmla="*/ 103507 w 212401"/>
                <a:gd name="connsiteY2" fmla="*/ 214938 h 215254"/>
                <a:gd name="connsiteX3" fmla="*/ -76 w 212401"/>
                <a:gd name="connsiteY3" fmla="*/ 107304 h 215254"/>
                <a:gd name="connsiteX4" fmla="*/ 103507 w 212401"/>
                <a:gd name="connsiteY4" fmla="*/ -141 h 215254"/>
                <a:gd name="connsiteX5" fmla="*/ 179670 w 212401"/>
                <a:gd name="connsiteY5" fmla="*/ 34788 h 215254"/>
                <a:gd name="connsiteX6" fmla="*/ 179670 w 212401"/>
                <a:gd name="connsiteY6" fmla="*/ 3941 h 215254"/>
                <a:gd name="connsiteX7" fmla="*/ 212325 w 212401"/>
                <a:gd name="connsiteY7" fmla="*/ 3941 h 215254"/>
                <a:gd name="connsiteX8" fmla="*/ 212325 w 212401"/>
                <a:gd name="connsiteY8" fmla="*/ 210857 h 215254"/>
                <a:gd name="connsiteX9" fmla="*/ 33626 w 212401"/>
                <a:gd name="connsiteY9" fmla="*/ 107304 h 215254"/>
                <a:gd name="connsiteX10" fmla="*/ 107886 w 212401"/>
                <a:gd name="connsiteY10" fmla="*/ 184376 h 215254"/>
                <a:gd name="connsiteX11" fmla="*/ 181669 w 212401"/>
                <a:gd name="connsiteY11" fmla="*/ 107304 h 215254"/>
                <a:gd name="connsiteX12" fmla="*/ 107886 w 212401"/>
                <a:gd name="connsiteY12" fmla="*/ 30422 h 215254"/>
                <a:gd name="connsiteX13" fmla="*/ 33626 w 212401"/>
                <a:gd name="connsiteY13" fmla="*/ 107589 h 215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2401" h="215254">
                  <a:moveTo>
                    <a:pt x="179670" y="210857"/>
                  </a:moveTo>
                  <a:lnTo>
                    <a:pt x="179670" y="180010"/>
                  </a:lnTo>
                  <a:cubicBezTo>
                    <a:pt x="161452" y="203259"/>
                    <a:pt x="133069" y="216275"/>
                    <a:pt x="103507" y="214938"/>
                  </a:cubicBezTo>
                  <a:cubicBezTo>
                    <a:pt x="45051" y="214938"/>
                    <a:pt x="-76" y="169569"/>
                    <a:pt x="-76" y="107304"/>
                  </a:cubicBezTo>
                  <a:cubicBezTo>
                    <a:pt x="-76" y="45039"/>
                    <a:pt x="45051" y="-141"/>
                    <a:pt x="103507" y="-141"/>
                  </a:cubicBezTo>
                  <a:cubicBezTo>
                    <a:pt x="133051" y="-1382"/>
                    <a:pt x="161391" y="11615"/>
                    <a:pt x="179670" y="34788"/>
                  </a:cubicBezTo>
                  <a:lnTo>
                    <a:pt x="179670" y="3941"/>
                  </a:lnTo>
                  <a:lnTo>
                    <a:pt x="212325" y="3941"/>
                  </a:lnTo>
                  <a:lnTo>
                    <a:pt x="212325" y="210857"/>
                  </a:lnTo>
                  <a:close/>
                  <a:moveTo>
                    <a:pt x="33626" y="107304"/>
                  </a:moveTo>
                  <a:cubicBezTo>
                    <a:pt x="33626" y="150111"/>
                    <a:pt x="63806" y="184376"/>
                    <a:pt x="107886" y="184376"/>
                  </a:cubicBezTo>
                  <a:cubicBezTo>
                    <a:pt x="151965" y="184376"/>
                    <a:pt x="181669" y="151155"/>
                    <a:pt x="181669" y="107304"/>
                  </a:cubicBezTo>
                  <a:cubicBezTo>
                    <a:pt x="181669" y="63453"/>
                    <a:pt x="151014" y="30422"/>
                    <a:pt x="107886" y="30422"/>
                  </a:cubicBezTo>
                  <a:cubicBezTo>
                    <a:pt x="64758" y="30422"/>
                    <a:pt x="33626" y="64972"/>
                    <a:pt x="33626" y="107589"/>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147" name="Freeform 146">
              <a:extLst>
                <a:ext uri="{FF2B5EF4-FFF2-40B4-BE49-F238E27FC236}">
                  <a16:creationId xmlns:a16="http://schemas.microsoft.com/office/drawing/2014/main" id="{F23BCB3A-B338-52B0-4B4E-10DE87E76645}"/>
                </a:ext>
              </a:extLst>
            </p:cNvPr>
            <p:cNvSpPr/>
            <p:nvPr/>
          </p:nvSpPr>
          <p:spPr>
            <a:xfrm>
              <a:off x="6674300" y="1713505"/>
              <a:ext cx="32369" cy="314266"/>
            </a:xfrm>
            <a:custGeom>
              <a:avLst/>
              <a:gdLst>
                <a:gd name="connsiteX0" fmla="*/ -76 w 32369"/>
                <a:gd name="connsiteY0" fmla="*/ 314044 h 314266"/>
                <a:gd name="connsiteX1" fmla="*/ -76 w 32369"/>
                <a:gd name="connsiteY1" fmla="*/ -222 h 314266"/>
                <a:gd name="connsiteX2" fmla="*/ 32293 w 32369"/>
                <a:gd name="connsiteY2" fmla="*/ -222 h 314266"/>
                <a:gd name="connsiteX3" fmla="*/ 32293 w 32369"/>
                <a:gd name="connsiteY3" fmla="*/ 314044 h 314266"/>
              </a:gdLst>
              <a:ahLst/>
              <a:cxnLst>
                <a:cxn ang="0">
                  <a:pos x="connsiteX0" y="connsiteY0"/>
                </a:cxn>
                <a:cxn ang="0">
                  <a:pos x="connsiteX1" y="connsiteY1"/>
                </a:cxn>
                <a:cxn ang="0">
                  <a:pos x="connsiteX2" y="connsiteY2"/>
                </a:cxn>
                <a:cxn ang="0">
                  <a:pos x="connsiteX3" y="connsiteY3"/>
                </a:cxn>
              </a:cxnLst>
              <a:rect l="l" t="t" r="r" b="b"/>
              <a:pathLst>
                <a:path w="32369" h="314266">
                  <a:moveTo>
                    <a:pt x="-76" y="314044"/>
                  </a:moveTo>
                  <a:lnTo>
                    <a:pt x="-76" y="-222"/>
                  </a:lnTo>
                  <a:lnTo>
                    <a:pt x="32293" y="-222"/>
                  </a:lnTo>
                  <a:lnTo>
                    <a:pt x="32293" y="314044"/>
                  </a:ln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grpSp>
      <p:sp>
        <p:nvSpPr>
          <p:cNvPr id="152" name="TextBox 151">
            <a:extLst>
              <a:ext uri="{FF2B5EF4-FFF2-40B4-BE49-F238E27FC236}">
                <a16:creationId xmlns:a16="http://schemas.microsoft.com/office/drawing/2014/main" id="{AD6437A1-A8EE-E11B-3E1C-E1BA6C199ABF}"/>
              </a:ext>
            </a:extLst>
          </p:cNvPr>
          <p:cNvSpPr txBox="1"/>
          <p:nvPr/>
        </p:nvSpPr>
        <p:spPr>
          <a:xfrm>
            <a:off x="2439062" y="1398590"/>
            <a:ext cx="1211186" cy="613144"/>
          </a:xfrm>
          <a:prstGeom prst="rect">
            <a:avLst/>
          </a:prstGeom>
          <a:noFill/>
          <a:ln>
            <a:noFill/>
          </a:ln>
        </p:spPr>
        <p:txBody>
          <a:bodyPr wrap="square" lIns="0" tIns="0" rIns="0" bIns="0" rtlCol="0" anchor="ctr">
            <a:noAutofit/>
          </a:bodyPr>
          <a:lstStyle/>
          <a:p>
            <a:pPr algn="r"/>
            <a:r>
              <a:rPr lang="en-US" sz="1200" b="1" i="0">
                <a:solidFill>
                  <a:schemeClr val="tx2"/>
                </a:solidFill>
                <a:latin typeface="Tenorite" pitchFamily="2" charset="0"/>
              </a:rPr>
              <a:t>Primary Logo</a:t>
            </a:r>
          </a:p>
        </p:txBody>
      </p:sp>
      <p:sp>
        <p:nvSpPr>
          <p:cNvPr id="153" name="Rounded Rectangle 152">
            <a:extLst>
              <a:ext uri="{FF2B5EF4-FFF2-40B4-BE49-F238E27FC236}">
                <a16:creationId xmlns:a16="http://schemas.microsoft.com/office/drawing/2014/main" id="{66D6503E-82D3-2871-2CAE-74F3CE01DA33}"/>
              </a:ext>
            </a:extLst>
          </p:cNvPr>
          <p:cNvSpPr/>
          <p:nvPr/>
        </p:nvSpPr>
        <p:spPr>
          <a:xfrm>
            <a:off x="4954681" y="1439828"/>
            <a:ext cx="1270254" cy="576851"/>
          </a:xfrm>
          <a:prstGeom prst="roundRect">
            <a:avLst>
              <a:gd name="adj" fmla="val 1100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0" i="0">
              <a:latin typeface="Tenorite" pitchFamily="2" charset="0"/>
            </a:endParaRPr>
          </a:p>
        </p:txBody>
      </p:sp>
      <p:grpSp>
        <p:nvGrpSpPr>
          <p:cNvPr id="154" name="Graphic 3">
            <a:extLst>
              <a:ext uri="{FF2B5EF4-FFF2-40B4-BE49-F238E27FC236}">
                <a16:creationId xmlns:a16="http://schemas.microsoft.com/office/drawing/2014/main" id="{B066F058-6B15-54FA-7583-B93A0072F4FF}"/>
              </a:ext>
            </a:extLst>
          </p:cNvPr>
          <p:cNvGrpSpPr/>
          <p:nvPr/>
        </p:nvGrpSpPr>
        <p:grpSpPr>
          <a:xfrm>
            <a:off x="5103574" y="1546425"/>
            <a:ext cx="876076" cy="305005"/>
            <a:chOff x="448663" y="3429000"/>
            <a:chExt cx="3429000" cy="1193800"/>
          </a:xfrm>
          <a:solidFill>
            <a:schemeClr val="bg1"/>
          </a:solidFill>
        </p:grpSpPr>
        <p:sp>
          <p:nvSpPr>
            <p:cNvPr id="192" name="Freeform 191">
              <a:extLst>
                <a:ext uri="{FF2B5EF4-FFF2-40B4-BE49-F238E27FC236}">
                  <a16:creationId xmlns:a16="http://schemas.microsoft.com/office/drawing/2014/main" id="{6FB7C38B-775B-64E5-FFAD-BDF298E3EA4C}"/>
                </a:ext>
              </a:extLst>
            </p:cNvPr>
            <p:cNvSpPr/>
            <p:nvPr/>
          </p:nvSpPr>
          <p:spPr>
            <a:xfrm>
              <a:off x="1213206"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267641 w 536101"/>
                <a:gd name="connsiteY4" fmla="*/ 339348 h 534746"/>
                <a:gd name="connsiteX5" fmla="*/ 195262 w 536101"/>
                <a:gd name="connsiteY5" fmla="*/ 267056 h 534746"/>
                <a:gd name="connsiteX6" fmla="*/ -315 w 536101"/>
                <a:gd name="connsiteY6" fmla="*/ 267056 h 534746"/>
                <a:gd name="connsiteX7" fmla="*/ 267641 w 536101"/>
                <a:gd name="connsiteY7" fmla="*/ 534524 h 534746"/>
                <a:gd name="connsiteX8" fmla="*/ 535787 w 536101"/>
                <a:gd name="connsiteY8" fmla="*/ 267246 h 534746"/>
                <a:gd name="connsiteX9" fmla="*/ 267831 w 536101"/>
                <a:gd name="connsiteY9" fmla="*/ -222 h 534746"/>
                <a:gd name="connsiteX10" fmla="*/ 267641 w 536101"/>
                <a:gd name="connsiteY10" fmla="*/ -222 h 534746"/>
                <a:gd name="connsiteX11" fmla="*/ -315 w 536101"/>
                <a:gd name="connsiteY11"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67704" y="339348"/>
                    <a:pt x="267673" y="339348"/>
                    <a:pt x="267641" y="339348"/>
                  </a:cubicBezTo>
                  <a:cubicBezTo>
                    <a:pt x="227652" y="339295"/>
                    <a:pt x="195262" y="306945"/>
                    <a:pt x="195262"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68" y="-222"/>
                    <a:pt x="267704" y="-222"/>
                    <a:pt x="267641" y="-222"/>
                  </a:cubicBezTo>
                  <a:cubicBezTo>
                    <a:pt x="119653" y="-222"/>
                    <a:pt x="-315" y="119442"/>
                    <a:pt x="-315" y="267056"/>
                  </a:cubicBezTo>
                </a:path>
              </a:pathLst>
            </a:custGeom>
            <a:solidFill>
              <a:schemeClr val="accent2"/>
            </a:solidFill>
            <a:ln w="9499" cap="flat">
              <a:noFill/>
              <a:prstDash val="solid"/>
              <a:miter/>
            </a:ln>
          </p:spPr>
          <p:txBody>
            <a:bodyPr rtlCol="0" anchor="ctr"/>
            <a:lstStyle/>
            <a:p>
              <a:endParaRPr lang="en-US" sz="2000" b="0" i="0">
                <a:latin typeface="Tenorite" pitchFamily="2" charset="0"/>
              </a:endParaRPr>
            </a:p>
          </p:txBody>
        </p:sp>
        <p:sp>
          <p:nvSpPr>
            <p:cNvPr id="193" name="Freeform 192">
              <a:extLst>
                <a:ext uri="{FF2B5EF4-FFF2-40B4-BE49-F238E27FC236}">
                  <a16:creationId xmlns:a16="http://schemas.microsoft.com/office/drawing/2014/main" id="{632392E3-ED33-5EDD-7525-4EDF260CF672}"/>
                </a:ext>
              </a:extLst>
            </p:cNvPr>
            <p:cNvSpPr/>
            <p:nvPr/>
          </p:nvSpPr>
          <p:spPr>
            <a:xfrm>
              <a:off x="448663"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195261 w 536101"/>
                <a:gd name="connsiteY4" fmla="*/ 267056 h 534746"/>
                <a:gd name="connsiteX5" fmla="*/ -315 w 536101"/>
                <a:gd name="connsiteY5" fmla="*/ 267056 h 534746"/>
                <a:gd name="connsiteX6" fmla="*/ 267641 w 536101"/>
                <a:gd name="connsiteY6" fmla="*/ 534524 h 534746"/>
                <a:gd name="connsiteX7" fmla="*/ 535787 w 536101"/>
                <a:gd name="connsiteY7" fmla="*/ 267246 h 534746"/>
                <a:gd name="connsiteX8" fmla="*/ 267831 w 536101"/>
                <a:gd name="connsiteY8" fmla="*/ -222 h 534746"/>
                <a:gd name="connsiteX9" fmla="*/ 267736 w 536101"/>
                <a:gd name="connsiteY9" fmla="*/ -222 h 534746"/>
                <a:gd name="connsiteX10" fmla="*/ -315 w 536101"/>
                <a:gd name="connsiteY10"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27731" y="339295"/>
                    <a:pt x="195314" y="306960"/>
                    <a:pt x="195261"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99" y="-222"/>
                    <a:pt x="267768" y="-222"/>
                    <a:pt x="267736" y="-222"/>
                  </a:cubicBezTo>
                  <a:cubicBezTo>
                    <a:pt x="119732" y="-222"/>
                    <a:pt x="-263" y="119427"/>
                    <a:pt x="-315" y="267056"/>
                  </a:cubicBezTo>
                </a:path>
              </a:pathLst>
            </a:custGeom>
            <a:solidFill>
              <a:schemeClr val="accent2"/>
            </a:solidFill>
            <a:ln w="9499" cap="flat">
              <a:noFill/>
              <a:prstDash val="solid"/>
              <a:miter/>
            </a:ln>
          </p:spPr>
          <p:txBody>
            <a:bodyPr rtlCol="0" anchor="ctr"/>
            <a:lstStyle/>
            <a:p>
              <a:endParaRPr lang="en-US" sz="2000" b="0" i="0">
                <a:latin typeface="Tenorite" pitchFamily="2" charset="0"/>
              </a:endParaRPr>
            </a:p>
          </p:txBody>
        </p:sp>
        <p:sp>
          <p:nvSpPr>
            <p:cNvPr id="194" name="Freeform 193">
              <a:extLst>
                <a:ext uri="{FF2B5EF4-FFF2-40B4-BE49-F238E27FC236}">
                  <a16:creationId xmlns:a16="http://schemas.microsoft.com/office/drawing/2014/main" id="{C042CFF2-A5AF-84B3-47C3-74EEF27B0199}"/>
                </a:ext>
              </a:extLst>
            </p:cNvPr>
            <p:cNvSpPr/>
            <p:nvPr/>
          </p:nvSpPr>
          <p:spPr>
            <a:xfrm>
              <a:off x="2022583" y="3633461"/>
              <a:ext cx="654074" cy="967546"/>
            </a:xfrm>
            <a:custGeom>
              <a:avLst/>
              <a:gdLst>
                <a:gd name="connsiteX0" fmla="*/ 653759 w 654074"/>
                <a:gd name="connsiteY0" fmla="*/ 634482 h 967546"/>
                <a:gd name="connsiteX1" fmla="*/ 336695 w 654074"/>
                <a:gd name="connsiteY1" fmla="*/ 301639 h 967546"/>
                <a:gd name="connsiteX2" fmla="*/ 137985 w 654074"/>
                <a:gd name="connsiteY2" fmla="*/ 393448 h 967546"/>
                <a:gd name="connsiteX3" fmla="*/ 137985 w 654074"/>
                <a:gd name="connsiteY3" fmla="*/ -222 h 967546"/>
                <a:gd name="connsiteX4" fmla="*/ -315 w 654074"/>
                <a:gd name="connsiteY4" fmla="*/ -222 h 967546"/>
                <a:gd name="connsiteX5" fmla="*/ -315 w 654074"/>
                <a:gd name="connsiteY5" fmla="*/ 950838 h 967546"/>
                <a:gd name="connsiteX6" fmla="*/ 137985 w 654074"/>
                <a:gd name="connsiteY6" fmla="*/ 950838 h 967546"/>
                <a:gd name="connsiteX7" fmla="*/ 137985 w 654074"/>
                <a:gd name="connsiteY7" fmla="*/ 875515 h 967546"/>
                <a:gd name="connsiteX8" fmla="*/ 336695 w 654074"/>
                <a:gd name="connsiteY8" fmla="*/ 967324 h 967546"/>
                <a:gd name="connsiteX9" fmla="*/ 653759 w 654074"/>
                <a:gd name="connsiteY9" fmla="*/ 634482 h 967546"/>
                <a:gd name="connsiteX10" fmla="*/ 511280 w 654074"/>
                <a:gd name="connsiteY10" fmla="*/ 634482 h 967546"/>
                <a:gd name="connsiteX11" fmla="*/ 319883 w 654074"/>
                <a:gd name="connsiteY11" fmla="*/ 837238 h 967546"/>
                <a:gd name="connsiteX12" fmla="*/ 128581 w 654074"/>
                <a:gd name="connsiteY12" fmla="*/ 634482 h 967546"/>
                <a:gd name="connsiteX13" fmla="*/ 319883 w 654074"/>
                <a:gd name="connsiteY13" fmla="*/ 431725 h 967546"/>
                <a:gd name="connsiteX14" fmla="*/ 511280 w 654074"/>
                <a:gd name="connsiteY14" fmla="*/ 634482 h 96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74" h="967546">
                  <a:moveTo>
                    <a:pt x="653759" y="634482"/>
                  </a:moveTo>
                  <a:cubicBezTo>
                    <a:pt x="653759" y="441010"/>
                    <a:pt x="514130" y="301639"/>
                    <a:pt x="336695" y="301639"/>
                  </a:cubicBezTo>
                  <a:cubicBezTo>
                    <a:pt x="245984" y="301639"/>
                    <a:pt x="182343" y="337926"/>
                    <a:pt x="137985" y="393448"/>
                  </a:cubicBezTo>
                  <a:lnTo>
                    <a:pt x="137985" y="-222"/>
                  </a:lnTo>
                  <a:lnTo>
                    <a:pt x="-315" y="-222"/>
                  </a:lnTo>
                  <a:lnTo>
                    <a:pt x="-315" y="950838"/>
                  </a:lnTo>
                  <a:lnTo>
                    <a:pt x="137985" y="950838"/>
                  </a:lnTo>
                  <a:lnTo>
                    <a:pt x="137985" y="875515"/>
                  </a:lnTo>
                  <a:cubicBezTo>
                    <a:pt x="182343" y="931036"/>
                    <a:pt x="245984" y="967324"/>
                    <a:pt x="336695" y="967324"/>
                  </a:cubicBezTo>
                  <a:cubicBezTo>
                    <a:pt x="514130" y="967324"/>
                    <a:pt x="653759" y="827953"/>
                    <a:pt x="653759" y="634482"/>
                  </a:cubicBezTo>
                  <a:moveTo>
                    <a:pt x="511280" y="634482"/>
                  </a:moveTo>
                  <a:cubicBezTo>
                    <a:pt x="511280" y="745429"/>
                    <a:pt x="439091" y="837238"/>
                    <a:pt x="319883" y="837238"/>
                  </a:cubicBezTo>
                  <a:cubicBezTo>
                    <a:pt x="205900" y="837238"/>
                    <a:pt x="128581" y="750072"/>
                    <a:pt x="128581" y="634482"/>
                  </a:cubicBezTo>
                  <a:cubicBezTo>
                    <a:pt x="128581" y="518891"/>
                    <a:pt x="205995" y="431725"/>
                    <a:pt x="319883" y="431725"/>
                  </a:cubicBezTo>
                  <a:cubicBezTo>
                    <a:pt x="439091" y="431725"/>
                    <a:pt x="511280" y="523534"/>
                    <a:pt x="511280" y="634482"/>
                  </a:cubicBezTo>
                </a:path>
              </a:pathLst>
            </a:custGeom>
            <a:grpFill/>
            <a:ln w="9499" cap="flat">
              <a:noFill/>
              <a:prstDash val="solid"/>
              <a:miter/>
            </a:ln>
          </p:spPr>
          <p:txBody>
            <a:bodyPr rtlCol="0" anchor="ctr"/>
            <a:lstStyle/>
            <a:p>
              <a:endParaRPr lang="en-US" sz="2000" b="0" i="0">
                <a:latin typeface="Tenorite" pitchFamily="2" charset="0"/>
              </a:endParaRPr>
            </a:p>
          </p:txBody>
        </p:sp>
        <p:sp>
          <p:nvSpPr>
            <p:cNvPr id="195" name="Freeform 194">
              <a:extLst>
                <a:ext uri="{FF2B5EF4-FFF2-40B4-BE49-F238E27FC236}">
                  <a16:creationId xmlns:a16="http://schemas.microsoft.com/office/drawing/2014/main" id="{187E6304-A6EE-FAFE-AE18-AB5E822AEE7F}"/>
                </a:ext>
              </a:extLst>
            </p:cNvPr>
            <p:cNvSpPr/>
            <p:nvPr/>
          </p:nvSpPr>
          <p:spPr>
            <a:xfrm>
              <a:off x="2791496" y="3760326"/>
              <a:ext cx="422688" cy="840776"/>
            </a:xfrm>
            <a:custGeom>
              <a:avLst/>
              <a:gdLst>
                <a:gd name="connsiteX0" fmla="*/ 381624 w 422688"/>
                <a:gd name="connsiteY0" fmla="*/ 316798 h 840776"/>
                <a:gd name="connsiteX1" fmla="*/ 381624 w 422688"/>
                <a:gd name="connsiteY1" fmla="*/ 191259 h 840776"/>
                <a:gd name="connsiteX2" fmla="*/ 138650 w 422688"/>
                <a:gd name="connsiteY2" fmla="*/ 191259 h 840776"/>
                <a:gd name="connsiteX3" fmla="*/ 138650 w 422688"/>
                <a:gd name="connsiteY3" fmla="*/ -222 h 840776"/>
                <a:gd name="connsiteX4" fmla="*/ -315 w 422688"/>
                <a:gd name="connsiteY4" fmla="*/ -222 h 840776"/>
                <a:gd name="connsiteX5" fmla="*/ -315 w 422688"/>
                <a:gd name="connsiteY5" fmla="*/ 594878 h 840776"/>
                <a:gd name="connsiteX6" fmla="*/ 227652 w 422688"/>
                <a:gd name="connsiteY6" fmla="*/ 840554 h 840776"/>
                <a:gd name="connsiteX7" fmla="*/ 422373 w 422688"/>
                <a:gd name="connsiteY7" fmla="*/ 777832 h 840776"/>
                <a:gd name="connsiteX8" fmla="*/ 367376 w 422688"/>
                <a:gd name="connsiteY8" fmla="*/ 667548 h 840776"/>
                <a:gd name="connsiteX9" fmla="*/ 239620 w 422688"/>
                <a:gd name="connsiteY9" fmla="*/ 710468 h 840776"/>
                <a:gd name="connsiteX10" fmla="*/ 138934 w 422688"/>
                <a:gd name="connsiteY10" fmla="*/ 592225 h 840776"/>
                <a:gd name="connsiteX11" fmla="*/ 138934 w 422688"/>
                <a:gd name="connsiteY11" fmla="*/ 316798 h 84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88" h="840776">
                  <a:moveTo>
                    <a:pt x="381624" y="316798"/>
                  </a:moveTo>
                  <a:lnTo>
                    <a:pt x="381624" y="191259"/>
                  </a:lnTo>
                  <a:lnTo>
                    <a:pt x="138650" y="191259"/>
                  </a:lnTo>
                  <a:lnTo>
                    <a:pt x="138650" y="-222"/>
                  </a:lnTo>
                  <a:lnTo>
                    <a:pt x="-315" y="-222"/>
                  </a:lnTo>
                  <a:lnTo>
                    <a:pt x="-315" y="594878"/>
                  </a:lnTo>
                  <a:cubicBezTo>
                    <a:pt x="-315" y="763336"/>
                    <a:pt x="83747" y="840554"/>
                    <a:pt x="227652" y="840554"/>
                  </a:cubicBezTo>
                  <a:cubicBezTo>
                    <a:pt x="297461" y="839999"/>
                    <a:pt x="365423" y="818108"/>
                    <a:pt x="422373" y="777832"/>
                  </a:cubicBezTo>
                  <a:lnTo>
                    <a:pt x="367376" y="667548"/>
                  </a:lnTo>
                  <a:cubicBezTo>
                    <a:pt x="329382" y="691329"/>
                    <a:pt x="282648" y="710468"/>
                    <a:pt x="239620" y="710468"/>
                  </a:cubicBezTo>
                  <a:cubicBezTo>
                    <a:pt x="183958" y="710468"/>
                    <a:pt x="138934" y="676738"/>
                    <a:pt x="138934" y="592225"/>
                  </a:cubicBezTo>
                  <a:lnTo>
                    <a:pt x="138934" y="316798"/>
                  </a:lnTo>
                  <a:close/>
                </a:path>
              </a:pathLst>
            </a:custGeom>
            <a:grpFill/>
            <a:ln w="9499" cap="flat">
              <a:noFill/>
              <a:prstDash val="solid"/>
              <a:miter/>
            </a:ln>
          </p:spPr>
          <p:txBody>
            <a:bodyPr rtlCol="0" anchor="ctr"/>
            <a:lstStyle/>
            <a:p>
              <a:endParaRPr lang="en-US" sz="2000" b="0" i="0">
                <a:latin typeface="Tenorite" pitchFamily="2" charset="0"/>
              </a:endParaRPr>
            </a:p>
          </p:txBody>
        </p:sp>
        <p:sp>
          <p:nvSpPr>
            <p:cNvPr id="196" name="Freeform 195">
              <a:extLst>
                <a:ext uri="{FF2B5EF4-FFF2-40B4-BE49-F238E27FC236}">
                  <a16:creationId xmlns:a16="http://schemas.microsoft.com/office/drawing/2014/main" id="{F370076B-EB4C-4FF3-0397-1F7CF43814CD}"/>
                </a:ext>
              </a:extLst>
            </p:cNvPr>
            <p:cNvSpPr/>
            <p:nvPr/>
          </p:nvSpPr>
          <p:spPr>
            <a:xfrm>
              <a:off x="3312970" y="3935937"/>
              <a:ext cx="560798" cy="664408"/>
            </a:xfrm>
            <a:custGeom>
              <a:avLst/>
              <a:gdLst>
                <a:gd name="connsiteX0" fmla="*/ 508336 w 560798"/>
                <a:gd name="connsiteY0" fmla="*/ 46537 h 664408"/>
                <a:gd name="connsiteX1" fmla="*/ 287872 w 560798"/>
                <a:gd name="connsiteY1" fmla="*/ -173 h 664408"/>
                <a:gd name="connsiteX2" fmla="*/ 25616 w 560798"/>
                <a:gd name="connsiteY2" fmla="*/ 202583 h 664408"/>
                <a:gd name="connsiteX3" fmla="*/ 240854 w 560798"/>
                <a:gd name="connsiteY3" fmla="*/ 388191 h 664408"/>
                <a:gd name="connsiteX4" fmla="*/ 307344 w 560798"/>
                <a:gd name="connsiteY4" fmla="*/ 396718 h 664408"/>
                <a:gd name="connsiteX5" fmla="*/ 417244 w 560798"/>
                <a:gd name="connsiteY5" fmla="*/ 466735 h 664408"/>
                <a:gd name="connsiteX6" fmla="*/ 272864 w 560798"/>
                <a:gd name="connsiteY6" fmla="*/ 544048 h 664408"/>
                <a:gd name="connsiteX7" fmla="*/ 63895 w 560798"/>
                <a:gd name="connsiteY7" fmla="*/ 479336 h 664408"/>
                <a:gd name="connsiteX8" fmla="*/ -315 w 560798"/>
                <a:gd name="connsiteY8" fmla="*/ 582989 h 664408"/>
                <a:gd name="connsiteX9" fmla="*/ 271725 w 560798"/>
                <a:gd name="connsiteY9" fmla="*/ 664186 h 664408"/>
                <a:gd name="connsiteX10" fmla="*/ 560483 w 560798"/>
                <a:gd name="connsiteY10" fmla="*/ 457450 h 664408"/>
                <a:gd name="connsiteX11" fmla="*/ 339925 w 560798"/>
                <a:gd name="connsiteY11" fmla="*/ 270611 h 664408"/>
                <a:gd name="connsiteX12" fmla="*/ 274385 w 560798"/>
                <a:gd name="connsiteY12" fmla="*/ 260663 h 664408"/>
                <a:gd name="connsiteX13" fmla="*/ 169900 w 560798"/>
                <a:gd name="connsiteY13" fmla="*/ 195288 h 664408"/>
                <a:gd name="connsiteX14" fmla="*/ 289772 w 560798"/>
                <a:gd name="connsiteY14" fmla="*/ 120060 h 664408"/>
                <a:gd name="connsiteX15" fmla="*/ 459608 w 560798"/>
                <a:gd name="connsiteY15" fmla="*/ 160516 h 66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0798" h="664408">
                  <a:moveTo>
                    <a:pt x="508336" y="46537"/>
                  </a:moveTo>
                  <a:cubicBezTo>
                    <a:pt x="439269" y="14734"/>
                    <a:pt x="363936" y="-1227"/>
                    <a:pt x="287872" y="-173"/>
                  </a:cubicBezTo>
                  <a:cubicBezTo>
                    <a:pt x="126396" y="-173"/>
                    <a:pt x="25616" y="77803"/>
                    <a:pt x="25616" y="202583"/>
                  </a:cubicBezTo>
                  <a:cubicBezTo>
                    <a:pt x="25616" y="304909"/>
                    <a:pt x="99800" y="368957"/>
                    <a:pt x="240854" y="388191"/>
                  </a:cubicBezTo>
                  <a:lnTo>
                    <a:pt x="307344" y="396718"/>
                  </a:lnTo>
                  <a:cubicBezTo>
                    <a:pt x="383333" y="407329"/>
                    <a:pt x="417244" y="430447"/>
                    <a:pt x="417244" y="466735"/>
                  </a:cubicBezTo>
                  <a:cubicBezTo>
                    <a:pt x="417244" y="514108"/>
                    <a:pt x="368231" y="544048"/>
                    <a:pt x="272864" y="544048"/>
                  </a:cubicBezTo>
                  <a:cubicBezTo>
                    <a:pt x="170280" y="544048"/>
                    <a:pt x="108729" y="514298"/>
                    <a:pt x="63895" y="479336"/>
                  </a:cubicBezTo>
                  <a:lnTo>
                    <a:pt x="-315" y="582989"/>
                  </a:lnTo>
                  <a:cubicBezTo>
                    <a:pt x="91631" y="651679"/>
                    <a:pt x="206850" y="664186"/>
                    <a:pt x="271725" y="664186"/>
                  </a:cubicBezTo>
                  <a:cubicBezTo>
                    <a:pt x="454478" y="664186"/>
                    <a:pt x="560483" y="578915"/>
                    <a:pt x="560483" y="457450"/>
                  </a:cubicBezTo>
                  <a:cubicBezTo>
                    <a:pt x="560483" y="349155"/>
                    <a:pt x="478320" y="291076"/>
                    <a:pt x="339925" y="270611"/>
                  </a:cubicBezTo>
                  <a:lnTo>
                    <a:pt x="274385" y="260663"/>
                  </a:lnTo>
                  <a:cubicBezTo>
                    <a:pt x="216158" y="252135"/>
                    <a:pt x="169900" y="240197"/>
                    <a:pt x="169900" y="195288"/>
                  </a:cubicBezTo>
                  <a:cubicBezTo>
                    <a:pt x="169900" y="150378"/>
                    <a:pt x="213593" y="120060"/>
                    <a:pt x="289772" y="120060"/>
                  </a:cubicBezTo>
                  <a:cubicBezTo>
                    <a:pt x="348627" y="121323"/>
                    <a:pt x="406531" y="135117"/>
                    <a:pt x="459608" y="160516"/>
                  </a:cubicBezTo>
                  <a:close/>
                </a:path>
              </a:pathLst>
            </a:custGeom>
            <a:grpFill/>
            <a:ln w="9499" cap="flat">
              <a:noFill/>
              <a:prstDash val="solid"/>
              <a:miter/>
            </a:ln>
          </p:spPr>
          <p:txBody>
            <a:bodyPr rtlCol="0" anchor="ctr"/>
            <a:lstStyle/>
            <a:p>
              <a:endParaRPr lang="en-US" sz="2000" b="0" i="0">
                <a:latin typeface="Tenorite" pitchFamily="2" charset="0"/>
              </a:endParaRPr>
            </a:p>
          </p:txBody>
        </p:sp>
        <p:sp>
          <p:nvSpPr>
            <p:cNvPr id="197" name="Freeform 196">
              <a:extLst>
                <a:ext uri="{FF2B5EF4-FFF2-40B4-BE49-F238E27FC236}">
                  <a16:creationId xmlns:a16="http://schemas.microsoft.com/office/drawing/2014/main" id="{A161286C-52AD-3A60-C092-B2A5B6C93D72}"/>
                </a:ext>
              </a:extLst>
            </p:cNvPr>
            <p:cNvSpPr/>
            <p:nvPr/>
          </p:nvSpPr>
          <p:spPr>
            <a:xfrm>
              <a:off x="825757" y="3429000"/>
              <a:ext cx="536101" cy="534746"/>
            </a:xfrm>
            <a:custGeom>
              <a:avLst/>
              <a:gdLst>
                <a:gd name="connsiteX0" fmla="*/ 267736 w 536101"/>
                <a:gd name="connsiteY0" fmla="*/ -222 h 534746"/>
                <a:gd name="connsiteX1" fmla="*/ -315 w 536101"/>
                <a:gd name="connsiteY1" fmla="*/ 267151 h 534746"/>
                <a:gd name="connsiteX2" fmla="*/ 267736 w 536101"/>
                <a:gd name="connsiteY2" fmla="*/ 534524 h 534746"/>
                <a:gd name="connsiteX3" fmla="*/ 535787 w 536101"/>
                <a:gd name="connsiteY3" fmla="*/ 267151 h 534746"/>
                <a:gd name="connsiteX4" fmla="*/ 535787 w 536101"/>
                <a:gd name="connsiteY4" fmla="*/ 267056 h 534746"/>
                <a:gd name="connsiteX5" fmla="*/ 267736 w 536101"/>
                <a:gd name="connsiteY5" fmla="*/ -222 h 534746"/>
                <a:gd name="connsiteX6" fmla="*/ 267736 w 536101"/>
                <a:gd name="connsiteY6" fmla="*/ 339348 h 534746"/>
                <a:gd name="connsiteX7" fmla="*/ 195261 w 536101"/>
                <a:gd name="connsiteY7" fmla="*/ 267056 h 534746"/>
                <a:gd name="connsiteX8" fmla="*/ 267736 w 536101"/>
                <a:gd name="connsiteY8" fmla="*/ 194765 h 534746"/>
                <a:gd name="connsiteX9" fmla="*/ 340210 w 536101"/>
                <a:gd name="connsiteY9" fmla="*/ 267056 h 534746"/>
                <a:gd name="connsiteX10" fmla="*/ 267736 w 536101"/>
                <a:gd name="connsiteY10" fmla="*/ 339348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267736" y="-222"/>
                  </a:moveTo>
                  <a:cubicBezTo>
                    <a:pt x="119695" y="-222"/>
                    <a:pt x="-315" y="119485"/>
                    <a:pt x="-315" y="267151"/>
                  </a:cubicBezTo>
                  <a:cubicBezTo>
                    <a:pt x="-315" y="414817"/>
                    <a:pt x="119695" y="534524"/>
                    <a:pt x="267736" y="534524"/>
                  </a:cubicBezTo>
                  <a:cubicBezTo>
                    <a:pt x="415776" y="534524"/>
                    <a:pt x="535787" y="414817"/>
                    <a:pt x="535787" y="267151"/>
                  </a:cubicBezTo>
                  <a:cubicBezTo>
                    <a:pt x="535787" y="267120"/>
                    <a:pt x="535787" y="267088"/>
                    <a:pt x="535787" y="267056"/>
                  </a:cubicBezTo>
                  <a:cubicBezTo>
                    <a:pt x="535734" y="119427"/>
                    <a:pt x="415739" y="-222"/>
                    <a:pt x="267736" y="-222"/>
                  </a:cubicBezTo>
                  <a:close/>
                  <a:moveTo>
                    <a:pt x="267736" y="339348"/>
                  </a:moveTo>
                  <a:cubicBezTo>
                    <a:pt x="227709" y="339348"/>
                    <a:pt x="195261" y="306982"/>
                    <a:pt x="195261" y="267056"/>
                  </a:cubicBezTo>
                  <a:cubicBezTo>
                    <a:pt x="195261" y="227131"/>
                    <a:pt x="227709" y="194765"/>
                    <a:pt x="267736" y="194765"/>
                  </a:cubicBezTo>
                  <a:cubicBezTo>
                    <a:pt x="307762" y="194765"/>
                    <a:pt x="340210" y="227131"/>
                    <a:pt x="340210" y="267056"/>
                  </a:cubicBezTo>
                  <a:cubicBezTo>
                    <a:pt x="340158" y="306960"/>
                    <a:pt x="307740" y="339295"/>
                    <a:pt x="267736" y="339348"/>
                  </a:cubicBezTo>
                  <a:close/>
                </a:path>
              </a:pathLst>
            </a:custGeom>
            <a:solidFill>
              <a:schemeClr val="accent2"/>
            </a:solidFill>
            <a:ln w="9499" cap="flat">
              <a:noFill/>
              <a:prstDash val="solid"/>
              <a:miter/>
            </a:ln>
          </p:spPr>
          <p:txBody>
            <a:bodyPr rtlCol="0" anchor="ctr"/>
            <a:lstStyle/>
            <a:p>
              <a:endParaRPr lang="en-US" sz="2000" b="0" i="0">
                <a:latin typeface="Tenorite" pitchFamily="2" charset="0"/>
              </a:endParaRPr>
            </a:p>
          </p:txBody>
        </p:sp>
      </p:grpSp>
      <p:sp>
        <p:nvSpPr>
          <p:cNvPr id="198" name="TextBox 197">
            <a:extLst>
              <a:ext uri="{FF2B5EF4-FFF2-40B4-BE49-F238E27FC236}">
                <a16:creationId xmlns:a16="http://schemas.microsoft.com/office/drawing/2014/main" id="{28505F63-4391-619F-EA7E-6FEF6B3BCF23}"/>
              </a:ext>
            </a:extLst>
          </p:cNvPr>
          <p:cNvSpPr txBox="1"/>
          <p:nvPr/>
        </p:nvSpPr>
        <p:spPr>
          <a:xfrm>
            <a:off x="6799149" y="1398590"/>
            <a:ext cx="1211186" cy="613144"/>
          </a:xfrm>
          <a:prstGeom prst="rect">
            <a:avLst/>
          </a:prstGeom>
          <a:noFill/>
          <a:ln>
            <a:noFill/>
          </a:ln>
        </p:spPr>
        <p:txBody>
          <a:bodyPr wrap="square" lIns="0" tIns="0" rIns="0" bIns="0" rtlCol="0" anchor="ctr">
            <a:noAutofit/>
          </a:bodyPr>
          <a:lstStyle/>
          <a:p>
            <a:pPr algn="r"/>
            <a:r>
              <a:rPr lang="en-US" sz="1200" b="1" i="0">
                <a:solidFill>
                  <a:schemeClr val="tx2"/>
                </a:solidFill>
                <a:latin typeface="Tenorite" pitchFamily="2" charset="0"/>
              </a:rPr>
              <a:t>Logo with tagline</a:t>
            </a:r>
          </a:p>
        </p:txBody>
      </p:sp>
      <p:sp>
        <p:nvSpPr>
          <p:cNvPr id="200" name="TextBox 199">
            <a:extLst>
              <a:ext uri="{FF2B5EF4-FFF2-40B4-BE49-F238E27FC236}">
                <a16:creationId xmlns:a16="http://schemas.microsoft.com/office/drawing/2014/main" id="{3E14D830-A552-2BAD-2E02-7F9F3FEC7ACD}"/>
              </a:ext>
            </a:extLst>
          </p:cNvPr>
          <p:cNvSpPr txBox="1"/>
          <p:nvPr/>
        </p:nvSpPr>
        <p:spPr>
          <a:xfrm>
            <a:off x="2649209" y="853808"/>
            <a:ext cx="1211186" cy="613144"/>
          </a:xfrm>
          <a:prstGeom prst="rect">
            <a:avLst/>
          </a:prstGeom>
          <a:noFill/>
          <a:ln>
            <a:noFill/>
          </a:ln>
        </p:spPr>
        <p:txBody>
          <a:bodyPr wrap="square" lIns="0" tIns="0" rIns="0" bIns="0" rtlCol="0" anchor="ctr">
            <a:noAutofit/>
          </a:bodyPr>
          <a:lstStyle/>
          <a:p>
            <a:pPr algn="l"/>
            <a:r>
              <a:rPr lang="en-US" sz="2000" b="1" i="0">
                <a:solidFill>
                  <a:schemeClr val="tx2"/>
                </a:solidFill>
                <a:latin typeface="Tenorite" pitchFamily="2" charset="0"/>
              </a:rPr>
              <a:t>Logos</a:t>
            </a:r>
          </a:p>
        </p:txBody>
      </p:sp>
      <p:sp>
        <p:nvSpPr>
          <p:cNvPr id="201" name="Rounded Rectangle 200">
            <a:extLst>
              <a:ext uri="{FF2B5EF4-FFF2-40B4-BE49-F238E27FC236}">
                <a16:creationId xmlns:a16="http://schemas.microsoft.com/office/drawing/2014/main" id="{3BEE34AD-44DE-8A40-0B7E-D325AA7AD4D2}"/>
              </a:ext>
            </a:extLst>
          </p:cNvPr>
          <p:cNvSpPr/>
          <p:nvPr/>
        </p:nvSpPr>
        <p:spPr>
          <a:xfrm>
            <a:off x="2459434" y="853808"/>
            <a:ext cx="9445645" cy="1334423"/>
          </a:xfrm>
          <a:prstGeom prst="roundRect">
            <a:avLst>
              <a:gd name="adj" fmla="val 4759"/>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i="0">
              <a:latin typeface="Tenorite" pitchFamily="2" charset="0"/>
            </a:endParaRPr>
          </a:p>
        </p:txBody>
      </p:sp>
      <p:sp>
        <p:nvSpPr>
          <p:cNvPr id="202" name="Title 1">
            <a:extLst>
              <a:ext uri="{FF2B5EF4-FFF2-40B4-BE49-F238E27FC236}">
                <a16:creationId xmlns:a16="http://schemas.microsoft.com/office/drawing/2014/main" id="{D8952E66-A856-CCA9-68EF-5BF9BF4C35F7}"/>
              </a:ext>
            </a:extLst>
          </p:cNvPr>
          <p:cNvSpPr txBox="1">
            <a:spLocks/>
          </p:cNvSpPr>
          <p:nvPr/>
        </p:nvSpPr>
        <p:spPr>
          <a:xfrm>
            <a:off x="304801" y="212745"/>
            <a:ext cx="5266378" cy="341536"/>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accent1"/>
                </a:solidFill>
                <a:latin typeface="Tenorite" pitchFamily="2" charset="0"/>
                <a:ea typeface="+mj-ea"/>
                <a:cs typeface="+mj-cs"/>
              </a:defRPr>
            </a:lvl1pPr>
          </a:lstStyle>
          <a:p>
            <a:pPr>
              <a:lnSpc>
                <a:spcPct val="100000"/>
              </a:lnSpc>
            </a:pPr>
            <a:r>
              <a:rPr lang="en-US" sz="2800"/>
              <a:t>BTS logos and color values</a:t>
            </a:r>
            <a:endParaRPr lang="en-US" sz="2800" b="0"/>
          </a:p>
        </p:txBody>
      </p:sp>
      <p:sp>
        <p:nvSpPr>
          <p:cNvPr id="294" name="Title 1">
            <a:extLst>
              <a:ext uri="{FF2B5EF4-FFF2-40B4-BE49-F238E27FC236}">
                <a16:creationId xmlns:a16="http://schemas.microsoft.com/office/drawing/2014/main" id="{2F7E6020-37F4-A2E5-FDB5-6347C0AB9D3B}"/>
              </a:ext>
            </a:extLst>
          </p:cNvPr>
          <p:cNvSpPr txBox="1">
            <a:spLocks/>
          </p:cNvSpPr>
          <p:nvPr userDrawn="1"/>
        </p:nvSpPr>
        <p:spPr>
          <a:xfrm>
            <a:off x="304801" y="212745"/>
            <a:ext cx="5266378" cy="341536"/>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accent1"/>
                </a:solidFill>
                <a:latin typeface="Tenorite" pitchFamily="2" charset="0"/>
                <a:ea typeface="+mj-ea"/>
                <a:cs typeface="+mj-cs"/>
              </a:defRPr>
            </a:lvl1pPr>
          </a:lstStyle>
          <a:p>
            <a:pPr>
              <a:lnSpc>
                <a:spcPct val="100000"/>
              </a:lnSpc>
            </a:pPr>
            <a:r>
              <a:rPr lang="en-US" sz="2800"/>
              <a:t>BTS logos and color values</a:t>
            </a:r>
            <a:endParaRPr lang="en-US" sz="2800" b="0"/>
          </a:p>
        </p:txBody>
      </p:sp>
      <p:sp>
        <p:nvSpPr>
          <p:cNvPr id="295" name="Title 1">
            <a:extLst>
              <a:ext uri="{FF2B5EF4-FFF2-40B4-BE49-F238E27FC236}">
                <a16:creationId xmlns:a16="http://schemas.microsoft.com/office/drawing/2014/main" id="{859B96E6-798A-CADE-F67E-764E86B75B75}"/>
              </a:ext>
            </a:extLst>
          </p:cNvPr>
          <p:cNvSpPr txBox="1">
            <a:spLocks/>
          </p:cNvSpPr>
          <p:nvPr userDrawn="1"/>
        </p:nvSpPr>
        <p:spPr>
          <a:xfrm>
            <a:off x="304801" y="3402082"/>
            <a:ext cx="1822314" cy="1099225"/>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accent1"/>
                </a:solidFill>
                <a:latin typeface="Tenorite" pitchFamily="2" charset="0"/>
                <a:ea typeface="+mj-ea"/>
                <a:cs typeface="+mj-cs"/>
              </a:defRPr>
            </a:lvl1pPr>
          </a:lstStyle>
          <a:p>
            <a:pPr>
              <a:lnSpc>
                <a:spcPct val="100000"/>
              </a:lnSpc>
            </a:pPr>
            <a:r>
              <a:rPr lang="en-US" sz="1800" b="0"/>
              <a:t>Use “eye dropper” tool or type color values to get desired color.</a:t>
            </a:r>
          </a:p>
        </p:txBody>
      </p:sp>
      <p:sp>
        <p:nvSpPr>
          <p:cNvPr id="279" name="Rounded Rectangle 278">
            <a:extLst>
              <a:ext uri="{FF2B5EF4-FFF2-40B4-BE49-F238E27FC236}">
                <a16:creationId xmlns:a16="http://schemas.microsoft.com/office/drawing/2014/main" id="{09BB924D-338C-7E30-C47E-D8E37DA1C552}"/>
              </a:ext>
            </a:extLst>
          </p:cNvPr>
          <p:cNvSpPr/>
          <p:nvPr userDrawn="1"/>
        </p:nvSpPr>
        <p:spPr>
          <a:xfrm>
            <a:off x="2459434" y="2373904"/>
            <a:ext cx="9445645" cy="4271351"/>
          </a:xfrm>
          <a:prstGeom prst="roundRect">
            <a:avLst>
              <a:gd name="adj" fmla="val 1487"/>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b="1" i="0">
              <a:latin typeface="Tenorite" pitchFamily="2" charset="0"/>
            </a:endParaRPr>
          </a:p>
        </p:txBody>
      </p:sp>
      <p:sp>
        <p:nvSpPr>
          <p:cNvPr id="280" name="TextBox 279">
            <a:extLst>
              <a:ext uri="{FF2B5EF4-FFF2-40B4-BE49-F238E27FC236}">
                <a16:creationId xmlns:a16="http://schemas.microsoft.com/office/drawing/2014/main" id="{ED900FBD-9875-10D5-5302-9A9535BBD11F}"/>
              </a:ext>
            </a:extLst>
          </p:cNvPr>
          <p:cNvSpPr txBox="1"/>
          <p:nvPr userDrawn="1"/>
        </p:nvSpPr>
        <p:spPr>
          <a:xfrm>
            <a:off x="2728778" y="2995940"/>
            <a:ext cx="1211185" cy="1040012"/>
          </a:xfrm>
          <a:prstGeom prst="rect">
            <a:avLst/>
          </a:prstGeom>
          <a:noFill/>
          <a:ln>
            <a:noFill/>
          </a:ln>
        </p:spPr>
        <p:txBody>
          <a:bodyPr wrap="square" lIns="0" tIns="0" rIns="0" bIns="0" rtlCol="0" anchor="ctr">
            <a:noAutofit/>
          </a:bodyPr>
          <a:lstStyle/>
          <a:p>
            <a:pPr algn="r"/>
            <a:r>
              <a:rPr lang="en-US" sz="1200" b="1" i="0">
                <a:solidFill>
                  <a:schemeClr val="tx2"/>
                </a:solidFill>
                <a:latin typeface="Tenorite" pitchFamily="2" charset="0"/>
              </a:rPr>
              <a:t>Primary Colors</a:t>
            </a:r>
          </a:p>
        </p:txBody>
      </p:sp>
      <p:sp>
        <p:nvSpPr>
          <p:cNvPr id="281" name="TextBox 280">
            <a:extLst>
              <a:ext uri="{FF2B5EF4-FFF2-40B4-BE49-F238E27FC236}">
                <a16:creationId xmlns:a16="http://schemas.microsoft.com/office/drawing/2014/main" id="{0A08345C-78B9-6109-2B3E-D5BD564581E0}"/>
              </a:ext>
            </a:extLst>
          </p:cNvPr>
          <p:cNvSpPr txBox="1"/>
          <p:nvPr userDrawn="1"/>
        </p:nvSpPr>
        <p:spPr>
          <a:xfrm>
            <a:off x="2229426" y="4221625"/>
            <a:ext cx="1710538" cy="613144"/>
          </a:xfrm>
          <a:prstGeom prst="rect">
            <a:avLst/>
          </a:prstGeom>
          <a:noFill/>
          <a:ln>
            <a:noFill/>
          </a:ln>
        </p:spPr>
        <p:txBody>
          <a:bodyPr wrap="square" lIns="0" tIns="0" rIns="0" bIns="0" rtlCol="0" anchor="ctr">
            <a:noAutofit/>
          </a:bodyPr>
          <a:lstStyle/>
          <a:p>
            <a:pPr algn="r"/>
            <a:r>
              <a:rPr lang="en-US" sz="1200" b="1" i="0">
                <a:solidFill>
                  <a:schemeClr val="tx2"/>
                </a:solidFill>
                <a:latin typeface="Tenorite" pitchFamily="2" charset="0"/>
              </a:rPr>
              <a:t>Medium Tints, </a:t>
            </a:r>
            <a:br>
              <a:rPr lang="en-US" sz="1200" b="1" i="0">
                <a:solidFill>
                  <a:schemeClr val="tx2"/>
                </a:solidFill>
                <a:latin typeface="Tenorite" pitchFamily="2" charset="0"/>
              </a:rPr>
            </a:br>
            <a:r>
              <a:rPr lang="en-US" sz="1200" b="1" i="0">
                <a:solidFill>
                  <a:schemeClr val="tx2"/>
                </a:solidFill>
                <a:latin typeface="Tenorite" pitchFamily="2" charset="0"/>
              </a:rPr>
              <a:t>for selective use</a:t>
            </a:r>
          </a:p>
        </p:txBody>
      </p:sp>
      <p:sp>
        <p:nvSpPr>
          <p:cNvPr id="282" name="TextBox 281">
            <a:extLst>
              <a:ext uri="{FF2B5EF4-FFF2-40B4-BE49-F238E27FC236}">
                <a16:creationId xmlns:a16="http://schemas.microsoft.com/office/drawing/2014/main" id="{3856F3D7-7204-9DBF-FB72-F676C78B38F5}"/>
              </a:ext>
            </a:extLst>
          </p:cNvPr>
          <p:cNvSpPr txBox="1"/>
          <p:nvPr userDrawn="1"/>
        </p:nvSpPr>
        <p:spPr>
          <a:xfrm>
            <a:off x="2229426" y="5019293"/>
            <a:ext cx="1710538" cy="613144"/>
          </a:xfrm>
          <a:prstGeom prst="rect">
            <a:avLst/>
          </a:prstGeom>
          <a:noFill/>
          <a:ln>
            <a:noFill/>
          </a:ln>
        </p:spPr>
        <p:txBody>
          <a:bodyPr wrap="square" lIns="0" tIns="0" rIns="0" bIns="0" rtlCol="0" anchor="ctr">
            <a:noAutofit/>
          </a:bodyPr>
          <a:lstStyle/>
          <a:p>
            <a:pPr algn="r"/>
            <a:r>
              <a:rPr lang="en-US" sz="1200" b="1" i="0">
                <a:solidFill>
                  <a:schemeClr val="tx2"/>
                </a:solidFill>
                <a:latin typeface="Tenorite" pitchFamily="2" charset="0"/>
              </a:rPr>
              <a:t>Light Tints, </a:t>
            </a:r>
            <a:br>
              <a:rPr lang="en-US" sz="1200" b="1" i="0">
                <a:solidFill>
                  <a:schemeClr val="tx2"/>
                </a:solidFill>
                <a:latin typeface="Tenorite" pitchFamily="2" charset="0"/>
              </a:rPr>
            </a:br>
            <a:r>
              <a:rPr lang="en-US" sz="1200" b="1" i="0">
                <a:solidFill>
                  <a:schemeClr val="tx2"/>
                </a:solidFill>
                <a:latin typeface="Tenorite" pitchFamily="2" charset="0"/>
              </a:rPr>
              <a:t>for selective use</a:t>
            </a:r>
          </a:p>
        </p:txBody>
      </p:sp>
      <p:sp>
        <p:nvSpPr>
          <p:cNvPr id="283" name="TextBox 282">
            <a:extLst>
              <a:ext uri="{FF2B5EF4-FFF2-40B4-BE49-F238E27FC236}">
                <a16:creationId xmlns:a16="http://schemas.microsoft.com/office/drawing/2014/main" id="{2471F0F3-455F-8594-543D-8519FDF27669}"/>
              </a:ext>
            </a:extLst>
          </p:cNvPr>
          <p:cNvSpPr txBox="1"/>
          <p:nvPr userDrawn="1"/>
        </p:nvSpPr>
        <p:spPr>
          <a:xfrm>
            <a:off x="2489491" y="5828623"/>
            <a:ext cx="1450473" cy="613144"/>
          </a:xfrm>
          <a:prstGeom prst="rect">
            <a:avLst/>
          </a:prstGeom>
          <a:noFill/>
          <a:ln>
            <a:noFill/>
          </a:ln>
        </p:spPr>
        <p:txBody>
          <a:bodyPr wrap="square" lIns="0" tIns="0" rIns="0" bIns="0" rtlCol="0" anchor="ctr">
            <a:noAutofit/>
          </a:bodyPr>
          <a:lstStyle/>
          <a:p>
            <a:pPr algn="r"/>
            <a:r>
              <a:rPr lang="en-US" sz="1200" b="1" i="0">
                <a:solidFill>
                  <a:schemeClr val="tx2"/>
                </a:solidFill>
                <a:latin typeface="Tenorite" pitchFamily="2" charset="0"/>
              </a:rPr>
              <a:t>Extra Light Tints, for backgrounds only</a:t>
            </a:r>
          </a:p>
        </p:txBody>
      </p:sp>
      <p:sp>
        <p:nvSpPr>
          <p:cNvPr id="284" name="TextBox 283">
            <a:extLst>
              <a:ext uri="{FF2B5EF4-FFF2-40B4-BE49-F238E27FC236}">
                <a16:creationId xmlns:a16="http://schemas.microsoft.com/office/drawing/2014/main" id="{4F7078BB-736F-9F50-3939-B16EA356BF11}"/>
              </a:ext>
            </a:extLst>
          </p:cNvPr>
          <p:cNvSpPr txBox="1"/>
          <p:nvPr userDrawn="1"/>
        </p:nvSpPr>
        <p:spPr>
          <a:xfrm>
            <a:off x="2649209" y="2476148"/>
            <a:ext cx="1211186" cy="613144"/>
          </a:xfrm>
          <a:prstGeom prst="rect">
            <a:avLst/>
          </a:prstGeom>
          <a:noFill/>
          <a:ln>
            <a:noFill/>
          </a:ln>
        </p:spPr>
        <p:txBody>
          <a:bodyPr wrap="square" lIns="0" tIns="0" rIns="0" bIns="0" rtlCol="0" anchor="ctr">
            <a:noAutofit/>
          </a:bodyPr>
          <a:lstStyle/>
          <a:p>
            <a:pPr algn="l"/>
            <a:r>
              <a:rPr lang="en-US" sz="2000" b="1" i="0">
                <a:solidFill>
                  <a:schemeClr val="tx2"/>
                </a:solidFill>
                <a:latin typeface="Tenorite" pitchFamily="2" charset="0"/>
              </a:rPr>
              <a:t>BTS Colors</a:t>
            </a:r>
          </a:p>
        </p:txBody>
      </p:sp>
      <p:grpSp>
        <p:nvGrpSpPr>
          <p:cNvPr id="285" name="Group 284">
            <a:extLst>
              <a:ext uri="{FF2B5EF4-FFF2-40B4-BE49-F238E27FC236}">
                <a16:creationId xmlns:a16="http://schemas.microsoft.com/office/drawing/2014/main" id="{1F01501E-84DD-AA77-515F-507EF71A025C}"/>
              </a:ext>
            </a:extLst>
          </p:cNvPr>
          <p:cNvGrpSpPr/>
          <p:nvPr userDrawn="1"/>
        </p:nvGrpSpPr>
        <p:grpSpPr>
          <a:xfrm>
            <a:off x="4049789" y="2995940"/>
            <a:ext cx="7609100" cy="3449258"/>
            <a:chOff x="4049789" y="2995940"/>
            <a:chExt cx="7609100" cy="3449258"/>
          </a:xfrm>
        </p:grpSpPr>
        <p:sp>
          <p:nvSpPr>
            <p:cNvPr id="286" name="Rectangle 18">
              <a:extLst>
                <a:ext uri="{FF2B5EF4-FFF2-40B4-BE49-F238E27FC236}">
                  <a16:creationId xmlns:a16="http://schemas.microsoft.com/office/drawing/2014/main" id="{198B7C18-5F1A-E142-B8BF-3A0D5DFD696A}"/>
                </a:ext>
              </a:extLst>
            </p:cNvPr>
            <p:cNvSpPr/>
            <p:nvPr/>
          </p:nvSpPr>
          <p:spPr>
            <a:xfrm>
              <a:off x="4049789" y="2995940"/>
              <a:ext cx="1114193" cy="1050782"/>
            </a:xfrm>
            <a:prstGeom prst="roundRect">
              <a:avLst>
                <a:gd name="adj" fmla="val 604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latin typeface="Tenorite" pitchFamily="2" charset="0"/>
              </a:endParaRPr>
            </a:p>
          </p:txBody>
        </p:sp>
        <p:sp>
          <p:nvSpPr>
            <p:cNvPr id="287" name="Rectangle 19">
              <a:extLst>
                <a:ext uri="{FF2B5EF4-FFF2-40B4-BE49-F238E27FC236}">
                  <a16:creationId xmlns:a16="http://schemas.microsoft.com/office/drawing/2014/main" id="{40955A61-D553-C39A-BA01-ECBACBC6474A}"/>
                </a:ext>
              </a:extLst>
            </p:cNvPr>
            <p:cNvSpPr/>
            <p:nvPr/>
          </p:nvSpPr>
          <p:spPr>
            <a:xfrm>
              <a:off x="5348769" y="2995940"/>
              <a:ext cx="1114193" cy="1050782"/>
            </a:xfrm>
            <a:prstGeom prst="roundRect">
              <a:avLst>
                <a:gd name="adj" fmla="val 604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latin typeface="Tenorite" pitchFamily="2" charset="0"/>
              </a:endParaRPr>
            </a:p>
          </p:txBody>
        </p:sp>
        <p:sp>
          <p:nvSpPr>
            <p:cNvPr id="288" name="Rectangle 20">
              <a:extLst>
                <a:ext uri="{FF2B5EF4-FFF2-40B4-BE49-F238E27FC236}">
                  <a16:creationId xmlns:a16="http://schemas.microsoft.com/office/drawing/2014/main" id="{266A64B6-AE98-95BA-5D64-8D392536B805}"/>
                </a:ext>
              </a:extLst>
            </p:cNvPr>
            <p:cNvSpPr/>
            <p:nvPr/>
          </p:nvSpPr>
          <p:spPr>
            <a:xfrm>
              <a:off x="6647750" y="2995940"/>
              <a:ext cx="1114193" cy="1050782"/>
            </a:xfrm>
            <a:prstGeom prst="roundRect">
              <a:avLst>
                <a:gd name="adj" fmla="val 6043"/>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latin typeface="Tenorite" pitchFamily="2" charset="0"/>
              </a:endParaRPr>
            </a:p>
          </p:txBody>
        </p:sp>
        <p:sp>
          <p:nvSpPr>
            <p:cNvPr id="289" name="Rectangle 21">
              <a:extLst>
                <a:ext uri="{FF2B5EF4-FFF2-40B4-BE49-F238E27FC236}">
                  <a16:creationId xmlns:a16="http://schemas.microsoft.com/office/drawing/2014/main" id="{326236EC-BB1D-1305-C809-4B46E1F84084}"/>
                </a:ext>
              </a:extLst>
            </p:cNvPr>
            <p:cNvSpPr/>
            <p:nvPr/>
          </p:nvSpPr>
          <p:spPr>
            <a:xfrm>
              <a:off x="7946735" y="2995940"/>
              <a:ext cx="1114193" cy="1050782"/>
            </a:xfrm>
            <a:prstGeom prst="roundRect">
              <a:avLst>
                <a:gd name="adj" fmla="val 6043"/>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latin typeface="Tenorite" pitchFamily="2" charset="0"/>
              </a:endParaRPr>
            </a:p>
          </p:txBody>
        </p:sp>
        <p:sp>
          <p:nvSpPr>
            <p:cNvPr id="290" name="Rectangle 22">
              <a:extLst>
                <a:ext uri="{FF2B5EF4-FFF2-40B4-BE49-F238E27FC236}">
                  <a16:creationId xmlns:a16="http://schemas.microsoft.com/office/drawing/2014/main" id="{447B1049-743A-95A4-90DF-42D41AA1D850}"/>
                </a:ext>
              </a:extLst>
            </p:cNvPr>
            <p:cNvSpPr/>
            <p:nvPr/>
          </p:nvSpPr>
          <p:spPr>
            <a:xfrm>
              <a:off x="9245716" y="2995940"/>
              <a:ext cx="1114193" cy="1050782"/>
            </a:xfrm>
            <a:prstGeom prst="roundRect">
              <a:avLst>
                <a:gd name="adj" fmla="val 6043"/>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latin typeface="Tenorite" pitchFamily="2" charset="0"/>
              </a:endParaRPr>
            </a:p>
          </p:txBody>
        </p:sp>
        <p:sp>
          <p:nvSpPr>
            <p:cNvPr id="291" name="Rectangle 23">
              <a:extLst>
                <a:ext uri="{FF2B5EF4-FFF2-40B4-BE49-F238E27FC236}">
                  <a16:creationId xmlns:a16="http://schemas.microsoft.com/office/drawing/2014/main" id="{08093D7B-207B-89AE-0036-61AD4815FC68}"/>
                </a:ext>
              </a:extLst>
            </p:cNvPr>
            <p:cNvSpPr/>
            <p:nvPr/>
          </p:nvSpPr>
          <p:spPr>
            <a:xfrm>
              <a:off x="10544696" y="2995940"/>
              <a:ext cx="1114193" cy="1050782"/>
            </a:xfrm>
            <a:prstGeom prst="roundRect">
              <a:avLst>
                <a:gd name="adj" fmla="val 6043"/>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latin typeface="Tenorite" pitchFamily="2" charset="0"/>
              </a:endParaRPr>
            </a:p>
          </p:txBody>
        </p:sp>
        <p:sp>
          <p:nvSpPr>
            <p:cNvPr id="292" name="Rectangle 24">
              <a:extLst>
                <a:ext uri="{FF2B5EF4-FFF2-40B4-BE49-F238E27FC236}">
                  <a16:creationId xmlns:a16="http://schemas.microsoft.com/office/drawing/2014/main" id="{0BB60B63-CC77-C926-FDC2-8AFAAA95BBB5}"/>
                </a:ext>
              </a:extLst>
            </p:cNvPr>
            <p:cNvSpPr/>
            <p:nvPr/>
          </p:nvSpPr>
          <p:spPr>
            <a:xfrm>
              <a:off x="4049789" y="4231219"/>
              <a:ext cx="1114193" cy="619072"/>
            </a:xfrm>
            <a:prstGeom prst="roundRect">
              <a:avLst>
                <a:gd name="adj" fmla="val 10257"/>
              </a:avLst>
            </a:prstGeom>
            <a:solidFill>
              <a:srgbClr val="A3A5A8"/>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US" sz="1400" b="0" i="0">
                <a:latin typeface="Tenorite" pitchFamily="2" charset="0"/>
              </a:endParaRPr>
            </a:p>
          </p:txBody>
        </p:sp>
        <p:sp>
          <p:nvSpPr>
            <p:cNvPr id="293" name="Rectangle 25">
              <a:extLst>
                <a:ext uri="{FF2B5EF4-FFF2-40B4-BE49-F238E27FC236}">
                  <a16:creationId xmlns:a16="http://schemas.microsoft.com/office/drawing/2014/main" id="{300DE8EF-3276-7A77-4453-4F1F7CF871EC}"/>
                </a:ext>
              </a:extLst>
            </p:cNvPr>
            <p:cNvSpPr/>
            <p:nvPr/>
          </p:nvSpPr>
          <p:spPr>
            <a:xfrm>
              <a:off x="5348769" y="4227499"/>
              <a:ext cx="1114193" cy="619072"/>
            </a:xfrm>
            <a:prstGeom prst="roundRect">
              <a:avLst>
                <a:gd name="adj" fmla="val 10257"/>
              </a:avLst>
            </a:prstGeom>
            <a:solidFill>
              <a:srgbClr val="EA5F84"/>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US" sz="1400" b="0" i="0">
                <a:latin typeface="Tenorite" pitchFamily="2" charset="0"/>
              </a:endParaRPr>
            </a:p>
          </p:txBody>
        </p:sp>
        <p:sp>
          <p:nvSpPr>
            <p:cNvPr id="296" name="Rectangle 26">
              <a:extLst>
                <a:ext uri="{FF2B5EF4-FFF2-40B4-BE49-F238E27FC236}">
                  <a16:creationId xmlns:a16="http://schemas.microsoft.com/office/drawing/2014/main" id="{94B1A087-764D-5FDB-E4E9-3F5F58F4D3F8}"/>
                </a:ext>
              </a:extLst>
            </p:cNvPr>
            <p:cNvSpPr/>
            <p:nvPr/>
          </p:nvSpPr>
          <p:spPr>
            <a:xfrm>
              <a:off x="6647750" y="4227499"/>
              <a:ext cx="1114193" cy="619072"/>
            </a:xfrm>
            <a:prstGeom prst="roundRect">
              <a:avLst>
                <a:gd name="adj" fmla="val 10257"/>
              </a:avLst>
            </a:prstGeom>
            <a:solidFill>
              <a:srgbClr val="0DB4AC"/>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US" sz="1400" b="0" i="0">
                <a:latin typeface="Tenorite" pitchFamily="2" charset="0"/>
              </a:endParaRPr>
            </a:p>
          </p:txBody>
        </p:sp>
        <p:sp>
          <p:nvSpPr>
            <p:cNvPr id="297" name="Rectangle 27">
              <a:extLst>
                <a:ext uri="{FF2B5EF4-FFF2-40B4-BE49-F238E27FC236}">
                  <a16:creationId xmlns:a16="http://schemas.microsoft.com/office/drawing/2014/main" id="{D53A3C28-DE65-5903-F5FB-53B12BE11BF7}"/>
                </a:ext>
              </a:extLst>
            </p:cNvPr>
            <p:cNvSpPr/>
            <p:nvPr/>
          </p:nvSpPr>
          <p:spPr>
            <a:xfrm>
              <a:off x="7946735" y="4227499"/>
              <a:ext cx="1114193" cy="619072"/>
            </a:xfrm>
            <a:prstGeom prst="roundRect">
              <a:avLst>
                <a:gd name="adj" fmla="val 10257"/>
              </a:avLst>
            </a:prstGeom>
            <a:solidFill>
              <a:srgbClr val="826DAA"/>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US" sz="1400" b="0" i="0">
                <a:latin typeface="Tenorite" pitchFamily="2" charset="0"/>
              </a:endParaRPr>
            </a:p>
          </p:txBody>
        </p:sp>
        <p:sp>
          <p:nvSpPr>
            <p:cNvPr id="298" name="Rectangle 28">
              <a:extLst>
                <a:ext uri="{FF2B5EF4-FFF2-40B4-BE49-F238E27FC236}">
                  <a16:creationId xmlns:a16="http://schemas.microsoft.com/office/drawing/2014/main" id="{58AA400D-25FC-8966-0EC1-CB1C1FCBDA6E}"/>
                </a:ext>
              </a:extLst>
            </p:cNvPr>
            <p:cNvSpPr/>
            <p:nvPr/>
          </p:nvSpPr>
          <p:spPr>
            <a:xfrm>
              <a:off x="9245716" y="4227499"/>
              <a:ext cx="1114193" cy="619072"/>
            </a:xfrm>
            <a:prstGeom prst="roundRect">
              <a:avLst>
                <a:gd name="adj" fmla="val 10257"/>
              </a:avLst>
            </a:prstGeom>
            <a:solidFill>
              <a:srgbClr val="EA6B69"/>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US" sz="1400" b="0" i="0">
                <a:latin typeface="Tenorite" pitchFamily="2" charset="0"/>
              </a:endParaRPr>
            </a:p>
          </p:txBody>
        </p:sp>
        <p:sp>
          <p:nvSpPr>
            <p:cNvPr id="299" name="Rectangle 29">
              <a:extLst>
                <a:ext uri="{FF2B5EF4-FFF2-40B4-BE49-F238E27FC236}">
                  <a16:creationId xmlns:a16="http://schemas.microsoft.com/office/drawing/2014/main" id="{A6DAA2B3-B532-7F45-73E1-DC8C69F516D9}"/>
                </a:ext>
              </a:extLst>
            </p:cNvPr>
            <p:cNvSpPr/>
            <p:nvPr/>
          </p:nvSpPr>
          <p:spPr>
            <a:xfrm>
              <a:off x="10544696" y="4227499"/>
              <a:ext cx="1114193" cy="619072"/>
            </a:xfrm>
            <a:prstGeom prst="roundRect">
              <a:avLst>
                <a:gd name="adj" fmla="val 10257"/>
              </a:avLst>
            </a:prstGeom>
            <a:solidFill>
              <a:srgbClr val="6CBFE5"/>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US" sz="1400" b="0" i="0">
                <a:latin typeface="Tenorite" pitchFamily="2" charset="0"/>
              </a:endParaRPr>
            </a:p>
          </p:txBody>
        </p:sp>
        <p:sp>
          <p:nvSpPr>
            <p:cNvPr id="300" name="Rectangle 30">
              <a:extLst>
                <a:ext uri="{FF2B5EF4-FFF2-40B4-BE49-F238E27FC236}">
                  <a16:creationId xmlns:a16="http://schemas.microsoft.com/office/drawing/2014/main" id="{4FFA2815-E129-DD16-14C2-1039D7543461}"/>
                </a:ext>
              </a:extLst>
            </p:cNvPr>
            <p:cNvSpPr/>
            <p:nvPr/>
          </p:nvSpPr>
          <p:spPr>
            <a:xfrm>
              <a:off x="4049789" y="5027349"/>
              <a:ext cx="1114193" cy="619072"/>
            </a:xfrm>
            <a:prstGeom prst="roundRect">
              <a:avLst>
                <a:gd name="adj" fmla="val 10257"/>
              </a:avLst>
            </a:prstGeom>
            <a:solidFill>
              <a:srgbClr val="EBEFF2"/>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US" sz="1400" b="0" i="0">
                <a:latin typeface="Tenorite" pitchFamily="2" charset="0"/>
              </a:endParaRPr>
            </a:p>
          </p:txBody>
        </p:sp>
        <p:sp>
          <p:nvSpPr>
            <p:cNvPr id="301" name="Rectangle 31">
              <a:extLst>
                <a:ext uri="{FF2B5EF4-FFF2-40B4-BE49-F238E27FC236}">
                  <a16:creationId xmlns:a16="http://schemas.microsoft.com/office/drawing/2014/main" id="{F6845523-1524-9FA3-4105-600E1B13431C}"/>
                </a:ext>
              </a:extLst>
            </p:cNvPr>
            <p:cNvSpPr/>
            <p:nvPr/>
          </p:nvSpPr>
          <p:spPr>
            <a:xfrm>
              <a:off x="5348769" y="5027349"/>
              <a:ext cx="1114193" cy="619072"/>
            </a:xfrm>
            <a:prstGeom prst="roundRect">
              <a:avLst>
                <a:gd name="adj" fmla="val 10257"/>
              </a:avLst>
            </a:prstGeom>
            <a:solidFill>
              <a:srgbClr val="F4ADB9"/>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US" sz="1400" b="0" i="0">
                <a:latin typeface="Tenorite" pitchFamily="2" charset="0"/>
              </a:endParaRPr>
            </a:p>
          </p:txBody>
        </p:sp>
        <p:sp>
          <p:nvSpPr>
            <p:cNvPr id="302" name="Rectangle 32">
              <a:extLst>
                <a:ext uri="{FF2B5EF4-FFF2-40B4-BE49-F238E27FC236}">
                  <a16:creationId xmlns:a16="http://schemas.microsoft.com/office/drawing/2014/main" id="{C214E981-F47E-7A57-A8E9-D7CF71B85E98}"/>
                </a:ext>
              </a:extLst>
            </p:cNvPr>
            <p:cNvSpPr/>
            <p:nvPr/>
          </p:nvSpPr>
          <p:spPr>
            <a:xfrm>
              <a:off x="6647750" y="5027349"/>
              <a:ext cx="1114193" cy="619072"/>
            </a:xfrm>
            <a:prstGeom prst="roundRect">
              <a:avLst>
                <a:gd name="adj" fmla="val 10257"/>
              </a:avLst>
            </a:prstGeom>
            <a:solidFill>
              <a:srgbClr val="B0DCD9"/>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US" sz="1400" b="0" i="0">
                <a:latin typeface="Tenorite" pitchFamily="2" charset="0"/>
              </a:endParaRPr>
            </a:p>
          </p:txBody>
        </p:sp>
        <p:sp>
          <p:nvSpPr>
            <p:cNvPr id="303" name="Rectangle 33">
              <a:extLst>
                <a:ext uri="{FF2B5EF4-FFF2-40B4-BE49-F238E27FC236}">
                  <a16:creationId xmlns:a16="http://schemas.microsoft.com/office/drawing/2014/main" id="{DB810E9A-948F-71F4-B25E-C6D23D7DEEA1}"/>
                </a:ext>
              </a:extLst>
            </p:cNvPr>
            <p:cNvSpPr/>
            <p:nvPr/>
          </p:nvSpPr>
          <p:spPr>
            <a:xfrm>
              <a:off x="7946735" y="5027349"/>
              <a:ext cx="1114193" cy="619072"/>
            </a:xfrm>
            <a:prstGeom prst="roundRect">
              <a:avLst>
                <a:gd name="adj" fmla="val 10257"/>
              </a:avLst>
            </a:prstGeom>
            <a:solidFill>
              <a:srgbClr val="B6ABCF"/>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US" sz="1400" b="0" i="0">
                <a:latin typeface="Tenorite" pitchFamily="2" charset="0"/>
              </a:endParaRPr>
            </a:p>
          </p:txBody>
        </p:sp>
        <p:sp>
          <p:nvSpPr>
            <p:cNvPr id="304" name="Rectangle 34">
              <a:extLst>
                <a:ext uri="{FF2B5EF4-FFF2-40B4-BE49-F238E27FC236}">
                  <a16:creationId xmlns:a16="http://schemas.microsoft.com/office/drawing/2014/main" id="{755C7738-D170-966D-90A7-3916FB503C72}"/>
                </a:ext>
              </a:extLst>
            </p:cNvPr>
            <p:cNvSpPr/>
            <p:nvPr/>
          </p:nvSpPr>
          <p:spPr>
            <a:xfrm>
              <a:off x="9245716" y="5027349"/>
              <a:ext cx="1114193" cy="619072"/>
            </a:xfrm>
            <a:prstGeom prst="roundRect">
              <a:avLst>
                <a:gd name="adj" fmla="val 10257"/>
              </a:avLst>
            </a:prstGeom>
            <a:solidFill>
              <a:srgbClr val="F4B1A7"/>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US" sz="1400" b="0" i="0">
                <a:latin typeface="Tenorite" pitchFamily="2" charset="0"/>
              </a:endParaRPr>
            </a:p>
          </p:txBody>
        </p:sp>
        <p:sp>
          <p:nvSpPr>
            <p:cNvPr id="305" name="Rectangle 35">
              <a:extLst>
                <a:ext uri="{FF2B5EF4-FFF2-40B4-BE49-F238E27FC236}">
                  <a16:creationId xmlns:a16="http://schemas.microsoft.com/office/drawing/2014/main" id="{DAA7F9E9-6C13-AA54-E3D4-A9B56C1CC65E}"/>
                </a:ext>
              </a:extLst>
            </p:cNvPr>
            <p:cNvSpPr/>
            <p:nvPr/>
          </p:nvSpPr>
          <p:spPr>
            <a:xfrm>
              <a:off x="10544696" y="5027349"/>
              <a:ext cx="1114193" cy="619072"/>
            </a:xfrm>
            <a:prstGeom prst="roundRect">
              <a:avLst>
                <a:gd name="adj" fmla="val 10257"/>
              </a:avLst>
            </a:prstGeom>
            <a:solidFill>
              <a:srgbClr val="C2E3F5"/>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US" sz="1400" b="0" i="0">
                <a:latin typeface="Tenorite" pitchFamily="2" charset="0"/>
              </a:endParaRPr>
            </a:p>
          </p:txBody>
        </p:sp>
        <p:sp>
          <p:nvSpPr>
            <p:cNvPr id="306" name="Rectangle 73">
              <a:extLst>
                <a:ext uri="{FF2B5EF4-FFF2-40B4-BE49-F238E27FC236}">
                  <a16:creationId xmlns:a16="http://schemas.microsoft.com/office/drawing/2014/main" id="{4DBB78A1-6BDF-991E-EADC-EA96C008CE31}"/>
                </a:ext>
              </a:extLst>
            </p:cNvPr>
            <p:cNvSpPr/>
            <p:nvPr/>
          </p:nvSpPr>
          <p:spPr>
            <a:xfrm>
              <a:off x="4049789" y="5826126"/>
              <a:ext cx="1114193" cy="619072"/>
            </a:xfrm>
            <a:prstGeom prst="roundRect">
              <a:avLst>
                <a:gd name="adj" fmla="val 10257"/>
              </a:avLst>
            </a:prstGeom>
            <a:solidFill>
              <a:srgbClr val="FFFFFF"/>
            </a:solidFill>
            <a:ln w="95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US" sz="1400" b="0" i="0">
                <a:latin typeface="Tenorite" pitchFamily="2" charset="0"/>
              </a:endParaRPr>
            </a:p>
          </p:txBody>
        </p:sp>
        <p:sp>
          <p:nvSpPr>
            <p:cNvPr id="307" name="Rectangle 74">
              <a:extLst>
                <a:ext uri="{FF2B5EF4-FFF2-40B4-BE49-F238E27FC236}">
                  <a16:creationId xmlns:a16="http://schemas.microsoft.com/office/drawing/2014/main" id="{969231D0-1334-7F83-55CE-05D59DB9F8E8}"/>
                </a:ext>
              </a:extLst>
            </p:cNvPr>
            <p:cNvSpPr/>
            <p:nvPr/>
          </p:nvSpPr>
          <p:spPr>
            <a:xfrm>
              <a:off x="5348769" y="5822406"/>
              <a:ext cx="1114193" cy="619072"/>
            </a:xfrm>
            <a:prstGeom prst="roundRect">
              <a:avLst>
                <a:gd name="adj" fmla="val 10257"/>
              </a:avLst>
            </a:prstGeom>
            <a:solidFill>
              <a:srgbClr val="F8DBE0"/>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US" sz="1400" b="0" i="0">
                <a:latin typeface="Tenorite" pitchFamily="2" charset="0"/>
              </a:endParaRPr>
            </a:p>
          </p:txBody>
        </p:sp>
        <p:sp>
          <p:nvSpPr>
            <p:cNvPr id="308" name="Rectangle 75">
              <a:extLst>
                <a:ext uri="{FF2B5EF4-FFF2-40B4-BE49-F238E27FC236}">
                  <a16:creationId xmlns:a16="http://schemas.microsoft.com/office/drawing/2014/main" id="{41ED395B-B3DD-7A55-5111-A0E385FFA358}"/>
                </a:ext>
              </a:extLst>
            </p:cNvPr>
            <p:cNvSpPr/>
            <p:nvPr/>
          </p:nvSpPr>
          <p:spPr>
            <a:xfrm>
              <a:off x="6647750" y="5822406"/>
              <a:ext cx="1114193" cy="619072"/>
            </a:xfrm>
            <a:prstGeom prst="roundRect">
              <a:avLst>
                <a:gd name="adj" fmla="val 10257"/>
              </a:avLst>
            </a:prstGeom>
            <a:solidFill>
              <a:srgbClr val="D3EFEE"/>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US" sz="1400" b="0" i="0">
                <a:latin typeface="Tenorite" pitchFamily="2" charset="0"/>
              </a:endParaRPr>
            </a:p>
          </p:txBody>
        </p:sp>
        <p:sp>
          <p:nvSpPr>
            <p:cNvPr id="309" name="Rectangle 76">
              <a:extLst>
                <a:ext uri="{FF2B5EF4-FFF2-40B4-BE49-F238E27FC236}">
                  <a16:creationId xmlns:a16="http://schemas.microsoft.com/office/drawing/2014/main" id="{54FD657F-520B-9A2E-CAFE-A3345647035C}"/>
                </a:ext>
              </a:extLst>
            </p:cNvPr>
            <p:cNvSpPr/>
            <p:nvPr/>
          </p:nvSpPr>
          <p:spPr>
            <a:xfrm>
              <a:off x="7946735" y="5822406"/>
              <a:ext cx="1114193" cy="619072"/>
            </a:xfrm>
            <a:prstGeom prst="roundRect">
              <a:avLst>
                <a:gd name="adj" fmla="val 10257"/>
              </a:avLst>
            </a:prstGeom>
            <a:solidFill>
              <a:srgbClr val="DBD7E7"/>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US" sz="1400" b="0" i="0">
                <a:latin typeface="Tenorite" pitchFamily="2" charset="0"/>
              </a:endParaRPr>
            </a:p>
          </p:txBody>
        </p:sp>
        <p:sp>
          <p:nvSpPr>
            <p:cNvPr id="310" name="Rectangle 77">
              <a:extLst>
                <a:ext uri="{FF2B5EF4-FFF2-40B4-BE49-F238E27FC236}">
                  <a16:creationId xmlns:a16="http://schemas.microsoft.com/office/drawing/2014/main" id="{4F5F91CC-0A0A-45F3-7105-4C177D783F98}"/>
                </a:ext>
              </a:extLst>
            </p:cNvPr>
            <p:cNvSpPr/>
            <p:nvPr/>
          </p:nvSpPr>
          <p:spPr>
            <a:xfrm>
              <a:off x="9245716" y="5822406"/>
              <a:ext cx="1114193" cy="619072"/>
            </a:xfrm>
            <a:prstGeom prst="roundRect">
              <a:avLst>
                <a:gd name="adj" fmla="val 10257"/>
              </a:avLst>
            </a:prstGeom>
            <a:solidFill>
              <a:srgbClr val="FAE6E3"/>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US" sz="1400" b="0" i="0">
                <a:latin typeface="Tenorite" pitchFamily="2" charset="0"/>
              </a:endParaRPr>
            </a:p>
          </p:txBody>
        </p:sp>
        <p:sp>
          <p:nvSpPr>
            <p:cNvPr id="311" name="Rectangle 78">
              <a:extLst>
                <a:ext uri="{FF2B5EF4-FFF2-40B4-BE49-F238E27FC236}">
                  <a16:creationId xmlns:a16="http://schemas.microsoft.com/office/drawing/2014/main" id="{B88D7F19-5CD4-CC7C-B586-37E2E1ADA5CF}"/>
                </a:ext>
              </a:extLst>
            </p:cNvPr>
            <p:cNvSpPr/>
            <p:nvPr/>
          </p:nvSpPr>
          <p:spPr>
            <a:xfrm>
              <a:off x="10544696" y="5822406"/>
              <a:ext cx="1114193" cy="619072"/>
            </a:xfrm>
            <a:prstGeom prst="roundRect">
              <a:avLst>
                <a:gd name="adj" fmla="val 10257"/>
              </a:avLst>
            </a:prstGeom>
            <a:solidFill>
              <a:srgbClr val="E4F1F7"/>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US" sz="1400" b="0" i="0">
                <a:latin typeface="Tenorite" pitchFamily="2" charset="0"/>
              </a:endParaRPr>
            </a:p>
          </p:txBody>
        </p:sp>
      </p:grpSp>
      <p:sp>
        <p:nvSpPr>
          <p:cNvPr id="312" name="TextBox 311">
            <a:extLst>
              <a:ext uri="{FF2B5EF4-FFF2-40B4-BE49-F238E27FC236}">
                <a16:creationId xmlns:a16="http://schemas.microsoft.com/office/drawing/2014/main" id="{FE49FDD7-7D75-B027-E112-2A49B147B00B}"/>
              </a:ext>
            </a:extLst>
          </p:cNvPr>
          <p:cNvSpPr txBox="1"/>
          <p:nvPr userDrawn="1"/>
        </p:nvSpPr>
        <p:spPr>
          <a:xfrm>
            <a:off x="4124755" y="2995940"/>
            <a:ext cx="983979" cy="1040012"/>
          </a:xfrm>
          <a:prstGeom prst="rect">
            <a:avLst/>
          </a:prstGeom>
          <a:noFill/>
          <a:ln>
            <a:noFill/>
          </a:ln>
        </p:spPr>
        <p:txBody>
          <a:bodyPr wrap="square" lIns="0" tIns="0" rIns="0" bIns="0" rtlCol="0" anchor="ctr">
            <a:noAutofit/>
          </a:bodyPr>
          <a:lstStyle/>
          <a:p>
            <a:r>
              <a:rPr lang="en-US" sz="1200" b="1" i="0">
                <a:solidFill>
                  <a:schemeClr val="bg1"/>
                </a:solidFill>
                <a:latin typeface="Tenorite" pitchFamily="2" charset="0"/>
              </a:rPr>
              <a:t>Charcoal</a:t>
            </a:r>
          </a:p>
          <a:p>
            <a:r>
              <a:rPr lang="en-US" sz="1050" b="1" i="0">
                <a:solidFill>
                  <a:schemeClr val="bg1"/>
                </a:solidFill>
                <a:latin typeface="Tenorite" pitchFamily="2" charset="0"/>
              </a:rPr>
              <a:t>Web: 24282B</a:t>
            </a:r>
          </a:p>
        </p:txBody>
      </p:sp>
      <p:sp>
        <p:nvSpPr>
          <p:cNvPr id="313" name="TextBox 312">
            <a:extLst>
              <a:ext uri="{FF2B5EF4-FFF2-40B4-BE49-F238E27FC236}">
                <a16:creationId xmlns:a16="http://schemas.microsoft.com/office/drawing/2014/main" id="{F7EB3D29-3BFE-21ED-A107-66A3888C29AE}"/>
              </a:ext>
            </a:extLst>
          </p:cNvPr>
          <p:cNvSpPr txBox="1"/>
          <p:nvPr userDrawn="1"/>
        </p:nvSpPr>
        <p:spPr>
          <a:xfrm>
            <a:off x="5429359" y="2995940"/>
            <a:ext cx="983979" cy="1040012"/>
          </a:xfrm>
          <a:prstGeom prst="rect">
            <a:avLst/>
          </a:prstGeom>
          <a:noFill/>
          <a:ln>
            <a:noFill/>
          </a:ln>
        </p:spPr>
        <p:txBody>
          <a:bodyPr wrap="square" lIns="0" tIns="0" rIns="0" bIns="0" rtlCol="0" anchor="ctr">
            <a:noAutofit/>
          </a:bodyPr>
          <a:lstStyle/>
          <a:p>
            <a:r>
              <a:rPr lang="en-US" sz="1200" b="1" i="0">
                <a:solidFill>
                  <a:schemeClr val="bg1"/>
                </a:solidFill>
                <a:latin typeface="Tenorite" pitchFamily="2" charset="0"/>
              </a:rPr>
              <a:t>Magenta</a:t>
            </a:r>
          </a:p>
          <a:p>
            <a:r>
              <a:rPr lang="en-US" sz="1050" b="1" i="0">
                <a:solidFill>
                  <a:schemeClr val="bg1"/>
                </a:solidFill>
                <a:latin typeface="Tenorite" pitchFamily="2" charset="0"/>
              </a:rPr>
              <a:t>Web: CA1C68</a:t>
            </a:r>
          </a:p>
        </p:txBody>
      </p:sp>
      <p:sp>
        <p:nvSpPr>
          <p:cNvPr id="314" name="TextBox 313">
            <a:extLst>
              <a:ext uri="{FF2B5EF4-FFF2-40B4-BE49-F238E27FC236}">
                <a16:creationId xmlns:a16="http://schemas.microsoft.com/office/drawing/2014/main" id="{78F4986A-2737-4078-E37D-7F54BFB37B45}"/>
              </a:ext>
            </a:extLst>
          </p:cNvPr>
          <p:cNvSpPr txBox="1"/>
          <p:nvPr userDrawn="1"/>
        </p:nvSpPr>
        <p:spPr>
          <a:xfrm>
            <a:off x="6723768" y="2995940"/>
            <a:ext cx="983979" cy="1040012"/>
          </a:xfrm>
          <a:prstGeom prst="rect">
            <a:avLst/>
          </a:prstGeom>
          <a:noFill/>
          <a:ln>
            <a:noFill/>
          </a:ln>
        </p:spPr>
        <p:txBody>
          <a:bodyPr wrap="square" lIns="0" tIns="0" rIns="0" bIns="0" rtlCol="0" anchor="ctr">
            <a:noAutofit/>
          </a:bodyPr>
          <a:lstStyle/>
          <a:p>
            <a:r>
              <a:rPr lang="en-US" sz="1200" b="1" i="0">
                <a:solidFill>
                  <a:schemeClr val="bg1"/>
                </a:solidFill>
                <a:latin typeface="Tenorite" pitchFamily="2" charset="0"/>
              </a:rPr>
              <a:t>Green</a:t>
            </a:r>
          </a:p>
          <a:p>
            <a:r>
              <a:rPr lang="en-US" sz="1050" b="1" i="0">
                <a:solidFill>
                  <a:schemeClr val="bg1"/>
                </a:solidFill>
                <a:latin typeface="Tenorite" pitchFamily="2" charset="0"/>
              </a:rPr>
              <a:t>Web: 1D7279</a:t>
            </a:r>
          </a:p>
        </p:txBody>
      </p:sp>
      <p:sp>
        <p:nvSpPr>
          <p:cNvPr id="315" name="TextBox 314">
            <a:extLst>
              <a:ext uri="{FF2B5EF4-FFF2-40B4-BE49-F238E27FC236}">
                <a16:creationId xmlns:a16="http://schemas.microsoft.com/office/drawing/2014/main" id="{72A57A82-3A48-8F5E-60EF-0A3928AD2B7C}"/>
              </a:ext>
            </a:extLst>
          </p:cNvPr>
          <p:cNvSpPr txBox="1"/>
          <p:nvPr userDrawn="1"/>
        </p:nvSpPr>
        <p:spPr>
          <a:xfrm>
            <a:off x="8028373" y="2995940"/>
            <a:ext cx="983979" cy="1040012"/>
          </a:xfrm>
          <a:prstGeom prst="rect">
            <a:avLst/>
          </a:prstGeom>
          <a:noFill/>
          <a:ln>
            <a:noFill/>
          </a:ln>
        </p:spPr>
        <p:txBody>
          <a:bodyPr wrap="square" lIns="0" tIns="0" rIns="0" bIns="0" rtlCol="0" anchor="ctr">
            <a:noAutofit/>
          </a:bodyPr>
          <a:lstStyle/>
          <a:p>
            <a:r>
              <a:rPr lang="en-US" sz="1200" b="1" i="0">
                <a:solidFill>
                  <a:schemeClr val="bg1"/>
                </a:solidFill>
                <a:latin typeface="Tenorite" pitchFamily="2" charset="0"/>
              </a:rPr>
              <a:t>Purple</a:t>
            </a:r>
          </a:p>
          <a:p>
            <a:r>
              <a:rPr lang="en-US" sz="1050" b="1" i="0">
                <a:solidFill>
                  <a:schemeClr val="bg1"/>
                </a:solidFill>
                <a:latin typeface="Tenorite" pitchFamily="2" charset="0"/>
              </a:rPr>
              <a:t>Web: 4C3480</a:t>
            </a:r>
          </a:p>
        </p:txBody>
      </p:sp>
      <p:sp>
        <p:nvSpPr>
          <p:cNvPr id="316" name="TextBox 315">
            <a:extLst>
              <a:ext uri="{FF2B5EF4-FFF2-40B4-BE49-F238E27FC236}">
                <a16:creationId xmlns:a16="http://schemas.microsoft.com/office/drawing/2014/main" id="{C68222DE-1470-D8AB-DAF2-2C108FB42144}"/>
              </a:ext>
            </a:extLst>
          </p:cNvPr>
          <p:cNvSpPr txBox="1"/>
          <p:nvPr userDrawn="1"/>
        </p:nvSpPr>
        <p:spPr>
          <a:xfrm>
            <a:off x="9321734" y="2995940"/>
            <a:ext cx="983979" cy="1040012"/>
          </a:xfrm>
          <a:prstGeom prst="rect">
            <a:avLst/>
          </a:prstGeom>
          <a:noFill/>
          <a:ln>
            <a:noFill/>
          </a:ln>
        </p:spPr>
        <p:txBody>
          <a:bodyPr wrap="square" lIns="0" tIns="0" rIns="0" bIns="0" rtlCol="0" anchor="ctr">
            <a:noAutofit/>
          </a:bodyPr>
          <a:lstStyle/>
          <a:p>
            <a:r>
              <a:rPr lang="en-US" sz="1200" b="1" i="0">
                <a:solidFill>
                  <a:schemeClr val="bg1"/>
                </a:solidFill>
                <a:latin typeface="Tenorite" pitchFamily="2" charset="0"/>
              </a:rPr>
              <a:t>Orange</a:t>
            </a:r>
          </a:p>
          <a:p>
            <a:r>
              <a:rPr lang="en-US" sz="1050" b="1" i="0">
                <a:solidFill>
                  <a:schemeClr val="bg1"/>
                </a:solidFill>
                <a:latin typeface="Tenorite" pitchFamily="2" charset="0"/>
              </a:rPr>
              <a:t>Web: E63F50</a:t>
            </a:r>
          </a:p>
        </p:txBody>
      </p:sp>
      <p:sp>
        <p:nvSpPr>
          <p:cNvPr id="317" name="TextBox 316">
            <a:extLst>
              <a:ext uri="{FF2B5EF4-FFF2-40B4-BE49-F238E27FC236}">
                <a16:creationId xmlns:a16="http://schemas.microsoft.com/office/drawing/2014/main" id="{60D1B0D1-586F-0D36-8F95-B92E9866ED9F}"/>
              </a:ext>
            </a:extLst>
          </p:cNvPr>
          <p:cNvSpPr txBox="1"/>
          <p:nvPr userDrawn="1"/>
        </p:nvSpPr>
        <p:spPr>
          <a:xfrm>
            <a:off x="10626338" y="2995940"/>
            <a:ext cx="983979" cy="1040012"/>
          </a:xfrm>
          <a:prstGeom prst="rect">
            <a:avLst/>
          </a:prstGeom>
          <a:noFill/>
          <a:ln>
            <a:noFill/>
          </a:ln>
        </p:spPr>
        <p:txBody>
          <a:bodyPr wrap="square" lIns="0" tIns="0" rIns="0" bIns="0" rtlCol="0" anchor="ctr">
            <a:noAutofit/>
          </a:bodyPr>
          <a:lstStyle/>
          <a:p>
            <a:r>
              <a:rPr lang="en-US" sz="1200" b="1" i="0">
                <a:solidFill>
                  <a:schemeClr val="bg1"/>
                </a:solidFill>
                <a:latin typeface="Tenorite" pitchFamily="2" charset="0"/>
              </a:rPr>
              <a:t>Blue</a:t>
            </a:r>
          </a:p>
          <a:p>
            <a:r>
              <a:rPr lang="en-US" sz="1050" b="1" i="0">
                <a:solidFill>
                  <a:schemeClr val="bg1"/>
                </a:solidFill>
                <a:latin typeface="Tenorite" pitchFamily="2" charset="0"/>
              </a:rPr>
              <a:t>Web: 1C4C87</a:t>
            </a:r>
          </a:p>
        </p:txBody>
      </p:sp>
      <p:sp>
        <p:nvSpPr>
          <p:cNvPr id="318" name="TextBox 317">
            <a:extLst>
              <a:ext uri="{FF2B5EF4-FFF2-40B4-BE49-F238E27FC236}">
                <a16:creationId xmlns:a16="http://schemas.microsoft.com/office/drawing/2014/main" id="{FE19F959-1326-9F0A-B838-B1DFA986C79E}"/>
              </a:ext>
            </a:extLst>
          </p:cNvPr>
          <p:cNvSpPr txBox="1"/>
          <p:nvPr userDrawn="1"/>
        </p:nvSpPr>
        <p:spPr>
          <a:xfrm>
            <a:off x="4124755" y="4231219"/>
            <a:ext cx="983979" cy="615352"/>
          </a:xfrm>
          <a:prstGeom prst="rect">
            <a:avLst/>
          </a:prstGeom>
          <a:noFill/>
          <a:ln>
            <a:noFill/>
          </a:ln>
        </p:spPr>
        <p:txBody>
          <a:bodyPr wrap="square" lIns="0" tIns="0" rIns="0" bIns="0" rtlCol="0" anchor="ctr">
            <a:noAutofit/>
          </a:bodyPr>
          <a:lstStyle/>
          <a:p>
            <a:r>
              <a:rPr lang="en-US" sz="900" b="0" i="0">
                <a:solidFill>
                  <a:schemeClr val="accent1"/>
                </a:solidFill>
                <a:latin typeface="Tenorite" pitchFamily="2" charset="0"/>
              </a:rPr>
              <a:t>Grey Medium</a:t>
            </a:r>
          </a:p>
          <a:p>
            <a:r>
              <a:rPr lang="en-US" sz="900" b="0" i="0">
                <a:solidFill>
                  <a:schemeClr val="accent1"/>
                </a:solidFill>
                <a:latin typeface="Tenorite" pitchFamily="2" charset="0"/>
              </a:rPr>
              <a:t>Web: A2A5A8</a:t>
            </a:r>
          </a:p>
        </p:txBody>
      </p:sp>
      <p:sp>
        <p:nvSpPr>
          <p:cNvPr id="319" name="TextBox 318">
            <a:extLst>
              <a:ext uri="{FF2B5EF4-FFF2-40B4-BE49-F238E27FC236}">
                <a16:creationId xmlns:a16="http://schemas.microsoft.com/office/drawing/2014/main" id="{E472EC3A-1CEB-2D80-9939-3E598D950708}"/>
              </a:ext>
            </a:extLst>
          </p:cNvPr>
          <p:cNvSpPr txBox="1"/>
          <p:nvPr userDrawn="1"/>
        </p:nvSpPr>
        <p:spPr>
          <a:xfrm>
            <a:off x="5429359" y="4231219"/>
            <a:ext cx="983979" cy="615352"/>
          </a:xfrm>
          <a:prstGeom prst="rect">
            <a:avLst/>
          </a:prstGeom>
          <a:noFill/>
          <a:ln>
            <a:noFill/>
          </a:ln>
        </p:spPr>
        <p:txBody>
          <a:bodyPr wrap="square" lIns="0" tIns="0" rIns="0" bIns="0" rtlCol="0" anchor="ctr">
            <a:noAutofit/>
          </a:bodyPr>
          <a:lstStyle/>
          <a:p>
            <a:r>
              <a:rPr lang="en-US" sz="900" b="0" i="0">
                <a:solidFill>
                  <a:schemeClr val="accent1"/>
                </a:solidFill>
                <a:latin typeface="Tenorite" pitchFamily="2" charset="0"/>
              </a:rPr>
              <a:t>Magenta Medium Web: EA5F84</a:t>
            </a:r>
          </a:p>
        </p:txBody>
      </p:sp>
      <p:sp>
        <p:nvSpPr>
          <p:cNvPr id="320" name="TextBox 319">
            <a:extLst>
              <a:ext uri="{FF2B5EF4-FFF2-40B4-BE49-F238E27FC236}">
                <a16:creationId xmlns:a16="http://schemas.microsoft.com/office/drawing/2014/main" id="{2A6F056D-D96E-CD4C-A82A-CFD391D5A39D}"/>
              </a:ext>
            </a:extLst>
          </p:cNvPr>
          <p:cNvSpPr txBox="1"/>
          <p:nvPr userDrawn="1"/>
        </p:nvSpPr>
        <p:spPr>
          <a:xfrm>
            <a:off x="6723768" y="4231219"/>
            <a:ext cx="983979" cy="615352"/>
          </a:xfrm>
          <a:prstGeom prst="rect">
            <a:avLst/>
          </a:prstGeom>
          <a:noFill/>
          <a:ln>
            <a:noFill/>
          </a:ln>
        </p:spPr>
        <p:txBody>
          <a:bodyPr wrap="square" lIns="0" tIns="0" rIns="0" bIns="0" rtlCol="0" anchor="ctr">
            <a:noAutofit/>
          </a:bodyPr>
          <a:lstStyle/>
          <a:p>
            <a:r>
              <a:rPr lang="en-US" sz="900" b="0" i="0">
                <a:solidFill>
                  <a:schemeClr val="accent1"/>
                </a:solidFill>
                <a:latin typeface="Tenorite" pitchFamily="2" charset="0"/>
              </a:rPr>
              <a:t>Green Medium</a:t>
            </a:r>
          </a:p>
          <a:p>
            <a:r>
              <a:rPr lang="en-US" sz="900" b="0" i="0">
                <a:solidFill>
                  <a:schemeClr val="accent1"/>
                </a:solidFill>
                <a:latin typeface="Tenorite" pitchFamily="2" charset="0"/>
              </a:rPr>
              <a:t>Web: 0DB4AB</a:t>
            </a:r>
          </a:p>
        </p:txBody>
      </p:sp>
      <p:sp>
        <p:nvSpPr>
          <p:cNvPr id="321" name="TextBox 320">
            <a:extLst>
              <a:ext uri="{FF2B5EF4-FFF2-40B4-BE49-F238E27FC236}">
                <a16:creationId xmlns:a16="http://schemas.microsoft.com/office/drawing/2014/main" id="{31ABA1F8-6D7A-C851-DB74-FAEA4B4A27B0}"/>
              </a:ext>
            </a:extLst>
          </p:cNvPr>
          <p:cNvSpPr txBox="1"/>
          <p:nvPr userDrawn="1"/>
        </p:nvSpPr>
        <p:spPr>
          <a:xfrm>
            <a:off x="8028373" y="4231219"/>
            <a:ext cx="983979" cy="615352"/>
          </a:xfrm>
          <a:prstGeom prst="rect">
            <a:avLst/>
          </a:prstGeom>
          <a:noFill/>
          <a:ln>
            <a:noFill/>
          </a:ln>
        </p:spPr>
        <p:txBody>
          <a:bodyPr wrap="square" lIns="0" tIns="0" rIns="0" bIns="0" rtlCol="0" anchor="ctr">
            <a:noAutofit/>
          </a:bodyPr>
          <a:lstStyle/>
          <a:p>
            <a:r>
              <a:rPr lang="en-US" sz="900" b="0" i="0">
                <a:solidFill>
                  <a:schemeClr val="accent1"/>
                </a:solidFill>
                <a:latin typeface="Tenorite" pitchFamily="2" charset="0"/>
              </a:rPr>
              <a:t>Purple Medium Web: 826DAA</a:t>
            </a:r>
          </a:p>
        </p:txBody>
      </p:sp>
      <p:sp>
        <p:nvSpPr>
          <p:cNvPr id="322" name="TextBox 321">
            <a:extLst>
              <a:ext uri="{FF2B5EF4-FFF2-40B4-BE49-F238E27FC236}">
                <a16:creationId xmlns:a16="http://schemas.microsoft.com/office/drawing/2014/main" id="{87EAE5F9-3087-5716-3895-D0A6CAE0F521}"/>
              </a:ext>
            </a:extLst>
          </p:cNvPr>
          <p:cNvSpPr txBox="1"/>
          <p:nvPr userDrawn="1"/>
        </p:nvSpPr>
        <p:spPr>
          <a:xfrm>
            <a:off x="9321734" y="4231219"/>
            <a:ext cx="983979" cy="615352"/>
          </a:xfrm>
          <a:prstGeom prst="rect">
            <a:avLst/>
          </a:prstGeom>
          <a:noFill/>
          <a:ln>
            <a:noFill/>
          </a:ln>
        </p:spPr>
        <p:txBody>
          <a:bodyPr wrap="square" lIns="0" tIns="0" rIns="0" bIns="0" rtlCol="0" anchor="ctr">
            <a:noAutofit/>
          </a:bodyPr>
          <a:lstStyle/>
          <a:p>
            <a:r>
              <a:rPr lang="en-US" sz="900" b="0" i="0">
                <a:solidFill>
                  <a:schemeClr val="accent1"/>
                </a:solidFill>
                <a:latin typeface="Tenorite" pitchFamily="2" charset="0"/>
              </a:rPr>
              <a:t>Orange Medium</a:t>
            </a:r>
          </a:p>
          <a:p>
            <a:r>
              <a:rPr lang="en-US" sz="900" b="0" i="0">
                <a:solidFill>
                  <a:schemeClr val="accent1"/>
                </a:solidFill>
                <a:latin typeface="Tenorite" pitchFamily="2" charset="0"/>
              </a:rPr>
              <a:t>Web: EA6B69</a:t>
            </a:r>
          </a:p>
        </p:txBody>
      </p:sp>
      <p:sp>
        <p:nvSpPr>
          <p:cNvPr id="323" name="TextBox 322">
            <a:extLst>
              <a:ext uri="{FF2B5EF4-FFF2-40B4-BE49-F238E27FC236}">
                <a16:creationId xmlns:a16="http://schemas.microsoft.com/office/drawing/2014/main" id="{66D05C91-732A-8C3D-D555-03745B280C45}"/>
              </a:ext>
            </a:extLst>
          </p:cNvPr>
          <p:cNvSpPr txBox="1"/>
          <p:nvPr userDrawn="1"/>
        </p:nvSpPr>
        <p:spPr>
          <a:xfrm>
            <a:off x="10626338" y="4231219"/>
            <a:ext cx="983979" cy="615352"/>
          </a:xfrm>
          <a:prstGeom prst="rect">
            <a:avLst/>
          </a:prstGeom>
          <a:noFill/>
          <a:ln>
            <a:noFill/>
          </a:ln>
        </p:spPr>
        <p:txBody>
          <a:bodyPr wrap="square" lIns="0" tIns="0" rIns="0" bIns="0" rtlCol="0" anchor="ctr">
            <a:noAutofit/>
          </a:bodyPr>
          <a:lstStyle/>
          <a:p>
            <a:r>
              <a:rPr lang="en-US" sz="900" b="0" i="0">
                <a:solidFill>
                  <a:schemeClr val="accent1"/>
                </a:solidFill>
                <a:latin typeface="Tenorite" pitchFamily="2" charset="0"/>
              </a:rPr>
              <a:t>Blue Medium </a:t>
            </a:r>
            <a:br>
              <a:rPr lang="en-US" sz="900" b="0" i="0">
                <a:solidFill>
                  <a:schemeClr val="accent1"/>
                </a:solidFill>
                <a:latin typeface="Tenorite" pitchFamily="2" charset="0"/>
              </a:rPr>
            </a:br>
            <a:r>
              <a:rPr lang="en-US" sz="900" b="0" i="0">
                <a:solidFill>
                  <a:schemeClr val="accent1"/>
                </a:solidFill>
                <a:latin typeface="Tenorite" pitchFamily="2" charset="0"/>
              </a:rPr>
              <a:t>Web: 6CBEE5</a:t>
            </a:r>
          </a:p>
        </p:txBody>
      </p:sp>
      <p:sp>
        <p:nvSpPr>
          <p:cNvPr id="324" name="TextBox 323">
            <a:extLst>
              <a:ext uri="{FF2B5EF4-FFF2-40B4-BE49-F238E27FC236}">
                <a16:creationId xmlns:a16="http://schemas.microsoft.com/office/drawing/2014/main" id="{8197215B-DAD7-5EED-E80A-71B8D53BD9B2}"/>
              </a:ext>
            </a:extLst>
          </p:cNvPr>
          <p:cNvSpPr txBox="1"/>
          <p:nvPr userDrawn="1"/>
        </p:nvSpPr>
        <p:spPr>
          <a:xfrm>
            <a:off x="4124755" y="5022556"/>
            <a:ext cx="983979" cy="619071"/>
          </a:xfrm>
          <a:prstGeom prst="rect">
            <a:avLst/>
          </a:prstGeom>
          <a:noFill/>
          <a:ln>
            <a:noFill/>
          </a:ln>
        </p:spPr>
        <p:txBody>
          <a:bodyPr wrap="square" lIns="0" tIns="0" rIns="0" bIns="0" rtlCol="0" anchor="ctr">
            <a:noAutofit/>
          </a:bodyPr>
          <a:lstStyle/>
          <a:p>
            <a:r>
              <a:rPr lang="en-US" sz="900" b="0" i="0">
                <a:solidFill>
                  <a:schemeClr val="accent1"/>
                </a:solidFill>
                <a:latin typeface="Tenorite" pitchFamily="2" charset="0"/>
              </a:rPr>
              <a:t>Grey Light</a:t>
            </a:r>
          </a:p>
          <a:p>
            <a:r>
              <a:rPr lang="en-US" sz="900" b="0" i="0">
                <a:solidFill>
                  <a:schemeClr val="accent1"/>
                </a:solidFill>
                <a:latin typeface="Tenorite" pitchFamily="2" charset="0"/>
              </a:rPr>
              <a:t>Web: EAEEF1</a:t>
            </a:r>
          </a:p>
        </p:txBody>
      </p:sp>
      <p:sp>
        <p:nvSpPr>
          <p:cNvPr id="325" name="TextBox 324">
            <a:extLst>
              <a:ext uri="{FF2B5EF4-FFF2-40B4-BE49-F238E27FC236}">
                <a16:creationId xmlns:a16="http://schemas.microsoft.com/office/drawing/2014/main" id="{D9FE96F0-39CB-1147-E870-5D05EC675804}"/>
              </a:ext>
            </a:extLst>
          </p:cNvPr>
          <p:cNvSpPr txBox="1"/>
          <p:nvPr userDrawn="1"/>
        </p:nvSpPr>
        <p:spPr>
          <a:xfrm>
            <a:off x="5429359" y="5022556"/>
            <a:ext cx="983979" cy="619071"/>
          </a:xfrm>
          <a:prstGeom prst="rect">
            <a:avLst/>
          </a:prstGeom>
          <a:noFill/>
          <a:ln>
            <a:noFill/>
          </a:ln>
        </p:spPr>
        <p:txBody>
          <a:bodyPr wrap="square" lIns="0" tIns="0" rIns="0" bIns="0" rtlCol="0" anchor="ctr">
            <a:noAutofit/>
          </a:bodyPr>
          <a:lstStyle/>
          <a:p>
            <a:r>
              <a:rPr lang="en-US" sz="900" b="0" i="0">
                <a:solidFill>
                  <a:schemeClr val="accent1"/>
                </a:solidFill>
                <a:latin typeface="Tenorite" pitchFamily="2" charset="0"/>
              </a:rPr>
              <a:t>Magenta Light Web: F4ADB9</a:t>
            </a:r>
          </a:p>
        </p:txBody>
      </p:sp>
      <p:sp>
        <p:nvSpPr>
          <p:cNvPr id="326" name="TextBox 325">
            <a:extLst>
              <a:ext uri="{FF2B5EF4-FFF2-40B4-BE49-F238E27FC236}">
                <a16:creationId xmlns:a16="http://schemas.microsoft.com/office/drawing/2014/main" id="{94F40AA5-C7D5-CD11-D9DA-29D8CDAC4706}"/>
              </a:ext>
            </a:extLst>
          </p:cNvPr>
          <p:cNvSpPr txBox="1"/>
          <p:nvPr userDrawn="1"/>
        </p:nvSpPr>
        <p:spPr>
          <a:xfrm>
            <a:off x="6723768" y="5022556"/>
            <a:ext cx="983979" cy="619071"/>
          </a:xfrm>
          <a:prstGeom prst="rect">
            <a:avLst/>
          </a:prstGeom>
          <a:noFill/>
          <a:ln>
            <a:noFill/>
          </a:ln>
        </p:spPr>
        <p:txBody>
          <a:bodyPr wrap="square" lIns="0" tIns="0" rIns="0" bIns="0" rtlCol="0" anchor="ctr">
            <a:noAutofit/>
          </a:bodyPr>
          <a:lstStyle/>
          <a:p>
            <a:r>
              <a:rPr lang="en-US" sz="900" b="0" i="0">
                <a:solidFill>
                  <a:schemeClr val="accent1"/>
                </a:solidFill>
                <a:latin typeface="Tenorite" pitchFamily="2" charset="0"/>
              </a:rPr>
              <a:t>Green Light </a:t>
            </a:r>
            <a:br>
              <a:rPr lang="en-US" sz="900" b="0" i="0">
                <a:solidFill>
                  <a:schemeClr val="accent1"/>
                </a:solidFill>
                <a:latin typeface="Tenorite" pitchFamily="2" charset="0"/>
              </a:rPr>
            </a:br>
            <a:r>
              <a:rPr lang="en-US" sz="900" b="0" i="0">
                <a:solidFill>
                  <a:schemeClr val="accent1"/>
                </a:solidFill>
                <a:latin typeface="Tenorite" pitchFamily="2" charset="0"/>
              </a:rPr>
              <a:t>Web: B0DCD9</a:t>
            </a:r>
          </a:p>
        </p:txBody>
      </p:sp>
      <p:sp>
        <p:nvSpPr>
          <p:cNvPr id="327" name="TextBox 326">
            <a:extLst>
              <a:ext uri="{FF2B5EF4-FFF2-40B4-BE49-F238E27FC236}">
                <a16:creationId xmlns:a16="http://schemas.microsoft.com/office/drawing/2014/main" id="{F53B8602-705F-4DF9-F98F-FD615369F6A0}"/>
              </a:ext>
            </a:extLst>
          </p:cNvPr>
          <p:cNvSpPr txBox="1"/>
          <p:nvPr userDrawn="1"/>
        </p:nvSpPr>
        <p:spPr>
          <a:xfrm>
            <a:off x="8028373" y="5022556"/>
            <a:ext cx="983979" cy="619071"/>
          </a:xfrm>
          <a:prstGeom prst="rect">
            <a:avLst/>
          </a:prstGeom>
          <a:noFill/>
          <a:ln>
            <a:noFill/>
          </a:ln>
        </p:spPr>
        <p:txBody>
          <a:bodyPr wrap="square" lIns="0" tIns="0" rIns="0" bIns="0" rtlCol="0" anchor="ctr">
            <a:noAutofit/>
          </a:bodyPr>
          <a:lstStyle/>
          <a:p>
            <a:r>
              <a:rPr lang="en-US" sz="900" b="0" i="0">
                <a:solidFill>
                  <a:schemeClr val="accent1"/>
                </a:solidFill>
                <a:latin typeface="Tenorite" pitchFamily="2" charset="0"/>
              </a:rPr>
              <a:t>Purple Light </a:t>
            </a:r>
            <a:br>
              <a:rPr lang="en-US" sz="900" b="0" i="0">
                <a:solidFill>
                  <a:schemeClr val="accent1"/>
                </a:solidFill>
                <a:latin typeface="Tenorite" pitchFamily="2" charset="0"/>
              </a:rPr>
            </a:br>
            <a:r>
              <a:rPr lang="en-US" sz="900" b="0" i="0">
                <a:solidFill>
                  <a:schemeClr val="accent1"/>
                </a:solidFill>
                <a:latin typeface="Tenorite" pitchFamily="2" charset="0"/>
              </a:rPr>
              <a:t>Web: B6ABCF</a:t>
            </a:r>
          </a:p>
        </p:txBody>
      </p:sp>
      <p:sp>
        <p:nvSpPr>
          <p:cNvPr id="328" name="TextBox 327">
            <a:extLst>
              <a:ext uri="{FF2B5EF4-FFF2-40B4-BE49-F238E27FC236}">
                <a16:creationId xmlns:a16="http://schemas.microsoft.com/office/drawing/2014/main" id="{434DA016-1C40-813F-26C2-05E666103A28}"/>
              </a:ext>
            </a:extLst>
          </p:cNvPr>
          <p:cNvSpPr txBox="1"/>
          <p:nvPr userDrawn="1"/>
        </p:nvSpPr>
        <p:spPr>
          <a:xfrm>
            <a:off x="9321734" y="5022556"/>
            <a:ext cx="983979" cy="619071"/>
          </a:xfrm>
          <a:prstGeom prst="rect">
            <a:avLst/>
          </a:prstGeom>
          <a:noFill/>
          <a:ln>
            <a:noFill/>
          </a:ln>
        </p:spPr>
        <p:txBody>
          <a:bodyPr wrap="square" lIns="0" tIns="0" rIns="0" bIns="0" rtlCol="0" anchor="ctr">
            <a:noAutofit/>
          </a:bodyPr>
          <a:lstStyle/>
          <a:p>
            <a:r>
              <a:rPr lang="en-US" sz="900" b="0" i="0">
                <a:solidFill>
                  <a:schemeClr val="accent1"/>
                </a:solidFill>
                <a:latin typeface="Tenorite" pitchFamily="2" charset="0"/>
              </a:rPr>
              <a:t>Orange Light </a:t>
            </a:r>
          </a:p>
          <a:p>
            <a:r>
              <a:rPr lang="en-US" sz="900" b="0" i="0">
                <a:solidFill>
                  <a:schemeClr val="accent1"/>
                </a:solidFill>
                <a:latin typeface="Tenorite" pitchFamily="2" charset="0"/>
              </a:rPr>
              <a:t>Web: F4B1A7</a:t>
            </a:r>
          </a:p>
        </p:txBody>
      </p:sp>
      <p:sp>
        <p:nvSpPr>
          <p:cNvPr id="329" name="TextBox 328">
            <a:extLst>
              <a:ext uri="{FF2B5EF4-FFF2-40B4-BE49-F238E27FC236}">
                <a16:creationId xmlns:a16="http://schemas.microsoft.com/office/drawing/2014/main" id="{7FDD40A7-6CCF-B83D-89DB-012570E8B866}"/>
              </a:ext>
            </a:extLst>
          </p:cNvPr>
          <p:cNvSpPr txBox="1"/>
          <p:nvPr userDrawn="1"/>
        </p:nvSpPr>
        <p:spPr>
          <a:xfrm>
            <a:off x="10626338" y="5022556"/>
            <a:ext cx="983979" cy="619071"/>
          </a:xfrm>
          <a:prstGeom prst="rect">
            <a:avLst/>
          </a:prstGeom>
          <a:noFill/>
          <a:ln>
            <a:noFill/>
          </a:ln>
        </p:spPr>
        <p:txBody>
          <a:bodyPr wrap="square" lIns="0" tIns="0" rIns="0" bIns="0" rtlCol="0" anchor="ctr">
            <a:noAutofit/>
          </a:bodyPr>
          <a:lstStyle/>
          <a:p>
            <a:r>
              <a:rPr lang="en-US" sz="900" b="0" i="0">
                <a:solidFill>
                  <a:schemeClr val="accent1"/>
                </a:solidFill>
                <a:latin typeface="Tenorite" pitchFamily="2" charset="0"/>
              </a:rPr>
              <a:t>Blue Light</a:t>
            </a:r>
          </a:p>
          <a:p>
            <a:r>
              <a:rPr lang="en-US" sz="900" b="0" i="0">
                <a:solidFill>
                  <a:schemeClr val="accent1"/>
                </a:solidFill>
                <a:latin typeface="Tenorite" pitchFamily="2" charset="0"/>
              </a:rPr>
              <a:t>Web: C2E2F5</a:t>
            </a:r>
          </a:p>
        </p:txBody>
      </p:sp>
      <p:sp>
        <p:nvSpPr>
          <p:cNvPr id="330" name="TextBox 329">
            <a:extLst>
              <a:ext uri="{FF2B5EF4-FFF2-40B4-BE49-F238E27FC236}">
                <a16:creationId xmlns:a16="http://schemas.microsoft.com/office/drawing/2014/main" id="{B995F60D-3A31-1E80-B392-1CCA554BD87B}"/>
              </a:ext>
            </a:extLst>
          </p:cNvPr>
          <p:cNvSpPr txBox="1"/>
          <p:nvPr userDrawn="1"/>
        </p:nvSpPr>
        <p:spPr>
          <a:xfrm>
            <a:off x="4124755" y="5821332"/>
            <a:ext cx="983979" cy="619072"/>
          </a:xfrm>
          <a:prstGeom prst="rect">
            <a:avLst/>
          </a:prstGeom>
          <a:noFill/>
          <a:ln>
            <a:noFill/>
          </a:ln>
        </p:spPr>
        <p:txBody>
          <a:bodyPr wrap="square" lIns="0" tIns="0" rIns="0" bIns="0" rtlCol="0" anchor="ctr">
            <a:noAutofit/>
          </a:bodyPr>
          <a:lstStyle/>
          <a:p>
            <a:r>
              <a:rPr lang="en-US" sz="900" b="0" i="0">
                <a:solidFill>
                  <a:schemeClr val="accent1"/>
                </a:solidFill>
                <a:latin typeface="Tenorite" pitchFamily="2" charset="0"/>
              </a:rPr>
              <a:t>White</a:t>
            </a:r>
          </a:p>
          <a:p>
            <a:r>
              <a:rPr lang="en-US" sz="900" b="0" i="0">
                <a:solidFill>
                  <a:schemeClr val="accent1"/>
                </a:solidFill>
                <a:latin typeface="Tenorite" pitchFamily="2" charset="0"/>
              </a:rPr>
              <a:t>Web: FFFFFF</a:t>
            </a:r>
          </a:p>
        </p:txBody>
      </p:sp>
      <p:sp>
        <p:nvSpPr>
          <p:cNvPr id="331" name="TextBox 330">
            <a:extLst>
              <a:ext uri="{FF2B5EF4-FFF2-40B4-BE49-F238E27FC236}">
                <a16:creationId xmlns:a16="http://schemas.microsoft.com/office/drawing/2014/main" id="{CD92F6BE-DBA5-E9D5-EFD7-1780CF1E5AF1}"/>
              </a:ext>
            </a:extLst>
          </p:cNvPr>
          <p:cNvSpPr txBox="1"/>
          <p:nvPr userDrawn="1"/>
        </p:nvSpPr>
        <p:spPr>
          <a:xfrm>
            <a:off x="5429359" y="5821332"/>
            <a:ext cx="983979" cy="619072"/>
          </a:xfrm>
          <a:prstGeom prst="rect">
            <a:avLst/>
          </a:prstGeom>
          <a:noFill/>
          <a:ln>
            <a:noFill/>
          </a:ln>
        </p:spPr>
        <p:txBody>
          <a:bodyPr wrap="square" lIns="0" tIns="0" rIns="0" bIns="0" rtlCol="0" anchor="ctr">
            <a:noAutofit/>
          </a:bodyPr>
          <a:lstStyle/>
          <a:p>
            <a:r>
              <a:rPr lang="en-US" sz="900" b="0" i="0">
                <a:solidFill>
                  <a:schemeClr val="accent1"/>
                </a:solidFill>
                <a:latin typeface="Tenorite" pitchFamily="2" charset="0"/>
              </a:rPr>
              <a:t>Magenta Extra Light</a:t>
            </a:r>
            <a:br>
              <a:rPr lang="en-US" sz="900" b="0" i="0">
                <a:solidFill>
                  <a:schemeClr val="accent1"/>
                </a:solidFill>
                <a:latin typeface="Tenorite" pitchFamily="2" charset="0"/>
              </a:rPr>
            </a:br>
            <a:r>
              <a:rPr lang="en-US" sz="900" b="0" i="0">
                <a:solidFill>
                  <a:schemeClr val="accent1"/>
                </a:solidFill>
                <a:latin typeface="Tenorite" pitchFamily="2" charset="0"/>
              </a:rPr>
              <a:t>Web: F3DCE0</a:t>
            </a:r>
          </a:p>
        </p:txBody>
      </p:sp>
      <p:sp>
        <p:nvSpPr>
          <p:cNvPr id="332" name="TextBox 331">
            <a:extLst>
              <a:ext uri="{FF2B5EF4-FFF2-40B4-BE49-F238E27FC236}">
                <a16:creationId xmlns:a16="http://schemas.microsoft.com/office/drawing/2014/main" id="{05801E14-B5DB-4696-A306-1D0BD69E6557}"/>
              </a:ext>
            </a:extLst>
          </p:cNvPr>
          <p:cNvSpPr txBox="1"/>
          <p:nvPr userDrawn="1"/>
        </p:nvSpPr>
        <p:spPr>
          <a:xfrm>
            <a:off x="6723768" y="5821332"/>
            <a:ext cx="983979" cy="619072"/>
          </a:xfrm>
          <a:prstGeom prst="rect">
            <a:avLst/>
          </a:prstGeom>
          <a:noFill/>
          <a:ln>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i="0">
                <a:solidFill>
                  <a:schemeClr val="accent1"/>
                </a:solidFill>
                <a:latin typeface="Tenorite" pitchFamily="2" charset="0"/>
              </a:rPr>
              <a:t>Green Extra Light Web: D8EEEE</a:t>
            </a:r>
          </a:p>
        </p:txBody>
      </p:sp>
      <p:sp>
        <p:nvSpPr>
          <p:cNvPr id="333" name="TextBox 332">
            <a:extLst>
              <a:ext uri="{FF2B5EF4-FFF2-40B4-BE49-F238E27FC236}">
                <a16:creationId xmlns:a16="http://schemas.microsoft.com/office/drawing/2014/main" id="{31097889-9906-D69A-F82F-D2D22970A741}"/>
              </a:ext>
            </a:extLst>
          </p:cNvPr>
          <p:cNvSpPr txBox="1"/>
          <p:nvPr userDrawn="1"/>
        </p:nvSpPr>
        <p:spPr>
          <a:xfrm>
            <a:off x="8028373" y="5821332"/>
            <a:ext cx="983979" cy="619072"/>
          </a:xfrm>
          <a:prstGeom prst="rect">
            <a:avLst/>
          </a:prstGeom>
          <a:noFill/>
          <a:ln>
            <a:noFill/>
          </a:ln>
        </p:spPr>
        <p:txBody>
          <a:bodyPr wrap="square" lIns="0" tIns="0" rIns="0" bIns="0" rtlCol="0" anchor="ctr">
            <a:noAutofit/>
          </a:bodyPr>
          <a:lstStyle/>
          <a:p>
            <a:r>
              <a:rPr lang="en-US" sz="900" b="0" i="0">
                <a:solidFill>
                  <a:schemeClr val="accent1"/>
                </a:solidFill>
                <a:latin typeface="Tenorite" pitchFamily="2" charset="0"/>
              </a:rPr>
              <a:t>Purple Extra Light Web: DAD7E6</a:t>
            </a:r>
          </a:p>
        </p:txBody>
      </p:sp>
      <p:sp>
        <p:nvSpPr>
          <p:cNvPr id="334" name="TextBox 333">
            <a:extLst>
              <a:ext uri="{FF2B5EF4-FFF2-40B4-BE49-F238E27FC236}">
                <a16:creationId xmlns:a16="http://schemas.microsoft.com/office/drawing/2014/main" id="{DDEE955C-A3E9-BCF5-7038-7513754A8051}"/>
              </a:ext>
            </a:extLst>
          </p:cNvPr>
          <p:cNvSpPr txBox="1"/>
          <p:nvPr userDrawn="1"/>
        </p:nvSpPr>
        <p:spPr>
          <a:xfrm>
            <a:off x="9321734" y="5821332"/>
            <a:ext cx="983979" cy="619072"/>
          </a:xfrm>
          <a:prstGeom prst="rect">
            <a:avLst/>
          </a:prstGeom>
          <a:noFill/>
          <a:ln>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i="0">
                <a:solidFill>
                  <a:schemeClr val="accent1"/>
                </a:solidFill>
                <a:latin typeface="Tenorite" pitchFamily="2" charset="0"/>
              </a:rPr>
              <a:t>Orange Extra Light Web: F7E7E4</a:t>
            </a:r>
          </a:p>
        </p:txBody>
      </p:sp>
      <p:sp>
        <p:nvSpPr>
          <p:cNvPr id="335" name="TextBox 334">
            <a:extLst>
              <a:ext uri="{FF2B5EF4-FFF2-40B4-BE49-F238E27FC236}">
                <a16:creationId xmlns:a16="http://schemas.microsoft.com/office/drawing/2014/main" id="{0FA7AF28-6A8E-C611-73C0-96C131EE52AB}"/>
              </a:ext>
            </a:extLst>
          </p:cNvPr>
          <p:cNvSpPr txBox="1"/>
          <p:nvPr userDrawn="1"/>
        </p:nvSpPr>
        <p:spPr>
          <a:xfrm>
            <a:off x="10626338" y="5821332"/>
            <a:ext cx="983979" cy="619072"/>
          </a:xfrm>
          <a:prstGeom prst="rect">
            <a:avLst/>
          </a:prstGeom>
          <a:noFill/>
          <a:ln>
            <a:noFill/>
          </a:ln>
        </p:spPr>
        <p:txBody>
          <a:bodyPr wrap="square" lIns="0" tIns="0" rIns="0" bIns="0" rtlCol="0" anchor="ctr">
            <a:noAutofit/>
          </a:bodyPr>
          <a:lstStyle/>
          <a:p>
            <a:r>
              <a:rPr lang="en-US" sz="900" b="0" i="0">
                <a:solidFill>
                  <a:schemeClr val="accent1"/>
                </a:solidFill>
                <a:latin typeface="Tenorite" pitchFamily="2" charset="0"/>
              </a:rPr>
              <a:t>Blue Extra Light Web: E6F1F6</a:t>
            </a:r>
          </a:p>
        </p:txBody>
      </p:sp>
    </p:spTree>
    <p:extLst>
      <p:ext uri="{BB962C8B-B14F-4D97-AF65-F5344CB8AC3E}">
        <p14:creationId xmlns:p14="http://schemas.microsoft.com/office/powerpoint/2010/main" val="352125379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cSld name="BTS INTERNAL USE ONLY">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443A504B-4BB0-2E41-AD6A-F111D87504C8}"/>
              </a:ext>
            </a:extLst>
          </p:cNvPr>
          <p:cNvSpPr/>
          <p:nvPr userDrawn="1"/>
        </p:nvSpPr>
        <p:spPr>
          <a:xfrm>
            <a:off x="0" y="1"/>
            <a:ext cx="12267526" cy="6858000"/>
          </a:xfrm>
          <a:prstGeom prst="rect">
            <a:avLst/>
          </a:prstGeom>
          <a:solidFill>
            <a:srgbClr val="F9FAC2"/>
          </a:solidFill>
          <a:ln w="6350">
            <a:solidFill>
              <a:srgbClr val="2832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Tenorite" pitchFamily="2" charset="0"/>
            </a:endParaRPr>
          </a:p>
        </p:txBody>
      </p:sp>
      <p:sp>
        <p:nvSpPr>
          <p:cNvPr id="82" name="Title 1">
            <a:extLst>
              <a:ext uri="{FF2B5EF4-FFF2-40B4-BE49-F238E27FC236}">
                <a16:creationId xmlns:a16="http://schemas.microsoft.com/office/drawing/2014/main" id="{E0C3942E-57F0-B84B-9B69-E23CEEAB15E7}"/>
              </a:ext>
            </a:extLst>
          </p:cNvPr>
          <p:cNvSpPr>
            <a:spLocks noGrp="1"/>
          </p:cNvSpPr>
          <p:nvPr>
            <p:ph type="title" hasCustomPrompt="1"/>
          </p:nvPr>
        </p:nvSpPr>
        <p:spPr>
          <a:xfrm>
            <a:off x="381000" y="381000"/>
            <a:ext cx="11597034" cy="866459"/>
          </a:xfrm>
          <a:prstGeom prst="rect">
            <a:avLst/>
          </a:prstGeom>
        </p:spPr>
        <p:txBody>
          <a:bodyPr lIns="0" tIns="0" rIns="0" bIns="0"/>
          <a:lstStyle>
            <a:lvl1pPr>
              <a:lnSpc>
                <a:spcPct val="100000"/>
              </a:lnSpc>
              <a:defRPr sz="2800" b="1" i="0" spc="-20" baseline="0">
                <a:solidFill>
                  <a:schemeClr val="tx2"/>
                </a:solidFill>
                <a:latin typeface="Tenorite" pitchFamily="2" charset="0"/>
              </a:defRPr>
            </a:lvl1pPr>
          </a:lstStyle>
          <a:p>
            <a:r>
              <a:rPr lang="en-US"/>
              <a:t>Enter page title (sentence case)</a:t>
            </a:r>
          </a:p>
        </p:txBody>
      </p:sp>
      <p:sp>
        <p:nvSpPr>
          <p:cNvPr id="2" name="Text Placeholder 3">
            <a:extLst>
              <a:ext uri="{FF2B5EF4-FFF2-40B4-BE49-F238E27FC236}">
                <a16:creationId xmlns:a16="http://schemas.microsoft.com/office/drawing/2014/main" id="{F490EBA2-3278-A55C-8191-AA8F46121573}"/>
              </a:ext>
            </a:extLst>
          </p:cNvPr>
          <p:cNvSpPr>
            <a:spLocks noGrp="1"/>
          </p:cNvSpPr>
          <p:nvPr>
            <p:ph type="body" sz="quarter" idx="13" hasCustomPrompt="1"/>
          </p:nvPr>
        </p:nvSpPr>
        <p:spPr>
          <a:xfrm>
            <a:off x="381000" y="1380682"/>
            <a:ext cx="11445815" cy="5287537"/>
          </a:xfrm>
          <a:prstGeom prst="rect">
            <a:avLst/>
          </a:prstGeom>
        </p:spPr>
        <p:txBody>
          <a:bodyPr lIns="0" rIns="0">
            <a:noAutofit/>
          </a:bodyPr>
          <a:lstStyle>
            <a:lvl1pPr marL="228600" indent="-228600">
              <a:lnSpc>
                <a:spcPct val="100000"/>
              </a:lnSpc>
              <a:buClr>
                <a:schemeClr val="accent2"/>
              </a:buClr>
              <a:buFont typeface="Arial" panose="020B0604020202020204" pitchFamily="34" charset="0"/>
              <a:buChar char="•"/>
              <a:tabLst/>
              <a:defRPr sz="2000" b="0" i="0">
                <a:latin typeface="Tenorite" pitchFamily="2" charset="0"/>
              </a:defRPr>
            </a:lvl1pPr>
            <a:lvl2pPr marL="404813" indent="-230188">
              <a:lnSpc>
                <a:spcPct val="100000"/>
              </a:lnSpc>
              <a:buClr>
                <a:schemeClr val="accent3"/>
              </a:buClr>
              <a:buFont typeface="Arial" panose="020B0604020202020204" pitchFamily="34" charset="0"/>
              <a:buChar char="•"/>
              <a:tabLst/>
              <a:defRPr sz="1600" b="0" i="0">
                <a:latin typeface="Tenorite" pitchFamily="2" charset="0"/>
              </a:defRPr>
            </a:lvl2pPr>
            <a:lvl3pPr marL="573088" indent="-168275">
              <a:lnSpc>
                <a:spcPct val="100000"/>
              </a:lnSpc>
              <a:buClr>
                <a:schemeClr val="accent1"/>
              </a:buClr>
              <a:buFont typeface="Arial" panose="020B0604020202020204" pitchFamily="34" charset="0"/>
              <a:buChar char="•"/>
              <a:tabLst/>
              <a:defRPr sz="1600" b="0"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main paragraph text</a:t>
            </a:r>
          </a:p>
          <a:p>
            <a:pPr lvl="1"/>
            <a:r>
              <a:rPr lang="en-US"/>
              <a:t>Second level</a:t>
            </a:r>
          </a:p>
          <a:p>
            <a:pPr lvl="2"/>
            <a:r>
              <a:rPr lang="en-US"/>
              <a:t>Third level</a:t>
            </a:r>
          </a:p>
        </p:txBody>
      </p:sp>
      <p:sp>
        <p:nvSpPr>
          <p:cNvPr id="4" name="TextBox 3">
            <a:extLst>
              <a:ext uri="{FF2B5EF4-FFF2-40B4-BE49-F238E27FC236}">
                <a16:creationId xmlns:a16="http://schemas.microsoft.com/office/drawing/2014/main" id="{6B0A5846-A4D1-0313-FEEB-00415B39C7EC}"/>
              </a:ext>
            </a:extLst>
          </p:cNvPr>
          <p:cNvSpPr txBox="1"/>
          <p:nvPr userDrawn="1"/>
        </p:nvSpPr>
        <p:spPr>
          <a:xfrm>
            <a:off x="0" y="-8028"/>
            <a:ext cx="12267526" cy="276999"/>
          </a:xfrm>
          <a:prstGeom prst="rect">
            <a:avLst/>
          </a:prstGeom>
          <a:solidFill>
            <a:srgbClr val="FFFF00"/>
          </a:solidFill>
          <a:ln>
            <a:noFill/>
          </a:ln>
        </p:spPr>
        <p:txBody>
          <a:bodyPr wrap="square" rtlCol="0">
            <a:spAutoFit/>
          </a:bodyPr>
          <a:lstStyle/>
          <a:p>
            <a:pPr algn="ctr"/>
            <a:r>
              <a:rPr lang="en-US" sz="1200" b="0" i="0">
                <a:latin typeface="Tenorite" pitchFamily="2" charset="0"/>
              </a:rPr>
              <a:t>BTS INTERNAL USE ONLY</a:t>
            </a:r>
          </a:p>
        </p:txBody>
      </p:sp>
    </p:spTree>
    <p:extLst>
      <p:ext uri="{BB962C8B-B14F-4D97-AF65-F5344CB8AC3E}">
        <p14:creationId xmlns:p14="http://schemas.microsoft.com/office/powerpoint/2010/main" val="71765935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Basic _Dark">
    <p:bg>
      <p:bgPr>
        <a:solidFill>
          <a:schemeClr val="tx1"/>
        </a:solidFill>
        <a:effectLst/>
      </p:bgPr>
    </p:bg>
    <p:spTree>
      <p:nvGrpSpPr>
        <p:cNvPr id="1" name=""/>
        <p:cNvGrpSpPr/>
        <p:nvPr/>
      </p:nvGrpSpPr>
      <p:grpSpPr>
        <a:xfrm>
          <a:off x="0" y="0"/>
          <a:ext cx="0" cy="0"/>
          <a:chOff x="0" y="0"/>
          <a:chExt cx="0" cy="0"/>
        </a:xfrm>
      </p:grpSpPr>
      <p:sp>
        <p:nvSpPr>
          <p:cNvPr id="4" name="Text Placeholder 5">
            <a:extLst>
              <a:ext uri="{FF2B5EF4-FFF2-40B4-BE49-F238E27FC236}">
                <a16:creationId xmlns:a16="http://schemas.microsoft.com/office/drawing/2014/main" id="{AD30D31D-70DB-FD4C-AB61-1CB77F23498A}"/>
              </a:ext>
            </a:extLst>
          </p:cNvPr>
          <p:cNvSpPr>
            <a:spLocks noGrp="1"/>
          </p:cNvSpPr>
          <p:nvPr>
            <p:ph type="body" sz="quarter" idx="10" hasCustomPrompt="1"/>
          </p:nvPr>
        </p:nvSpPr>
        <p:spPr>
          <a:xfrm>
            <a:off x="457200" y="685800"/>
            <a:ext cx="11277600" cy="304699"/>
          </a:xfrm>
          <a:prstGeom prst="rect">
            <a:avLst/>
          </a:prstGeom>
        </p:spPr>
        <p:txBody>
          <a:bodyPr wrap="square" lIns="0" tIns="27432" rIns="45720" bIns="0">
            <a:spAutoFit/>
          </a:bodyPr>
          <a:lstStyle>
            <a:lvl1pPr>
              <a:defRPr sz="1800" b="1" i="0">
                <a:solidFill>
                  <a:schemeClr val="bg1"/>
                </a:solidFill>
                <a:latin typeface="Helvetica Neue" panose="02000503000000020004" pitchFamily="2" charset="0"/>
                <a:ea typeface="Helvetica Neue" panose="02000503000000020004" pitchFamily="2" charset="0"/>
                <a:cs typeface="Helvetica Neue" panose="02000503000000020004" pitchFamily="2" charset="0"/>
              </a:defRPr>
            </a:lvl1pPr>
          </a:lstStyle>
          <a:p>
            <a:pPr lvl="0"/>
            <a:r>
              <a:rPr lang="en-US"/>
              <a:t>Page Title</a:t>
            </a:r>
          </a:p>
        </p:txBody>
      </p:sp>
    </p:spTree>
    <p:extLst>
      <p:ext uri="{BB962C8B-B14F-4D97-AF65-F5344CB8AC3E}">
        <p14:creationId xmlns:p14="http://schemas.microsoft.com/office/powerpoint/2010/main" val="1802355812"/>
      </p:ext>
    </p:extLst>
  </p:cSld>
  <p:clrMapOvr>
    <a:masterClrMapping/>
  </p:clrMapOvr>
  <p:extLst>
    <p:ext uri="{DCECCB84-F9BA-43D5-87BE-67443E8EF086}">
      <p15:sldGuideLst xmlns:p15="http://schemas.microsoft.com/office/powerpoint/2012/main">
        <p15:guide id="1" orient="horz" pos="864">
          <p15:clr>
            <a:srgbClr val="9FCC3B"/>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2_Basic_Light">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14052564"/>
      </p:ext>
    </p:extLst>
  </p:cSld>
  <p:clrMapOvr>
    <a:masterClrMapping/>
  </p:clrMapOvr>
  <p:extLst>
    <p:ext uri="{DCECCB84-F9BA-43D5-87BE-67443E8EF086}">
      <p15:sldGuideLst xmlns:p15="http://schemas.microsoft.com/office/powerpoint/2012/main">
        <p15:guide id="1" orient="horz" pos="864">
          <p15:clr>
            <a:srgbClr val="9FCC3B"/>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userDrawn="1">
  <p:cSld name="1_Cover 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0331309-9BE6-584D-BDE2-482123727CA1}"/>
              </a:ext>
            </a:extLst>
          </p:cNvPr>
          <p:cNvSpPr/>
          <p:nvPr userDrawn="1"/>
        </p:nvSpPr>
        <p:spPr>
          <a:xfrm>
            <a:off x="0" y="0"/>
            <a:ext cx="4976648" cy="6858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ln>
                <a:noFill/>
              </a:ln>
              <a:latin typeface="Tenorite" pitchFamily="2" charset="0"/>
              <a:ea typeface="Verdana" panose="020B0604030504040204" pitchFamily="34" charset="0"/>
              <a:cs typeface="Verdana" panose="020B0604030504040204" pitchFamily="34" charset="0"/>
            </a:endParaRPr>
          </a:p>
        </p:txBody>
      </p:sp>
      <p:sp>
        <p:nvSpPr>
          <p:cNvPr id="11" name="Title 1">
            <a:extLst>
              <a:ext uri="{FF2B5EF4-FFF2-40B4-BE49-F238E27FC236}">
                <a16:creationId xmlns:a16="http://schemas.microsoft.com/office/drawing/2014/main" id="{E06324D8-7793-4146-B810-3D3AEA2B2948}"/>
              </a:ext>
            </a:extLst>
          </p:cNvPr>
          <p:cNvSpPr>
            <a:spLocks noGrp="1"/>
          </p:cNvSpPr>
          <p:nvPr>
            <p:ph type="ctrTitle" hasCustomPrompt="1"/>
          </p:nvPr>
        </p:nvSpPr>
        <p:spPr>
          <a:xfrm>
            <a:off x="392823" y="1262438"/>
            <a:ext cx="4343400" cy="3896958"/>
          </a:xfrm>
          <a:prstGeom prst="rect">
            <a:avLst/>
          </a:prstGeom>
          <a:noFill/>
        </p:spPr>
        <p:txBody>
          <a:bodyPr wrap="square" lIns="0" rIns="91440" bIns="0" anchor="t">
            <a:noAutofit/>
          </a:bodyPr>
          <a:lstStyle>
            <a:lvl1pPr algn="l">
              <a:lnSpc>
                <a:spcPts val="4200"/>
              </a:lnSpc>
              <a:defRPr sz="4000" b="1" i="0" spc="10" baseline="0">
                <a:solidFill>
                  <a:schemeClr val="accent1"/>
                </a:solidFill>
                <a:latin typeface="Tenorite" pitchFamily="2" charset="0"/>
                <a:ea typeface="Verdana" panose="020B0604030504040204" pitchFamily="34" charset="0"/>
                <a:cs typeface="Tenorite" panose="00000500000000000000" pitchFamily="2" charset="0"/>
              </a:defRPr>
            </a:lvl1pPr>
          </a:lstStyle>
          <a:p>
            <a:r>
              <a:rPr lang="en-US"/>
              <a:t>Click to edit title (sentence case)</a:t>
            </a:r>
          </a:p>
        </p:txBody>
      </p:sp>
      <p:sp>
        <p:nvSpPr>
          <p:cNvPr id="13" name="Picture Placeholder 62">
            <a:extLst>
              <a:ext uri="{FF2B5EF4-FFF2-40B4-BE49-F238E27FC236}">
                <a16:creationId xmlns:a16="http://schemas.microsoft.com/office/drawing/2014/main" id="{24D6C7A9-F020-9A49-8721-AE4074E6FC4F}"/>
              </a:ext>
            </a:extLst>
          </p:cNvPr>
          <p:cNvSpPr>
            <a:spLocks noGrp="1"/>
          </p:cNvSpPr>
          <p:nvPr>
            <p:ph type="pic" sz="quarter" idx="10" hasCustomPrompt="1"/>
          </p:nvPr>
        </p:nvSpPr>
        <p:spPr>
          <a:xfrm>
            <a:off x="4976648" y="0"/>
            <a:ext cx="7215352" cy="6858000"/>
          </a:xfrm>
          <a:prstGeom prst="rect">
            <a:avLst/>
          </a:prstGeom>
          <a:solidFill>
            <a:schemeClr val="tx2">
              <a:lumMod val="10000"/>
              <a:lumOff val="90000"/>
            </a:schemeClr>
          </a:solidFill>
          <a:ln>
            <a:noFill/>
          </a:ln>
        </p:spPr>
        <p:txBody>
          <a:bodyPr tIns="1645920"/>
          <a:lstStyle>
            <a:lvl1pPr marL="0" indent="0" algn="ctr">
              <a:buNone/>
              <a:defRPr sz="2400" b="0" i="0">
                <a:solidFill>
                  <a:schemeClr val="bg1">
                    <a:lumMod val="65000"/>
                  </a:schemeClr>
                </a:solidFill>
                <a:latin typeface="Tenorite" pitchFamily="2" charset="0"/>
                <a:ea typeface="Verdana" panose="020B0604030504040204" pitchFamily="34" charset="0"/>
                <a:cs typeface="Tenorite" panose="00000500000000000000" pitchFamily="2" charset="0"/>
              </a:defRPr>
            </a:lvl1pPr>
          </a:lstStyle>
          <a:p>
            <a:r>
              <a:rPr lang="en-US"/>
              <a:t>Click to insert photo</a:t>
            </a:r>
          </a:p>
        </p:txBody>
      </p:sp>
      <p:sp>
        <p:nvSpPr>
          <p:cNvPr id="14" name="TextBox 13">
            <a:extLst>
              <a:ext uri="{FF2B5EF4-FFF2-40B4-BE49-F238E27FC236}">
                <a16:creationId xmlns:a16="http://schemas.microsoft.com/office/drawing/2014/main" id="{690AF7E0-2030-744C-BC0A-EF2B507A8759}"/>
              </a:ext>
            </a:extLst>
          </p:cNvPr>
          <p:cNvSpPr txBox="1"/>
          <p:nvPr userDrawn="1"/>
        </p:nvSpPr>
        <p:spPr>
          <a:xfrm>
            <a:off x="382512" y="6560459"/>
            <a:ext cx="1173785" cy="215444"/>
          </a:xfrm>
          <a:prstGeom prst="rect">
            <a:avLst/>
          </a:prstGeom>
          <a:noFill/>
        </p:spPr>
        <p:txBody>
          <a:bodyPr wrap="square" lIns="0" rtlCol="0">
            <a:spAutoFit/>
          </a:bodyPr>
          <a:lstStyle/>
          <a:p>
            <a:pPr algn="l"/>
            <a:r>
              <a:rPr lang="en-GB" sz="800" b="0" i="0">
                <a:solidFill>
                  <a:schemeClr val="accent1"/>
                </a:solidFill>
                <a:latin typeface="Tenorite" pitchFamily="2" charset="0"/>
              </a:rPr>
              <a:t>Copyright © </a:t>
            </a:r>
            <a:fld id="{FEC56972-8C8B-473C-A509-43E811B54257}" type="datetimeyyyy">
              <a:rPr lang="en-US" sz="800" b="0" i="0" smtClean="0">
                <a:solidFill>
                  <a:schemeClr val="accent1"/>
                </a:solidFill>
                <a:latin typeface="Tenorite" pitchFamily="2" charset="0"/>
              </a:rPr>
              <a:t>2026</a:t>
            </a:fld>
            <a:r>
              <a:rPr lang="en-GB" sz="800" b="0" i="0">
                <a:solidFill>
                  <a:schemeClr val="accent1"/>
                </a:solidFill>
                <a:latin typeface="Tenorite" pitchFamily="2" charset="0"/>
              </a:rPr>
              <a:t> BTS</a:t>
            </a:r>
          </a:p>
        </p:txBody>
      </p:sp>
      <p:sp>
        <p:nvSpPr>
          <p:cNvPr id="15" name="Text Placeholder 3">
            <a:extLst>
              <a:ext uri="{FF2B5EF4-FFF2-40B4-BE49-F238E27FC236}">
                <a16:creationId xmlns:a16="http://schemas.microsoft.com/office/drawing/2014/main" id="{449CFAB2-E42E-924C-88B0-B09D35728C17}"/>
              </a:ext>
            </a:extLst>
          </p:cNvPr>
          <p:cNvSpPr>
            <a:spLocks noGrp="1"/>
          </p:cNvSpPr>
          <p:nvPr>
            <p:ph type="body" sz="quarter" idx="11" hasCustomPrompt="1"/>
          </p:nvPr>
        </p:nvSpPr>
        <p:spPr>
          <a:xfrm>
            <a:off x="392823" y="5458112"/>
            <a:ext cx="4343400" cy="951994"/>
          </a:xfrm>
          <a:prstGeom prst="rect">
            <a:avLst/>
          </a:prstGeom>
        </p:spPr>
        <p:txBody>
          <a:bodyPr lIns="0" rIns="0" bIns="0" anchor="b"/>
          <a:lstStyle>
            <a:lvl1pPr marL="0" indent="0" algn="l">
              <a:spcBef>
                <a:spcPts val="600"/>
              </a:spcBef>
              <a:buNone/>
              <a:defRPr sz="1400" b="0" i="0">
                <a:solidFill>
                  <a:schemeClr val="accent1"/>
                </a:solidFill>
                <a:latin typeface="Tenorite" pitchFamily="2" charset="0"/>
                <a:ea typeface="Verdana" panose="020B0604030504040204" pitchFamily="34" charset="0"/>
                <a:cs typeface="Tenorite" panose="00000500000000000000" pitchFamily="2" charset="0"/>
              </a:defRPr>
            </a:lvl1pPr>
          </a:lstStyle>
          <a:p>
            <a:pPr lvl="0"/>
            <a:r>
              <a:rPr lang="en-US"/>
              <a:t>Click to edit presenter name</a:t>
            </a:r>
          </a:p>
        </p:txBody>
      </p:sp>
      <p:grpSp>
        <p:nvGrpSpPr>
          <p:cNvPr id="16" name="Group 15">
            <a:extLst>
              <a:ext uri="{FF2B5EF4-FFF2-40B4-BE49-F238E27FC236}">
                <a16:creationId xmlns:a16="http://schemas.microsoft.com/office/drawing/2014/main" id="{410A623A-D2A1-5D4B-A719-5273C929A72E}"/>
              </a:ext>
            </a:extLst>
          </p:cNvPr>
          <p:cNvGrpSpPr/>
          <p:nvPr userDrawn="1"/>
        </p:nvGrpSpPr>
        <p:grpSpPr>
          <a:xfrm>
            <a:off x="380999" y="311884"/>
            <a:ext cx="1494599" cy="401785"/>
            <a:chOff x="380999" y="311884"/>
            <a:chExt cx="1494599" cy="401785"/>
          </a:xfrm>
        </p:grpSpPr>
        <p:grpSp>
          <p:nvGrpSpPr>
            <p:cNvPr id="17" name="Group 16">
              <a:extLst>
                <a:ext uri="{FF2B5EF4-FFF2-40B4-BE49-F238E27FC236}">
                  <a16:creationId xmlns:a16="http://schemas.microsoft.com/office/drawing/2014/main" id="{CAA398E0-4073-FE4C-B85A-BF7F305FA5DC}"/>
                </a:ext>
              </a:extLst>
            </p:cNvPr>
            <p:cNvGrpSpPr/>
            <p:nvPr userDrawn="1"/>
          </p:nvGrpSpPr>
          <p:grpSpPr>
            <a:xfrm>
              <a:off x="380999" y="311884"/>
              <a:ext cx="771453" cy="268898"/>
              <a:chOff x="380999" y="311884"/>
              <a:chExt cx="771453" cy="268898"/>
            </a:xfrm>
          </p:grpSpPr>
          <p:sp>
            <p:nvSpPr>
              <p:cNvPr id="19" name="Freeform 18">
                <a:extLst>
                  <a:ext uri="{FF2B5EF4-FFF2-40B4-BE49-F238E27FC236}">
                    <a16:creationId xmlns:a16="http://schemas.microsoft.com/office/drawing/2014/main" id="{DD0D1288-7BDB-3C49-B722-1C711D39C9A6}"/>
                  </a:ext>
                </a:extLst>
              </p:cNvPr>
              <p:cNvSpPr/>
              <p:nvPr/>
            </p:nvSpPr>
            <p:spPr>
              <a:xfrm>
                <a:off x="553180" y="460400"/>
                <a:ext cx="120749" cy="120382"/>
              </a:xfrm>
              <a:custGeom>
                <a:avLst/>
                <a:gdLst>
                  <a:gd name="connsiteX0" fmla="*/ 195950 w 537334"/>
                  <a:gd name="connsiteY0" fmla="*/ 267535 h 535704"/>
                  <a:gd name="connsiteX1" fmla="*/ 268592 w 537334"/>
                  <a:gd name="connsiteY1" fmla="*/ 195114 h 535704"/>
                  <a:gd name="connsiteX2" fmla="*/ 341233 w 537334"/>
                  <a:gd name="connsiteY2" fmla="*/ 267535 h 535704"/>
                  <a:gd name="connsiteX3" fmla="*/ 268592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2" y="195114"/>
                    </a:cubicBezTo>
                    <a:cubicBezTo>
                      <a:pt x="308710" y="195114"/>
                      <a:pt x="341233" y="227538"/>
                      <a:pt x="341233" y="267535"/>
                    </a:cubicBezTo>
                    <a:cubicBezTo>
                      <a:pt x="341233" y="307532"/>
                      <a:pt x="308710" y="339956"/>
                      <a:pt x="268592" y="339956"/>
                    </a:cubicBezTo>
                    <a:cubicBezTo>
                      <a:pt x="228495" y="339904"/>
                      <a:pt x="196003" y="307510"/>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0" i="0">
                  <a:latin typeface="Tenorite" pitchFamily="2" charset="0"/>
                </a:endParaRPr>
              </a:p>
            </p:txBody>
          </p:sp>
          <p:sp>
            <p:nvSpPr>
              <p:cNvPr id="20" name="Freeform 19">
                <a:extLst>
                  <a:ext uri="{FF2B5EF4-FFF2-40B4-BE49-F238E27FC236}">
                    <a16:creationId xmlns:a16="http://schemas.microsoft.com/office/drawing/2014/main" id="{C8B1CECF-FC24-F349-B542-F95F515F83A0}"/>
                  </a:ext>
                </a:extLst>
              </p:cNvPr>
              <p:cNvSpPr/>
              <p:nvPr/>
            </p:nvSpPr>
            <p:spPr>
              <a:xfrm>
                <a:off x="380999" y="460400"/>
                <a:ext cx="120749" cy="120382"/>
              </a:xfrm>
              <a:custGeom>
                <a:avLst/>
                <a:gdLst>
                  <a:gd name="connsiteX0" fmla="*/ 195950 w 537334"/>
                  <a:gd name="connsiteY0" fmla="*/ 267535 h 535704"/>
                  <a:gd name="connsiteX1" fmla="*/ 268591 w 537334"/>
                  <a:gd name="connsiteY1" fmla="*/ 195114 h 535704"/>
                  <a:gd name="connsiteX2" fmla="*/ 341232 w 537334"/>
                  <a:gd name="connsiteY2" fmla="*/ 267535 h 535704"/>
                  <a:gd name="connsiteX3" fmla="*/ 268591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1" y="195114"/>
                    </a:cubicBezTo>
                    <a:cubicBezTo>
                      <a:pt x="308710" y="195114"/>
                      <a:pt x="341232" y="227538"/>
                      <a:pt x="341232" y="267535"/>
                    </a:cubicBezTo>
                    <a:cubicBezTo>
                      <a:pt x="341232" y="307532"/>
                      <a:pt x="308710" y="339956"/>
                      <a:pt x="268591" y="339956"/>
                    </a:cubicBezTo>
                    <a:cubicBezTo>
                      <a:pt x="228473" y="339956"/>
                      <a:pt x="195950" y="307532"/>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0" i="0">
                  <a:latin typeface="Tenorite" pitchFamily="2" charset="0"/>
                </a:endParaRPr>
              </a:p>
            </p:txBody>
          </p:sp>
          <p:sp>
            <p:nvSpPr>
              <p:cNvPr id="21" name="Freeform 20">
                <a:extLst>
                  <a:ext uri="{FF2B5EF4-FFF2-40B4-BE49-F238E27FC236}">
                    <a16:creationId xmlns:a16="http://schemas.microsoft.com/office/drawing/2014/main" id="{23845FF3-6597-0E4B-9D44-7830711B0817}"/>
                  </a:ext>
                </a:extLst>
              </p:cNvPr>
              <p:cNvSpPr/>
              <p:nvPr/>
            </p:nvSpPr>
            <p:spPr>
              <a:xfrm>
                <a:off x="735480" y="357913"/>
                <a:ext cx="147342" cy="217815"/>
              </a:xfrm>
              <a:custGeom>
                <a:avLst/>
                <a:gdLst>
                  <a:gd name="connsiteX0" fmla="*/ 655598 w 655673"/>
                  <a:gd name="connsiteY0" fmla="*/ 635619 h 969280"/>
                  <a:gd name="connsiteX1" fmla="*/ 337710 w 655673"/>
                  <a:gd name="connsiteY1" fmla="*/ 302180 h 969280"/>
                  <a:gd name="connsiteX2" fmla="*/ 138637 w 655673"/>
                  <a:gd name="connsiteY2" fmla="*/ 394153 h 969280"/>
                  <a:gd name="connsiteX3" fmla="*/ 138637 w 655673"/>
                  <a:gd name="connsiteY3" fmla="*/ -222 h 969280"/>
                  <a:gd name="connsiteX4" fmla="*/ -76 w 655673"/>
                  <a:gd name="connsiteY4" fmla="*/ -222 h 969280"/>
                  <a:gd name="connsiteX5" fmla="*/ -76 w 655673"/>
                  <a:gd name="connsiteY5" fmla="*/ 952542 h 969280"/>
                  <a:gd name="connsiteX6" fmla="*/ 138637 w 655673"/>
                  <a:gd name="connsiteY6" fmla="*/ 952542 h 969280"/>
                  <a:gd name="connsiteX7" fmla="*/ 138637 w 655673"/>
                  <a:gd name="connsiteY7" fmla="*/ 877085 h 969280"/>
                  <a:gd name="connsiteX8" fmla="*/ 337710 w 655673"/>
                  <a:gd name="connsiteY8" fmla="*/ 969058 h 969280"/>
                  <a:gd name="connsiteX9" fmla="*/ 655598 w 655673"/>
                  <a:gd name="connsiteY9" fmla="*/ 635619 h 969280"/>
                  <a:gd name="connsiteX10" fmla="*/ 512791 w 655673"/>
                  <a:gd name="connsiteY10" fmla="*/ 635619 h 969280"/>
                  <a:gd name="connsiteX11" fmla="*/ 321049 w 655673"/>
                  <a:gd name="connsiteY11" fmla="*/ 838738 h 969280"/>
                  <a:gd name="connsiteX12" fmla="*/ 129212 w 655673"/>
                  <a:gd name="connsiteY12" fmla="*/ 635619 h 969280"/>
                  <a:gd name="connsiteX13" fmla="*/ 321049 w 655673"/>
                  <a:gd name="connsiteY13" fmla="*/ 432499 h 969280"/>
                  <a:gd name="connsiteX14" fmla="*/ 512791 w 655673"/>
                  <a:gd name="connsiteY14" fmla="*/ 635619 h 96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5673" h="969280">
                    <a:moveTo>
                      <a:pt x="655598" y="635619"/>
                    </a:moveTo>
                    <a:cubicBezTo>
                      <a:pt x="655598" y="441801"/>
                      <a:pt x="515552" y="302180"/>
                      <a:pt x="337710" y="302180"/>
                    </a:cubicBezTo>
                    <a:cubicBezTo>
                      <a:pt x="246789" y="302180"/>
                      <a:pt x="183098" y="338532"/>
                      <a:pt x="138637" y="394153"/>
                    </a:cubicBezTo>
                    <a:lnTo>
                      <a:pt x="138637" y="-222"/>
                    </a:lnTo>
                    <a:lnTo>
                      <a:pt x="-76" y="-222"/>
                    </a:lnTo>
                    <a:lnTo>
                      <a:pt x="-76" y="952542"/>
                    </a:lnTo>
                    <a:lnTo>
                      <a:pt x="138637" y="952542"/>
                    </a:lnTo>
                    <a:lnTo>
                      <a:pt x="138637" y="877085"/>
                    </a:lnTo>
                    <a:cubicBezTo>
                      <a:pt x="183098" y="932705"/>
                      <a:pt x="246789" y="969058"/>
                      <a:pt x="337710" y="969058"/>
                    </a:cubicBezTo>
                    <a:cubicBezTo>
                      <a:pt x="515552" y="969058"/>
                      <a:pt x="655598" y="829437"/>
                      <a:pt x="655598" y="635619"/>
                    </a:cubicBezTo>
                    <a:moveTo>
                      <a:pt x="512791" y="635619"/>
                    </a:moveTo>
                    <a:cubicBezTo>
                      <a:pt x="512791" y="746765"/>
                      <a:pt x="440435" y="838738"/>
                      <a:pt x="321049" y="838738"/>
                    </a:cubicBezTo>
                    <a:cubicBezTo>
                      <a:pt x="206804" y="838738"/>
                      <a:pt x="129212" y="751416"/>
                      <a:pt x="129212" y="635619"/>
                    </a:cubicBezTo>
                    <a:cubicBezTo>
                      <a:pt x="129212" y="519821"/>
                      <a:pt x="206899" y="432499"/>
                      <a:pt x="321049" y="432499"/>
                    </a:cubicBezTo>
                    <a:cubicBezTo>
                      <a:pt x="440435" y="432499"/>
                      <a:pt x="512791" y="524472"/>
                      <a:pt x="512791" y="635619"/>
                    </a:cubicBezTo>
                  </a:path>
                </a:pathLst>
              </a:custGeom>
              <a:solidFill>
                <a:schemeClr val="accent1"/>
              </a:solidFill>
              <a:ln w="9511" cap="flat">
                <a:noFill/>
                <a:prstDash val="solid"/>
                <a:miter/>
              </a:ln>
            </p:spPr>
            <p:txBody>
              <a:bodyPr rtlCol="0" anchor="ctr"/>
              <a:lstStyle/>
              <a:p>
                <a:endParaRPr lang="en-US" b="0" i="0">
                  <a:latin typeface="Tenorite" pitchFamily="2" charset="0"/>
                </a:endParaRPr>
              </a:p>
            </p:txBody>
          </p:sp>
          <p:sp>
            <p:nvSpPr>
              <p:cNvPr id="22" name="Freeform 21">
                <a:extLst>
                  <a:ext uri="{FF2B5EF4-FFF2-40B4-BE49-F238E27FC236}">
                    <a16:creationId xmlns:a16="http://schemas.microsoft.com/office/drawing/2014/main" id="{4608BF3B-93A0-8B4D-9B03-71352E2862C6}"/>
                  </a:ext>
                </a:extLst>
              </p:cNvPr>
              <p:cNvSpPr/>
              <p:nvPr/>
            </p:nvSpPr>
            <p:spPr>
              <a:xfrm>
                <a:off x="908666" y="386473"/>
                <a:ext cx="95183" cy="189276"/>
              </a:xfrm>
              <a:custGeom>
                <a:avLst/>
                <a:gdLst>
                  <a:gd name="connsiteX0" fmla="*/ 382837 w 423565"/>
                  <a:gd name="connsiteY0" fmla="*/ 317366 h 842282"/>
                  <a:gd name="connsiteX1" fmla="*/ 382837 w 423565"/>
                  <a:gd name="connsiteY1" fmla="*/ 191603 h 842282"/>
                  <a:gd name="connsiteX2" fmla="*/ 139303 w 423565"/>
                  <a:gd name="connsiteY2" fmla="*/ 191603 h 842282"/>
                  <a:gd name="connsiteX3" fmla="*/ 139303 w 423565"/>
                  <a:gd name="connsiteY3" fmla="*/ -222 h 842282"/>
                  <a:gd name="connsiteX4" fmla="*/ -76 w 423565"/>
                  <a:gd name="connsiteY4" fmla="*/ -222 h 842282"/>
                  <a:gd name="connsiteX5" fmla="*/ -76 w 423565"/>
                  <a:gd name="connsiteY5" fmla="*/ 595944 h 842282"/>
                  <a:gd name="connsiteX6" fmla="*/ 228415 w 423565"/>
                  <a:gd name="connsiteY6" fmla="*/ 842060 h 842282"/>
                  <a:gd name="connsiteX7" fmla="*/ 423489 w 423565"/>
                  <a:gd name="connsiteY7" fmla="*/ 779226 h 842282"/>
                  <a:gd name="connsiteX8" fmla="*/ 368461 w 423565"/>
                  <a:gd name="connsiteY8" fmla="*/ 668744 h 842282"/>
                  <a:gd name="connsiteX9" fmla="*/ 240316 w 423565"/>
                  <a:gd name="connsiteY9" fmla="*/ 711741 h 842282"/>
                  <a:gd name="connsiteX10" fmla="*/ 139494 w 423565"/>
                  <a:gd name="connsiteY10" fmla="*/ 593286 h 842282"/>
                  <a:gd name="connsiteX11" fmla="*/ 139494 w 423565"/>
                  <a:gd name="connsiteY11" fmla="*/ 317366 h 8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3565" h="842282">
                    <a:moveTo>
                      <a:pt x="382837" y="317366"/>
                    </a:moveTo>
                    <a:lnTo>
                      <a:pt x="382837" y="191603"/>
                    </a:lnTo>
                    <a:lnTo>
                      <a:pt x="139303" y="191603"/>
                    </a:lnTo>
                    <a:lnTo>
                      <a:pt x="139303" y="-222"/>
                    </a:lnTo>
                    <a:lnTo>
                      <a:pt x="-76" y="-222"/>
                    </a:lnTo>
                    <a:lnTo>
                      <a:pt x="-76" y="595944"/>
                    </a:lnTo>
                    <a:cubicBezTo>
                      <a:pt x="-76" y="764704"/>
                      <a:pt x="84180" y="842060"/>
                      <a:pt x="228415" y="842060"/>
                    </a:cubicBezTo>
                    <a:cubicBezTo>
                      <a:pt x="298354" y="841491"/>
                      <a:pt x="366437" y="819561"/>
                      <a:pt x="423489" y="779226"/>
                    </a:cubicBezTo>
                    <a:lnTo>
                      <a:pt x="368461" y="668744"/>
                    </a:lnTo>
                    <a:cubicBezTo>
                      <a:pt x="330379" y="692568"/>
                      <a:pt x="283443" y="711741"/>
                      <a:pt x="240316" y="711741"/>
                    </a:cubicBezTo>
                    <a:cubicBezTo>
                      <a:pt x="184621" y="711741"/>
                      <a:pt x="139494" y="677951"/>
                      <a:pt x="139494" y="593286"/>
                    </a:cubicBezTo>
                    <a:lnTo>
                      <a:pt x="139494" y="317366"/>
                    </a:lnTo>
                    <a:close/>
                  </a:path>
                </a:pathLst>
              </a:custGeom>
              <a:solidFill>
                <a:schemeClr val="accent1"/>
              </a:solidFill>
              <a:ln w="9511" cap="flat">
                <a:noFill/>
                <a:prstDash val="solid"/>
                <a:miter/>
              </a:ln>
            </p:spPr>
            <p:txBody>
              <a:bodyPr rtlCol="0" anchor="ctr"/>
              <a:lstStyle/>
              <a:p>
                <a:endParaRPr lang="en-US" b="0" i="0">
                  <a:latin typeface="Tenorite" pitchFamily="2" charset="0"/>
                </a:endParaRPr>
              </a:p>
            </p:txBody>
          </p:sp>
          <p:sp>
            <p:nvSpPr>
              <p:cNvPr id="23" name="Freeform 22">
                <a:extLst>
                  <a:ext uri="{FF2B5EF4-FFF2-40B4-BE49-F238E27FC236}">
                    <a16:creationId xmlns:a16="http://schemas.microsoft.com/office/drawing/2014/main" id="{08A2E8B7-B75A-5143-AFD9-1E4196EA2DFB}"/>
                  </a:ext>
                </a:extLst>
              </p:cNvPr>
              <p:cNvSpPr/>
              <p:nvPr/>
            </p:nvSpPr>
            <p:spPr>
              <a:xfrm>
                <a:off x="1026141" y="426006"/>
                <a:ext cx="126311" cy="149572"/>
              </a:xfrm>
              <a:custGeom>
                <a:avLst/>
                <a:gdLst>
                  <a:gd name="connsiteX0" fmla="*/ 509649 w 562087"/>
                  <a:gd name="connsiteY0" fmla="*/ 46621 h 665599"/>
                  <a:gd name="connsiteX1" fmla="*/ 288680 w 562087"/>
                  <a:gd name="connsiteY1" fmla="*/ -172 h 665599"/>
                  <a:gd name="connsiteX2" fmla="*/ 25915 w 562087"/>
                  <a:gd name="connsiteY2" fmla="*/ 202947 h 665599"/>
                  <a:gd name="connsiteX3" fmla="*/ 241553 w 562087"/>
                  <a:gd name="connsiteY3" fmla="*/ 388887 h 665599"/>
                  <a:gd name="connsiteX4" fmla="*/ 308196 w 562087"/>
                  <a:gd name="connsiteY4" fmla="*/ 397430 h 665599"/>
                  <a:gd name="connsiteX5" fmla="*/ 418348 w 562087"/>
                  <a:gd name="connsiteY5" fmla="*/ 467573 h 665599"/>
                  <a:gd name="connsiteX6" fmla="*/ 273732 w 562087"/>
                  <a:gd name="connsiteY6" fmla="*/ 545024 h 665599"/>
                  <a:gd name="connsiteX7" fmla="*/ 64282 w 562087"/>
                  <a:gd name="connsiteY7" fmla="*/ 480196 h 665599"/>
                  <a:gd name="connsiteX8" fmla="*/ -76 w 562087"/>
                  <a:gd name="connsiteY8" fmla="*/ 584034 h 665599"/>
                  <a:gd name="connsiteX9" fmla="*/ 272685 w 562087"/>
                  <a:gd name="connsiteY9" fmla="*/ 665377 h 665599"/>
                  <a:gd name="connsiteX10" fmla="*/ 562012 w 562087"/>
                  <a:gd name="connsiteY10" fmla="*/ 458271 h 665599"/>
                  <a:gd name="connsiteX11" fmla="*/ 341042 w 562087"/>
                  <a:gd name="connsiteY11" fmla="*/ 271097 h 665599"/>
                  <a:gd name="connsiteX12" fmla="*/ 275351 w 562087"/>
                  <a:gd name="connsiteY12" fmla="*/ 261131 h 665599"/>
                  <a:gd name="connsiteX13" fmla="*/ 170626 w 562087"/>
                  <a:gd name="connsiteY13" fmla="*/ 195639 h 665599"/>
                  <a:gd name="connsiteX14" fmla="*/ 290774 w 562087"/>
                  <a:gd name="connsiteY14" fmla="*/ 120276 h 665599"/>
                  <a:gd name="connsiteX15" fmla="*/ 461095 w 562087"/>
                  <a:gd name="connsiteY15" fmla="*/ 160805 h 665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2087" h="665599">
                    <a:moveTo>
                      <a:pt x="509649" y="46621"/>
                    </a:moveTo>
                    <a:cubicBezTo>
                      <a:pt x="440427" y="14752"/>
                      <a:pt x="364919" y="-1238"/>
                      <a:pt x="288680" y="-172"/>
                    </a:cubicBezTo>
                    <a:cubicBezTo>
                      <a:pt x="126832" y="-172"/>
                      <a:pt x="25915" y="77943"/>
                      <a:pt x="25915" y="202947"/>
                    </a:cubicBezTo>
                    <a:cubicBezTo>
                      <a:pt x="25915" y="305456"/>
                      <a:pt x="100270" y="369620"/>
                      <a:pt x="241553" y="388887"/>
                    </a:cubicBezTo>
                    <a:lnTo>
                      <a:pt x="308196" y="397430"/>
                    </a:lnTo>
                    <a:cubicBezTo>
                      <a:pt x="384360" y="408060"/>
                      <a:pt x="418348" y="431220"/>
                      <a:pt x="418348" y="467573"/>
                    </a:cubicBezTo>
                    <a:cubicBezTo>
                      <a:pt x="418348" y="515031"/>
                      <a:pt x="369318" y="545024"/>
                      <a:pt x="273732" y="545024"/>
                    </a:cubicBezTo>
                    <a:cubicBezTo>
                      <a:pt x="170816" y="545024"/>
                      <a:pt x="109124" y="515220"/>
                      <a:pt x="64282" y="480196"/>
                    </a:cubicBezTo>
                    <a:lnTo>
                      <a:pt x="-76" y="584034"/>
                    </a:lnTo>
                    <a:cubicBezTo>
                      <a:pt x="92177" y="652848"/>
                      <a:pt x="207660" y="665377"/>
                      <a:pt x="272685" y="665377"/>
                    </a:cubicBezTo>
                    <a:cubicBezTo>
                      <a:pt x="455859" y="665377"/>
                      <a:pt x="562012" y="579953"/>
                      <a:pt x="562012" y="458271"/>
                    </a:cubicBezTo>
                    <a:cubicBezTo>
                      <a:pt x="562012" y="349782"/>
                      <a:pt x="479755" y="291599"/>
                      <a:pt x="341042" y="271097"/>
                    </a:cubicBezTo>
                    <a:lnTo>
                      <a:pt x="275351" y="261131"/>
                    </a:lnTo>
                    <a:cubicBezTo>
                      <a:pt x="216895" y="252588"/>
                      <a:pt x="170626" y="240629"/>
                      <a:pt x="170626" y="195639"/>
                    </a:cubicBezTo>
                    <a:cubicBezTo>
                      <a:pt x="170626" y="150649"/>
                      <a:pt x="214420" y="120276"/>
                      <a:pt x="290774" y="120276"/>
                    </a:cubicBezTo>
                    <a:cubicBezTo>
                      <a:pt x="349796" y="121531"/>
                      <a:pt x="407867" y="135350"/>
                      <a:pt x="461095" y="160805"/>
                    </a:cubicBezTo>
                    <a:close/>
                  </a:path>
                </a:pathLst>
              </a:custGeom>
              <a:solidFill>
                <a:schemeClr val="accent1"/>
              </a:solidFill>
              <a:ln w="9511" cap="flat">
                <a:noFill/>
                <a:prstDash val="solid"/>
                <a:miter/>
              </a:ln>
            </p:spPr>
            <p:txBody>
              <a:bodyPr rtlCol="0" anchor="ctr"/>
              <a:lstStyle/>
              <a:p>
                <a:endParaRPr lang="en-US" b="0" i="0">
                  <a:latin typeface="Tenorite" pitchFamily="2" charset="0"/>
                </a:endParaRPr>
              </a:p>
            </p:txBody>
          </p:sp>
          <p:sp>
            <p:nvSpPr>
              <p:cNvPr id="24" name="Freeform 23">
                <a:extLst>
                  <a:ext uri="{FF2B5EF4-FFF2-40B4-BE49-F238E27FC236}">
                    <a16:creationId xmlns:a16="http://schemas.microsoft.com/office/drawing/2014/main" id="{23DDB2B1-E091-3741-AC33-C8BA385B2944}"/>
                  </a:ext>
                </a:extLst>
              </p:cNvPr>
              <p:cNvSpPr/>
              <p:nvPr/>
            </p:nvSpPr>
            <p:spPr>
              <a:xfrm>
                <a:off x="465912" y="311884"/>
                <a:ext cx="120749" cy="120382"/>
              </a:xfrm>
              <a:custGeom>
                <a:avLst/>
                <a:gdLst>
                  <a:gd name="connsiteX0" fmla="*/ 268591 w 537334"/>
                  <a:gd name="connsiteY0" fmla="*/ -222 h 535704"/>
                  <a:gd name="connsiteX1" fmla="*/ -76 w 537334"/>
                  <a:gd name="connsiteY1" fmla="*/ 267630 h 535704"/>
                  <a:gd name="connsiteX2" fmla="*/ 268591 w 537334"/>
                  <a:gd name="connsiteY2" fmla="*/ 535483 h 535704"/>
                  <a:gd name="connsiteX3" fmla="*/ 537259 w 537334"/>
                  <a:gd name="connsiteY3" fmla="*/ 267630 h 535704"/>
                  <a:gd name="connsiteX4" fmla="*/ 537259 w 537334"/>
                  <a:gd name="connsiteY4" fmla="*/ 267535 h 535704"/>
                  <a:gd name="connsiteX5" fmla="*/ 268687 w 537334"/>
                  <a:gd name="connsiteY5" fmla="*/ -222 h 535704"/>
                  <a:gd name="connsiteX6" fmla="*/ 268591 w 537334"/>
                  <a:gd name="connsiteY6" fmla="*/ -222 h 535704"/>
                  <a:gd name="connsiteX7" fmla="*/ 268591 w 537334"/>
                  <a:gd name="connsiteY7" fmla="*/ 339956 h 535704"/>
                  <a:gd name="connsiteX8" fmla="*/ 195950 w 537334"/>
                  <a:gd name="connsiteY8" fmla="*/ 267535 h 535704"/>
                  <a:gd name="connsiteX9" fmla="*/ 268591 w 537334"/>
                  <a:gd name="connsiteY9" fmla="*/ 195114 h 535704"/>
                  <a:gd name="connsiteX10" fmla="*/ 341232 w 537334"/>
                  <a:gd name="connsiteY10" fmla="*/ 267535 h 535704"/>
                  <a:gd name="connsiteX11" fmla="*/ 268591 w 537334"/>
                  <a:gd name="connsiteY11" fmla="*/ 339956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268591" y="-222"/>
                    </a:moveTo>
                    <a:cubicBezTo>
                      <a:pt x="120210" y="-222"/>
                      <a:pt x="-76" y="119699"/>
                      <a:pt x="-76" y="267630"/>
                    </a:cubicBezTo>
                    <a:cubicBezTo>
                      <a:pt x="-76" y="415561"/>
                      <a:pt x="120210" y="535483"/>
                      <a:pt x="268591" y="535483"/>
                    </a:cubicBezTo>
                    <a:cubicBezTo>
                      <a:pt x="416972" y="535483"/>
                      <a:pt x="537259" y="415561"/>
                      <a:pt x="537259" y="267630"/>
                    </a:cubicBezTo>
                    <a:cubicBezTo>
                      <a:pt x="537259" y="267599"/>
                      <a:pt x="537259" y="267567"/>
                      <a:pt x="537259" y="267535"/>
                    </a:cubicBezTo>
                    <a:cubicBezTo>
                      <a:pt x="537259" y="119657"/>
                      <a:pt x="417015" y="-222"/>
                      <a:pt x="268687" y="-222"/>
                    </a:cubicBezTo>
                    <a:cubicBezTo>
                      <a:pt x="268655" y="-222"/>
                      <a:pt x="268623" y="-222"/>
                      <a:pt x="268591" y="-222"/>
                    </a:cubicBezTo>
                    <a:close/>
                    <a:moveTo>
                      <a:pt x="268591" y="339956"/>
                    </a:moveTo>
                    <a:cubicBezTo>
                      <a:pt x="228473" y="339956"/>
                      <a:pt x="195950" y="307532"/>
                      <a:pt x="195950" y="267535"/>
                    </a:cubicBezTo>
                    <a:cubicBezTo>
                      <a:pt x="195950" y="227538"/>
                      <a:pt x="228473" y="195114"/>
                      <a:pt x="268591" y="195114"/>
                    </a:cubicBezTo>
                    <a:cubicBezTo>
                      <a:pt x="308710" y="195114"/>
                      <a:pt x="341232" y="227538"/>
                      <a:pt x="341232" y="267535"/>
                    </a:cubicBezTo>
                    <a:cubicBezTo>
                      <a:pt x="341232" y="307532"/>
                      <a:pt x="308710" y="339956"/>
                      <a:pt x="268591" y="339956"/>
                    </a:cubicBezTo>
                    <a:close/>
                  </a:path>
                </a:pathLst>
              </a:custGeom>
              <a:solidFill>
                <a:schemeClr val="accent2"/>
              </a:solidFill>
              <a:ln w="9511" cap="flat">
                <a:noFill/>
                <a:prstDash val="solid"/>
                <a:miter/>
              </a:ln>
            </p:spPr>
            <p:txBody>
              <a:bodyPr rtlCol="0" anchor="ctr"/>
              <a:lstStyle/>
              <a:p>
                <a:endParaRPr lang="en-US" b="0" i="0">
                  <a:latin typeface="Tenorite" pitchFamily="2" charset="0"/>
                </a:endParaRPr>
              </a:p>
            </p:txBody>
          </p:sp>
        </p:grpSp>
        <p:pic>
          <p:nvPicPr>
            <p:cNvPr id="18" name="Picture 17">
              <a:extLst>
                <a:ext uri="{FF2B5EF4-FFF2-40B4-BE49-F238E27FC236}">
                  <a16:creationId xmlns:a16="http://schemas.microsoft.com/office/drawing/2014/main" id="{363BFB73-7DDE-D34A-8DF8-11D264AA7D6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735479" y="623829"/>
              <a:ext cx="1140119" cy="89840"/>
            </a:xfrm>
            <a:prstGeom prst="rect">
              <a:avLst/>
            </a:prstGeom>
          </p:spPr>
        </p:pic>
      </p:grpSp>
    </p:spTree>
    <p:extLst>
      <p:ext uri="{BB962C8B-B14F-4D97-AF65-F5344CB8AC3E}">
        <p14:creationId xmlns:p14="http://schemas.microsoft.com/office/powerpoint/2010/main" val="2398664604"/>
      </p:ext>
    </p:extLst>
  </p:cSld>
  <p:clrMapOvr>
    <a:masterClrMapping/>
  </p:clrMapOvr>
  <p:extLst>
    <p:ext uri="{DCECCB84-F9BA-43D5-87BE-67443E8EF086}">
      <p15:sldGuideLst xmlns:p15="http://schemas.microsoft.com/office/powerpoint/2012/main">
        <p15:guide id="1" orient="horz" pos="600">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C945F6-3965-4F1B-A4E7-8A1349D2BBCD}"/>
              </a:ext>
            </a:extLst>
          </p:cNvPr>
          <p:cNvSpPr txBox="1"/>
          <p:nvPr/>
        </p:nvSpPr>
        <p:spPr>
          <a:xfrm>
            <a:off x="9597795" y="6326102"/>
            <a:ext cx="2213206" cy="191268"/>
          </a:xfrm>
          <a:prstGeom prst="rect">
            <a:avLst/>
          </a:prstGeom>
          <a:noFill/>
        </p:spPr>
        <p:txBody>
          <a:bodyPr wrap="square" lIns="0" tIns="0" rIns="0" bIns="0" rtlCol="0" anchor="b" anchorCtr="0">
            <a:noAutofit/>
          </a:bodyPr>
          <a:lstStyle/>
          <a:p>
            <a:pPr algn="r"/>
            <a:fld id="{8D4FAEBE-B6EB-4E5D-A6B9-749E6598E908}" type="slidenum">
              <a:rPr lang="en-GB" sz="900" b="0" i="0" smtClean="0">
                <a:solidFill>
                  <a:srgbClr val="868789"/>
                </a:solidFill>
                <a:latin typeface="Tenorite" pitchFamily="2" charset="0"/>
              </a:rPr>
              <a:t>‹#›</a:t>
            </a:fld>
            <a:endParaRPr lang="en-GB" sz="900" b="0" i="0">
              <a:solidFill>
                <a:srgbClr val="868789"/>
              </a:solidFill>
              <a:latin typeface="Tenorite" pitchFamily="2" charset="0"/>
            </a:endParaRPr>
          </a:p>
        </p:txBody>
      </p:sp>
      <p:grpSp>
        <p:nvGrpSpPr>
          <p:cNvPr id="38" name="Graphic 3">
            <a:extLst>
              <a:ext uri="{FF2B5EF4-FFF2-40B4-BE49-F238E27FC236}">
                <a16:creationId xmlns:a16="http://schemas.microsoft.com/office/drawing/2014/main" id="{BAA8EC41-204C-6F47-8683-F927BF2F636E}"/>
              </a:ext>
            </a:extLst>
          </p:cNvPr>
          <p:cNvGrpSpPr/>
          <p:nvPr/>
        </p:nvGrpSpPr>
        <p:grpSpPr>
          <a:xfrm>
            <a:off x="381550" y="6269057"/>
            <a:ext cx="625911" cy="217910"/>
            <a:chOff x="448663" y="3429000"/>
            <a:chExt cx="3429000" cy="1193800"/>
          </a:xfrm>
        </p:grpSpPr>
        <p:sp>
          <p:nvSpPr>
            <p:cNvPr id="39" name="Freeform 38">
              <a:extLst>
                <a:ext uri="{FF2B5EF4-FFF2-40B4-BE49-F238E27FC236}">
                  <a16:creationId xmlns:a16="http://schemas.microsoft.com/office/drawing/2014/main" id="{7DDECBD9-D189-044F-8A26-FE685317DFBA}"/>
                </a:ext>
              </a:extLst>
            </p:cNvPr>
            <p:cNvSpPr/>
            <p:nvPr/>
          </p:nvSpPr>
          <p:spPr>
            <a:xfrm>
              <a:off x="1213206"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267641 w 536101"/>
                <a:gd name="connsiteY4" fmla="*/ 339348 h 534746"/>
                <a:gd name="connsiteX5" fmla="*/ 195262 w 536101"/>
                <a:gd name="connsiteY5" fmla="*/ 267056 h 534746"/>
                <a:gd name="connsiteX6" fmla="*/ -315 w 536101"/>
                <a:gd name="connsiteY6" fmla="*/ 267056 h 534746"/>
                <a:gd name="connsiteX7" fmla="*/ 267641 w 536101"/>
                <a:gd name="connsiteY7" fmla="*/ 534524 h 534746"/>
                <a:gd name="connsiteX8" fmla="*/ 535787 w 536101"/>
                <a:gd name="connsiteY8" fmla="*/ 267246 h 534746"/>
                <a:gd name="connsiteX9" fmla="*/ 267831 w 536101"/>
                <a:gd name="connsiteY9" fmla="*/ -222 h 534746"/>
                <a:gd name="connsiteX10" fmla="*/ 267641 w 536101"/>
                <a:gd name="connsiteY10" fmla="*/ -222 h 534746"/>
                <a:gd name="connsiteX11" fmla="*/ -315 w 536101"/>
                <a:gd name="connsiteY11"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67704" y="339348"/>
                    <a:pt x="267673" y="339348"/>
                    <a:pt x="267641" y="339348"/>
                  </a:cubicBezTo>
                  <a:cubicBezTo>
                    <a:pt x="227652" y="339295"/>
                    <a:pt x="195262" y="306945"/>
                    <a:pt x="195262"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68" y="-222"/>
                    <a:pt x="267704" y="-222"/>
                    <a:pt x="267641" y="-222"/>
                  </a:cubicBezTo>
                  <a:cubicBezTo>
                    <a:pt x="119653" y="-222"/>
                    <a:pt x="-315" y="119442"/>
                    <a:pt x="-315" y="267056"/>
                  </a:cubicBezTo>
                </a:path>
              </a:pathLst>
            </a:custGeom>
            <a:solidFill>
              <a:srgbClr val="E61E6F"/>
            </a:solidFill>
            <a:ln w="9499" cap="flat">
              <a:noFill/>
              <a:prstDash val="solid"/>
              <a:miter/>
            </a:ln>
          </p:spPr>
          <p:txBody>
            <a:bodyPr rtlCol="0" anchor="ctr"/>
            <a:lstStyle/>
            <a:p>
              <a:endParaRPr lang="en-US" b="0" i="0">
                <a:latin typeface="Tenorite" pitchFamily="2" charset="0"/>
              </a:endParaRPr>
            </a:p>
          </p:txBody>
        </p:sp>
        <p:sp>
          <p:nvSpPr>
            <p:cNvPr id="40" name="Freeform 39">
              <a:extLst>
                <a:ext uri="{FF2B5EF4-FFF2-40B4-BE49-F238E27FC236}">
                  <a16:creationId xmlns:a16="http://schemas.microsoft.com/office/drawing/2014/main" id="{F1D879AB-7FEC-334D-9C59-4BDB3E27680D}"/>
                </a:ext>
              </a:extLst>
            </p:cNvPr>
            <p:cNvSpPr/>
            <p:nvPr/>
          </p:nvSpPr>
          <p:spPr>
            <a:xfrm>
              <a:off x="448663"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195261 w 536101"/>
                <a:gd name="connsiteY4" fmla="*/ 267056 h 534746"/>
                <a:gd name="connsiteX5" fmla="*/ -315 w 536101"/>
                <a:gd name="connsiteY5" fmla="*/ 267056 h 534746"/>
                <a:gd name="connsiteX6" fmla="*/ 267641 w 536101"/>
                <a:gd name="connsiteY6" fmla="*/ 534524 h 534746"/>
                <a:gd name="connsiteX7" fmla="*/ 535787 w 536101"/>
                <a:gd name="connsiteY7" fmla="*/ 267246 h 534746"/>
                <a:gd name="connsiteX8" fmla="*/ 267831 w 536101"/>
                <a:gd name="connsiteY8" fmla="*/ -222 h 534746"/>
                <a:gd name="connsiteX9" fmla="*/ 267736 w 536101"/>
                <a:gd name="connsiteY9" fmla="*/ -222 h 534746"/>
                <a:gd name="connsiteX10" fmla="*/ -315 w 536101"/>
                <a:gd name="connsiteY10"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27731" y="339295"/>
                    <a:pt x="195314" y="306960"/>
                    <a:pt x="195261"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99" y="-222"/>
                    <a:pt x="267768" y="-222"/>
                    <a:pt x="267736" y="-222"/>
                  </a:cubicBezTo>
                  <a:cubicBezTo>
                    <a:pt x="119732" y="-222"/>
                    <a:pt x="-263" y="119427"/>
                    <a:pt x="-315" y="267056"/>
                  </a:cubicBezTo>
                </a:path>
              </a:pathLst>
            </a:custGeom>
            <a:solidFill>
              <a:srgbClr val="E61E6F"/>
            </a:solidFill>
            <a:ln w="9499" cap="flat">
              <a:noFill/>
              <a:prstDash val="solid"/>
              <a:miter/>
            </a:ln>
          </p:spPr>
          <p:txBody>
            <a:bodyPr rtlCol="0" anchor="ctr"/>
            <a:lstStyle/>
            <a:p>
              <a:endParaRPr lang="en-US" b="0" i="0">
                <a:latin typeface="Tenorite" pitchFamily="2" charset="0"/>
              </a:endParaRPr>
            </a:p>
          </p:txBody>
        </p:sp>
        <p:sp>
          <p:nvSpPr>
            <p:cNvPr id="41" name="Freeform 40">
              <a:extLst>
                <a:ext uri="{FF2B5EF4-FFF2-40B4-BE49-F238E27FC236}">
                  <a16:creationId xmlns:a16="http://schemas.microsoft.com/office/drawing/2014/main" id="{3AE86D25-DA0C-344C-8BB7-2DC593835BF3}"/>
                </a:ext>
              </a:extLst>
            </p:cNvPr>
            <p:cNvSpPr/>
            <p:nvPr/>
          </p:nvSpPr>
          <p:spPr>
            <a:xfrm>
              <a:off x="2022583" y="3633461"/>
              <a:ext cx="654074" cy="967546"/>
            </a:xfrm>
            <a:custGeom>
              <a:avLst/>
              <a:gdLst>
                <a:gd name="connsiteX0" fmla="*/ 653759 w 654074"/>
                <a:gd name="connsiteY0" fmla="*/ 634482 h 967546"/>
                <a:gd name="connsiteX1" fmla="*/ 336695 w 654074"/>
                <a:gd name="connsiteY1" fmla="*/ 301639 h 967546"/>
                <a:gd name="connsiteX2" fmla="*/ 137985 w 654074"/>
                <a:gd name="connsiteY2" fmla="*/ 393448 h 967546"/>
                <a:gd name="connsiteX3" fmla="*/ 137985 w 654074"/>
                <a:gd name="connsiteY3" fmla="*/ -222 h 967546"/>
                <a:gd name="connsiteX4" fmla="*/ -315 w 654074"/>
                <a:gd name="connsiteY4" fmla="*/ -222 h 967546"/>
                <a:gd name="connsiteX5" fmla="*/ -315 w 654074"/>
                <a:gd name="connsiteY5" fmla="*/ 950838 h 967546"/>
                <a:gd name="connsiteX6" fmla="*/ 137985 w 654074"/>
                <a:gd name="connsiteY6" fmla="*/ 950838 h 967546"/>
                <a:gd name="connsiteX7" fmla="*/ 137985 w 654074"/>
                <a:gd name="connsiteY7" fmla="*/ 875515 h 967546"/>
                <a:gd name="connsiteX8" fmla="*/ 336695 w 654074"/>
                <a:gd name="connsiteY8" fmla="*/ 967324 h 967546"/>
                <a:gd name="connsiteX9" fmla="*/ 653759 w 654074"/>
                <a:gd name="connsiteY9" fmla="*/ 634482 h 967546"/>
                <a:gd name="connsiteX10" fmla="*/ 511280 w 654074"/>
                <a:gd name="connsiteY10" fmla="*/ 634482 h 967546"/>
                <a:gd name="connsiteX11" fmla="*/ 319883 w 654074"/>
                <a:gd name="connsiteY11" fmla="*/ 837238 h 967546"/>
                <a:gd name="connsiteX12" fmla="*/ 128581 w 654074"/>
                <a:gd name="connsiteY12" fmla="*/ 634482 h 967546"/>
                <a:gd name="connsiteX13" fmla="*/ 319883 w 654074"/>
                <a:gd name="connsiteY13" fmla="*/ 431725 h 967546"/>
                <a:gd name="connsiteX14" fmla="*/ 511280 w 654074"/>
                <a:gd name="connsiteY14" fmla="*/ 634482 h 96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74" h="967546">
                  <a:moveTo>
                    <a:pt x="653759" y="634482"/>
                  </a:moveTo>
                  <a:cubicBezTo>
                    <a:pt x="653759" y="441010"/>
                    <a:pt x="514130" y="301639"/>
                    <a:pt x="336695" y="301639"/>
                  </a:cubicBezTo>
                  <a:cubicBezTo>
                    <a:pt x="245984" y="301639"/>
                    <a:pt x="182343" y="337926"/>
                    <a:pt x="137985" y="393448"/>
                  </a:cubicBezTo>
                  <a:lnTo>
                    <a:pt x="137985" y="-222"/>
                  </a:lnTo>
                  <a:lnTo>
                    <a:pt x="-315" y="-222"/>
                  </a:lnTo>
                  <a:lnTo>
                    <a:pt x="-315" y="950838"/>
                  </a:lnTo>
                  <a:lnTo>
                    <a:pt x="137985" y="950838"/>
                  </a:lnTo>
                  <a:lnTo>
                    <a:pt x="137985" y="875515"/>
                  </a:lnTo>
                  <a:cubicBezTo>
                    <a:pt x="182343" y="931036"/>
                    <a:pt x="245984" y="967324"/>
                    <a:pt x="336695" y="967324"/>
                  </a:cubicBezTo>
                  <a:cubicBezTo>
                    <a:pt x="514130" y="967324"/>
                    <a:pt x="653759" y="827953"/>
                    <a:pt x="653759" y="634482"/>
                  </a:cubicBezTo>
                  <a:moveTo>
                    <a:pt x="511280" y="634482"/>
                  </a:moveTo>
                  <a:cubicBezTo>
                    <a:pt x="511280" y="745429"/>
                    <a:pt x="439091" y="837238"/>
                    <a:pt x="319883" y="837238"/>
                  </a:cubicBezTo>
                  <a:cubicBezTo>
                    <a:pt x="205900" y="837238"/>
                    <a:pt x="128581" y="750072"/>
                    <a:pt x="128581" y="634482"/>
                  </a:cubicBezTo>
                  <a:cubicBezTo>
                    <a:pt x="128581" y="518891"/>
                    <a:pt x="205995" y="431725"/>
                    <a:pt x="319883" y="431725"/>
                  </a:cubicBezTo>
                  <a:cubicBezTo>
                    <a:pt x="439091" y="431725"/>
                    <a:pt x="511280" y="523534"/>
                    <a:pt x="511280" y="634482"/>
                  </a:cubicBezTo>
                </a:path>
              </a:pathLst>
            </a:custGeom>
            <a:solidFill>
              <a:srgbClr val="23272A"/>
            </a:solidFill>
            <a:ln w="9499" cap="flat">
              <a:noFill/>
              <a:prstDash val="solid"/>
              <a:miter/>
            </a:ln>
          </p:spPr>
          <p:txBody>
            <a:bodyPr rtlCol="0" anchor="ctr"/>
            <a:lstStyle/>
            <a:p>
              <a:endParaRPr lang="en-US" b="0" i="0">
                <a:latin typeface="Tenorite" pitchFamily="2" charset="0"/>
              </a:endParaRPr>
            </a:p>
          </p:txBody>
        </p:sp>
        <p:sp>
          <p:nvSpPr>
            <p:cNvPr id="42" name="Freeform 41">
              <a:extLst>
                <a:ext uri="{FF2B5EF4-FFF2-40B4-BE49-F238E27FC236}">
                  <a16:creationId xmlns:a16="http://schemas.microsoft.com/office/drawing/2014/main" id="{EEC0B804-78DC-5B4A-82F6-D0EA9BF9F245}"/>
                </a:ext>
              </a:extLst>
            </p:cNvPr>
            <p:cNvSpPr/>
            <p:nvPr/>
          </p:nvSpPr>
          <p:spPr>
            <a:xfrm>
              <a:off x="2791496" y="3760326"/>
              <a:ext cx="422688" cy="840776"/>
            </a:xfrm>
            <a:custGeom>
              <a:avLst/>
              <a:gdLst>
                <a:gd name="connsiteX0" fmla="*/ 381624 w 422688"/>
                <a:gd name="connsiteY0" fmla="*/ 316798 h 840776"/>
                <a:gd name="connsiteX1" fmla="*/ 381624 w 422688"/>
                <a:gd name="connsiteY1" fmla="*/ 191259 h 840776"/>
                <a:gd name="connsiteX2" fmla="*/ 138650 w 422688"/>
                <a:gd name="connsiteY2" fmla="*/ 191259 h 840776"/>
                <a:gd name="connsiteX3" fmla="*/ 138650 w 422688"/>
                <a:gd name="connsiteY3" fmla="*/ -222 h 840776"/>
                <a:gd name="connsiteX4" fmla="*/ -315 w 422688"/>
                <a:gd name="connsiteY4" fmla="*/ -222 h 840776"/>
                <a:gd name="connsiteX5" fmla="*/ -315 w 422688"/>
                <a:gd name="connsiteY5" fmla="*/ 594878 h 840776"/>
                <a:gd name="connsiteX6" fmla="*/ 227652 w 422688"/>
                <a:gd name="connsiteY6" fmla="*/ 840554 h 840776"/>
                <a:gd name="connsiteX7" fmla="*/ 422373 w 422688"/>
                <a:gd name="connsiteY7" fmla="*/ 777832 h 840776"/>
                <a:gd name="connsiteX8" fmla="*/ 367376 w 422688"/>
                <a:gd name="connsiteY8" fmla="*/ 667548 h 840776"/>
                <a:gd name="connsiteX9" fmla="*/ 239620 w 422688"/>
                <a:gd name="connsiteY9" fmla="*/ 710468 h 840776"/>
                <a:gd name="connsiteX10" fmla="*/ 138934 w 422688"/>
                <a:gd name="connsiteY10" fmla="*/ 592225 h 840776"/>
                <a:gd name="connsiteX11" fmla="*/ 138934 w 422688"/>
                <a:gd name="connsiteY11" fmla="*/ 316798 h 84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88" h="840776">
                  <a:moveTo>
                    <a:pt x="381624" y="316798"/>
                  </a:moveTo>
                  <a:lnTo>
                    <a:pt x="381624" y="191259"/>
                  </a:lnTo>
                  <a:lnTo>
                    <a:pt x="138650" y="191259"/>
                  </a:lnTo>
                  <a:lnTo>
                    <a:pt x="138650" y="-222"/>
                  </a:lnTo>
                  <a:lnTo>
                    <a:pt x="-315" y="-222"/>
                  </a:lnTo>
                  <a:lnTo>
                    <a:pt x="-315" y="594878"/>
                  </a:lnTo>
                  <a:cubicBezTo>
                    <a:pt x="-315" y="763336"/>
                    <a:pt x="83747" y="840554"/>
                    <a:pt x="227652" y="840554"/>
                  </a:cubicBezTo>
                  <a:cubicBezTo>
                    <a:pt x="297461" y="839999"/>
                    <a:pt x="365423" y="818108"/>
                    <a:pt x="422373" y="777832"/>
                  </a:cubicBezTo>
                  <a:lnTo>
                    <a:pt x="367376" y="667548"/>
                  </a:lnTo>
                  <a:cubicBezTo>
                    <a:pt x="329382" y="691329"/>
                    <a:pt x="282648" y="710468"/>
                    <a:pt x="239620" y="710468"/>
                  </a:cubicBezTo>
                  <a:cubicBezTo>
                    <a:pt x="183958" y="710468"/>
                    <a:pt x="138934" y="676738"/>
                    <a:pt x="138934" y="592225"/>
                  </a:cubicBezTo>
                  <a:lnTo>
                    <a:pt x="138934" y="316798"/>
                  </a:lnTo>
                  <a:close/>
                </a:path>
              </a:pathLst>
            </a:custGeom>
            <a:solidFill>
              <a:srgbClr val="23272A"/>
            </a:solidFill>
            <a:ln w="9499" cap="flat">
              <a:noFill/>
              <a:prstDash val="solid"/>
              <a:miter/>
            </a:ln>
          </p:spPr>
          <p:txBody>
            <a:bodyPr rtlCol="0" anchor="ctr"/>
            <a:lstStyle/>
            <a:p>
              <a:endParaRPr lang="en-US" b="0" i="0">
                <a:latin typeface="Tenorite" pitchFamily="2" charset="0"/>
              </a:endParaRPr>
            </a:p>
          </p:txBody>
        </p:sp>
        <p:sp>
          <p:nvSpPr>
            <p:cNvPr id="43" name="Freeform 42">
              <a:extLst>
                <a:ext uri="{FF2B5EF4-FFF2-40B4-BE49-F238E27FC236}">
                  <a16:creationId xmlns:a16="http://schemas.microsoft.com/office/drawing/2014/main" id="{23E18C9B-45F6-D041-8445-F096085D007E}"/>
                </a:ext>
              </a:extLst>
            </p:cNvPr>
            <p:cNvSpPr/>
            <p:nvPr/>
          </p:nvSpPr>
          <p:spPr>
            <a:xfrm>
              <a:off x="3312970" y="3935937"/>
              <a:ext cx="560798" cy="664408"/>
            </a:xfrm>
            <a:custGeom>
              <a:avLst/>
              <a:gdLst>
                <a:gd name="connsiteX0" fmla="*/ 508336 w 560798"/>
                <a:gd name="connsiteY0" fmla="*/ 46537 h 664408"/>
                <a:gd name="connsiteX1" fmla="*/ 287872 w 560798"/>
                <a:gd name="connsiteY1" fmla="*/ -173 h 664408"/>
                <a:gd name="connsiteX2" fmla="*/ 25616 w 560798"/>
                <a:gd name="connsiteY2" fmla="*/ 202583 h 664408"/>
                <a:gd name="connsiteX3" fmla="*/ 240854 w 560798"/>
                <a:gd name="connsiteY3" fmla="*/ 388191 h 664408"/>
                <a:gd name="connsiteX4" fmla="*/ 307344 w 560798"/>
                <a:gd name="connsiteY4" fmla="*/ 396718 h 664408"/>
                <a:gd name="connsiteX5" fmla="*/ 417244 w 560798"/>
                <a:gd name="connsiteY5" fmla="*/ 466735 h 664408"/>
                <a:gd name="connsiteX6" fmla="*/ 272864 w 560798"/>
                <a:gd name="connsiteY6" fmla="*/ 544048 h 664408"/>
                <a:gd name="connsiteX7" fmla="*/ 63895 w 560798"/>
                <a:gd name="connsiteY7" fmla="*/ 479336 h 664408"/>
                <a:gd name="connsiteX8" fmla="*/ -315 w 560798"/>
                <a:gd name="connsiteY8" fmla="*/ 582989 h 664408"/>
                <a:gd name="connsiteX9" fmla="*/ 271725 w 560798"/>
                <a:gd name="connsiteY9" fmla="*/ 664186 h 664408"/>
                <a:gd name="connsiteX10" fmla="*/ 560483 w 560798"/>
                <a:gd name="connsiteY10" fmla="*/ 457450 h 664408"/>
                <a:gd name="connsiteX11" fmla="*/ 339925 w 560798"/>
                <a:gd name="connsiteY11" fmla="*/ 270611 h 664408"/>
                <a:gd name="connsiteX12" fmla="*/ 274385 w 560798"/>
                <a:gd name="connsiteY12" fmla="*/ 260663 h 664408"/>
                <a:gd name="connsiteX13" fmla="*/ 169900 w 560798"/>
                <a:gd name="connsiteY13" fmla="*/ 195288 h 664408"/>
                <a:gd name="connsiteX14" fmla="*/ 289772 w 560798"/>
                <a:gd name="connsiteY14" fmla="*/ 120060 h 664408"/>
                <a:gd name="connsiteX15" fmla="*/ 459608 w 560798"/>
                <a:gd name="connsiteY15" fmla="*/ 160516 h 66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0798" h="664408">
                  <a:moveTo>
                    <a:pt x="508336" y="46537"/>
                  </a:moveTo>
                  <a:cubicBezTo>
                    <a:pt x="439269" y="14734"/>
                    <a:pt x="363936" y="-1227"/>
                    <a:pt x="287872" y="-173"/>
                  </a:cubicBezTo>
                  <a:cubicBezTo>
                    <a:pt x="126396" y="-173"/>
                    <a:pt x="25616" y="77803"/>
                    <a:pt x="25616" y="202583"/>
                  </a:cubicBezTo>
                  <a:cubicBezTo>
                    <a:pt x="25616" y="304909"/>
                    <a:pt x="99800" y="368957"/>
                    <a:pt x="240854" y="388191"/>
                  </a:cubicBezTo>
                  <a:lnTo>
                    <a:pt x="307344" y="396718"/>
                  </a:lnTo>
                  <a:cubicBezTo>
                    <a:pt x="383333" y="407329"/>
                    <a:pt x="417244" y="430447"/>
                    <a:pt x="417244" y="466735"/>
                  </a:cubicBezTo>
                  <a:cubicBezTo>
                    <a:pt x="417244" y="514108"/>
                    <a:pt x="368231" y="544048"/>
                    <a:pt x="272864" y="544048"/>
                  </a:cubicBezTo>
                  <a:cubicBezTo>
                    <a:pt x="170280" y="544048"/>
                    <a:pt x="108729" y="514298"/>
                    <a:pt x="63895" y="479336"/>
                  </a:cubicBezTo>
                  <a:lnTo>
                    <a:pt x="-315" y="582989"/>
                  </a:lnTo>
                  <a:cubicBezTo>
                    <a:pt x="91631" y="651679"/>
                    <a:pt x="206850" y="664186"/>
                    <a:pt x="271725" y="664186"/>
                  </a:cubicBezTo>
                  <a:cubicBezTo>
                    <a:pt x="454478" y="664186"/>
                    <a:pt x="560483" y="578915"/>
                    <a:pt x="560483" y="457450"/>
                  </a:cubicBezTo>
                  <a:cubicBezTo>
                    <a:pt x="560483" y="349155"/>
                    <a:pt x="478320" y="291076"/>
                    <a:pt x="339925" y="270611"/>
                  </a:cubicBezTo>
                  <a:lnTo>
                    <a:pt x="274385" y="260663"/>
                  </a:lnTo>
                  <a:cubicBezTo>
                    <a:pt x="216158" y="252135"/>
                    <a:pt x="169900" y="240197"/>
                    <a:pt x="169900" y="195288"/>
                  </a:cubicBezTo>
                  <a:cubicBezTo>
                    <a:pt x="169900" y="150378"/>
                    <a:pt x="213593" y="120060"/>
                    <a:pt x="289772" y="120060"/>
                  </a:cubicBezTo>
                  <a:cubicBezTo>
                    <a:pt x="348627" y="121323"/>
                    <a:pt x="406531" y="135117"/>
                    <a:pt x="459608" y="160516"/>
                  </a:cubicBezTo>
                  <a:close/>
                </a:path>
              </a:pathLst>
            </a:custGeom>
            <a:solidFill>
              <a:srgbClr val="23272A"/>
            </a:solidFill>
            <a:ln w="9499" cap="flat">
              <a:noFill/>
              <a:prstDash val="solid"/>
              <a:miter/>
            </a:ln>
          </p:spPr>
          <p:txBody>
            <a:bodyPr rtlCol="0" anchor="ctr"/>
            <a:lstStyle/>
            <a:p>
              <a:endParaRPr lang="en-US" b="0" i="0">
                <a:latin typeface="Tenorite" pitchFamily="2" charset="0"/>
              </a:endParaRPr>
            </a:p>
          </p:txBody>
        </p:sp>
        <p:sp>
          <p:nvSpPr>
            <p:cNvPr id="44" name="Freeform 43">
              <a:extLst>
                <a:ext uri="{FF2B5EF4-FFF2-40B4-BE49-F238E27FC236}">
                  <a16:creationId xmlns:a16="http://schemas.microsoft.com/office/drawing/2014/main" id="{4554CF7E-A4A5-FF43-9F63-9DD056D39A5B}"/>
                </a:ext>
              </a:extLst>
            </p:cNvPr>
            <p:cNvSpPr/>
            <p:nvPr/>
          </p:nvSpPr>
          <p:spPr>
            <a:xfrm>
              <a:off x="825757" y="3429000"/>
              <a:ext cx="536101" cy="534746"/>
            </a:xfrm>
            <a:custGeom>
              <a:avLst/>
              <a:gdLst>
                <a:gd name="connsiteX0" fmla="*/ 267736 w 536101"/>
                <a:gd name="connsiteY0" fmla="*/ -222 h 534746"/>
                <a:gd name="connsiteX1" fmla="*/ -315 w 536101"/>
                <a:gd name="connsiteY1" fmla="*/ 267151 h 534746"/>
                <a:gd name="connsiteX2" fmla="*/ 267736 w 536101"/>
                <a:gd name="connsiteY2" fmla="*/ 534524 h 534746"/>
                <a:gd name="connsiteX3" fmla="*/ 535787 w 536101"/>
                <a:gd name="connsiteY3" fmla="*/ 267151 h 534746"/>
                <a:gd name="connsiteX4" fmla="*/ 535787 w 536101"/>
                <a:gd name="connsiteY4" fmla="*/ 267056 h 534746"/>
                <a:gd name="connsiteX5" fmla="*/ 267736 w 536101"/>
                <a:gd name="connsiteY5" fmla="*/ -222 h 534746"/>
                <a:gd name="connsiteX6" fmla="*/ 267736 w 536101"/>
                <a:gd name="connsiteY6" fmla="*/ 339348 h 534746"/>
                <a:gd name="connsiteX7" fmla="*/ 195261 w 536101"/>
                <a:gd name="connsiteY7" fmla="*/ 267056 h 534746"/>
                <a:gd name="connsiteX8" fmla="*/ 267736 w 536101"/>
                <a:gd name="connsiteY8" fmla="*/ 194765 h 534746"/>
                <a:gd name="connsiteX9" fmla="*/ 340210 w 536101"/>
                <a:gd name="connsiteY9" fmla="*/ 267056 h 534746"/>
                <a:gd name="connsiteX10" fmla="*/ 267736 w 536101"/>
                <a:gd name="connsiteY10" fmla="*/ 339348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267736" y="-222"/>
                  </a:moveTo>
                  <a:cubicBezTo>
                    <a:pt x="119695" y="-222"/>
                    <a:pt x="-315" y="119485"/>
                    <a:pt x="-315" y="267151"/>
                  </a:cubicBezTo>
                  <a:cubicBezTo>
                    <a:pt x="-315" y="414817"/>
                    <a:pt x="119695" y="534524"/>
                    <a:pt x="267736" y="534524"/>
                  </a:cubicBezTo>
                  <a:cubicBezTo>
                    <a:pt x="415776" y="534524"/>
                    <a:pt x="535787" y="414817"/>
                    <a:pt x="535787" y="267151"/>
                  </a:cubicBezTo>
                  <a:cubicBezTo>
                    <a:pt x="535787" y="267120"/>
                    <a:pt x="535787" y="267088"/>
                    <a:pt x="535787" y="267056"/>
                  </a:cubicBezTo>
                  <a:cubicBezTo>
                    <a:pt x="535734" y="119427"/>
                    <a:pt x="415739" y="-222"/>
                    <a:pt x="267736" y="-222"/>
                  </a:cubicBezTo>
                  <a:close/>
                  <a:moveTo>
                    <a:pt x="267736" y="339348"/>
                  </a:moveTo>
                  <a:cubicBezTo>
                    <a:pt x="227709" y="339348"/>
                    <a:pt x="195261" y="306982"/>
                    <a:pt x="195261" y="267056"/>
                  </a:cubicBezTo>
                  <a:cubicBezTo>
                    <a:pt x="195261" y="227131"/>
                    <a:pt x="227709" y="194765"/>
                    <a:pt x="267736" y="194765"/>
                  </a:cubicBezTo>
                  <a:cubicBezTo>
                    <a:pt x="307762" y="194765"/>
                    <a:pt x="340210" y="227131"/>
                    <a:pt x="340210" y="267056"/>
                  </a:cubicBezTo>
                  <a:cubicBezTo>
                    <a:pt x="340158" y="306960"/>
                    <a:pt x="307740" y="339295"/>
                    <a:pt x="267736" y="339348"/>
                  </a:cubicBezTo>
                  <a:close/>
                </a:path>
              </a:pathLst>
            </a:custGeom>
            <a:solidFill>
              <a:srgbClr val="E61E6F"/>
            </a:solidFill>
            <a:ln w="9499" cap="flat">
              <a:noFill/>
              <a:prstDash val="solid"/>
              <a:miter/>
            </a:ln>
          </p:spPr>
          <p:txBody>
            <a:bodyPr rtlCol="0" anchor="ctr"/>
            <a:lstStyle/>
            <a:p>
              <a:endParaRPr lang="en-US" b="0" i="0">
                <a:latin typeface="Tenorite" pitchFamily="2" charset="0"/>
              </a:endParaRPr>
            </a:p>
          </p:txBody>
        </p:sp>
      </p:grpSp>
      <p:sp>
        <p:nvSpPr>
          <p:cNvPr id="3" name="TextBox 2">
            <a:extLst>
              <a:ext uri="{FF2B5EF4-FFF2-40B4-BE49-F238E27FC236}">
                <a16:creationId xmlns:a16="http://schemas.microsoft.com/office/drawing/2014/main" id="{02D6F7E8-6D16-F7BE-74A7-A8DF7607105E}"/>
              </a:ext>
            </a:extLst>
          </p:cNvPr>
          <p:cNvSpPr txBox="1"/>
          <p:nvPr userDrawn="1"/>
        </p:nvSpPr>
        <p:spPr>
          <a:xfrm>
            <a:off x="9597795" y="6326102"/>
            <a:ext cx="2213206" cy="191268"/>
          </a:xfrm>
          <a:prstGeom prst="rect">
            <a:avLst/>
          </a:prstGeom>
          <a:noFill/>
        </p:spPr>
        <p:txBody>
          <a:bodyPr wrap="square" lIns="0" tIns="0" rIns="0" bIns="0" rtlCol="0" anchor="b" anchorCtr="0">
            <a:noAutofit/>
          </a:bodyPr>
          <a:lstStyle/>
          <a:p>
            <a:pPr algn="r"/>
            <a:fld id="{8D4FAEBE-B6EB-4E5D-A6B9-749E6598E908}" type="slidenum">
              <a:rPr lang="en-GB" sz="900" b="0" i="0" smtClean="0">
                <a:solidFill>
                  <a:srgbClr val="868789"/>
                </a:solidFill>
                <a:latin typeface="Tenorite" pitchFamily="2" charset="0"/>
              </a:rPr>
              <a:t>‹#›</a:t>
            </a:fld>
            <a:endParaRPr lang="en-GB" sz="900" b="0" i="0">
              <a:solidFill>
                <a:srgbClr val="868789"/>
              </a:solidFill>
              <a:latin typeface="Tenorite" pitchFamily="2" charset="0"/>
            </a:endParaRPr>
          </a:p>
        </p:txBody>
      </p:sp>
      <p:grpSp>
        <p:nvGrpSpPr>
          <p:cNvPr id="4" name="Graphic 3">
            <a:extLst>
              <a:ext uri="{FF2B5EF4-FFF2-40B4-BE49-F238E27FC236}">
                <a16:creationId xmlns:a16="http://schemas.microsoft.com/office/drawing/2014/main" id="{FDA5B850-336A-45E7-E729-2A6D192430D7}"/>
              </a:ext>
            </a:extLst>
          </p:cNvPr>
          <p:cNvGrpSpPr/>
          <p:nvPr userDrawn="1"/>
        </p:nvGrpSpPr>
        <p:grpSpPr>
          <a:xfrm>
            <a:off x="381550" y="6269057"/>
            <a:ext cx="625911" cy="217910"/>
            <a:chOff x="448663" y="3429000"/>
            <a:chExt cx="3429000" cy="1193800"/>
          </a:xfrm>
        </p:grpSpPr>
        <p:sp>
          <p:nvSpPr>
            <p:cNvPr id="5" name="Freeform 38">
              <a:extLst>
                <a:ext uri="{FF2B5EF4-FFF2-40B4-BE49-F238E27FC236}">
                  <a16:creationId xmlns:a16="http://schemas.microsoft.com/office/drawing/2014/main" id="{D30E4BA0-A2C9-3CDD-D0A1-48FEE745B432}"/>
                </a:ext>
              </a:extLst>
            </p:cNvPr>
            <p:cNvSpPr/>
            <p:nvPr/>
          </p:nvSpPr>
          <p:spPr>
            <a:xfrm>
              <a:off x="1213206"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267641 w 536101"/>
                <a:gd name="connsiteY4" fmla="*/ 339348 h 534746"/>
                <a:gd name="connsiteX5" fmla="*/ 195262 w 536101"/>
                <a:gd name="connsiteY5" fmla="*/ 267056 h 534746"/>
                <a:gd name="connsiteX6" fmla="*/ -315 w 536101"/>
                <a:gd name="connsiteY6" fmla="*/ 267056 h 534746"/>
                <a:gd name="connsiteX7" fmla="*/ 267641 w 536101"/>
                <a:gd name="connsiteY7" fmla="*/ 534524 h 534746"/>
                <a:gd name="connsiteX8" fmla="*/ 535787 w 536101"/>
                <a:gd name="connsiteY8" fmla="*/ 267246 h 534746"/>
                <a:gd name="connsiteX9" fmla="*/ 267831 w 536101"/>
                <a:gd name="connsiteY9" fmla="*/ -222 h 534746"/>
                <a:gd name="connsiteX10" fmla="*/ 267641 w 536101"/>
                <a:gd name="connsiteY10" fmla="*/ -222 h 534746"/>
                <a:gd name="connsiteX11" fmla="*/ -315 w 536101"/>
                <a:gd name="connsiteY11"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67704" y="339348"/>
                    <a:pt x="267673" y="339348"/>
                    <a:pt x="267641" y="339348"/>
                  </a:cubicBezTo>
                  <a:cubicBezTo>
                    <a:pt x="227652" y="339295"/>
                    <a:pt x="195262" y="306945"/>
                    <a:pt x="195262"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68" y="-222"/>
                    <a:pt x="267704" y="-222"/>
                    <a:pt x="267641" y="-222"/>
                  </a:cubicBezTo>
                  <a:cubicBezTo>
                    <a:pt x="119653" y="-222"/>
                    <a:pt x="-315" y="119442"/>
                    <a:pt x="-315" y="267056"/>
                  </a:cubicBezTo>
                </a:path>
              </a:pathLst>
            </a:custGeom>
            <a:solidFill>
              <a:srgbClr val="E61E6F"/>
            </a:solidFill>
            <a:ln w="9499" cap="flat">
              <a:noFill/>
              <a:prstDash val="solid"/>
              <a:miter/>
            </a:ln>
          </p:spPr>
          <p:txBody>
            <a:bodyPr rtlCol="0" anchor="ctr"/>
            <a:lstStyle/>
            <a:p>
              <a:endParaRPr lang="en-US" b="0" i="0">
                <a:latin typeface="Tenorite" pitchFamily="2" charset="0"/>
              </a:endParaRPr>
            </a:p>
          </p:txBody>
        </p:sp>
        <p:sp>
          <p:nvSpPr>
            <p:cNvPr id="6" name="Freeform 39">
              <a:extLst>
                <a:ext uri="{FF2B5EF4-FFF2-40B4-BE49-F238E27FC236}">
                  <a16:creationId xmlns:a16="http://schemas.microsoft.com/office/drawing/2014/main" id="{0C3B3B2E-9C02-F624-F941-0D8956902ED8}"/>
                </a:ext>
              </a:extLst>
            </p:cNvPr>
            <p:cNvSpPr/>
            <p:nvPr/>
          </p:nvSpPr>
          <p:spPr>
            <a:xfrm>
              <a:off x="448663"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195261 w 536101"/>
                <a:gd name="connsiteY4" fmla="*/ 267056 h 534746"/>
                <a:gd name="connsiteX5" fmla="*/ -315 w 536101"/>
                <a:gd name="connsiteY5" fmla="*/ 267056 h 534746"/>
                <a:gd name="connsiteX6" fmla="*/ 267641 w 536101"/>
                <a:gd name="connsiteY6" fmla="*/ 534524 h 534746"/>
                <a:gd name="connsiteX7" fmla="*/ 535787 w 536101"/>
                <a:gd name="connsiteY7" fmla="*/ 267246 h 534746"/>
                <a:gd name="connsiteX8" fmla="*/ 267831 w 536101"/>
                <a:gd name="connsiteY8" fmla="*/ -222 h 534746"/>
                <a:gd name="connsiteX9" fmla="*/ 267736 w 536101"/>
                <a:gd name="connsiteY9" fmla="*/ -222 h 534746"/>
                <a:gd name="connsiteX10" fmla="*/ -315 w 536101"/>
                <a:gd name="connsiteY10"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27731" y="339295"/>
                    <a:pt x="195314" y="306960"/>
                    <a:pt x="195261"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99" y="-222"/>
                    <a:pt x="267768" y="-222"/>
                    <a:pt x="267736" y="-222"/>
                  </a:cubicBezTo>
                  <a:cubicBezTo>
                    <a:pt x="119732" y="-222"/>
                    <a:pt x="-263" y="119427"/>
                    <a:pt x="-315" y="267056"/>
                  </a:cubicBezTo>
                </a:path>
              </a:pathLst>
            </a:custGeom>
            <a:solidFill>
              <a:srgbClr val="E61E6F"/>
            </a:solidFill>
            <a:ln w="9499" cap="flat">
              <a:noFill/>
              <a:prstDash val="solid"/>
              <a:miter/>
            </a:ln>
          </p:spPr>
          <p:txBody>
            <a:bodyPr rtlCol="0" anchor="ctr"/>
            <a:lstStyle/>
            <a:p>
              <a:endParaRPr lang="en-US" b="0" i="0">
                <a:latin typeface="Tenorite" pitchFamily="2" charset="0"/>
              </a:endParaRPr>
            </a:p>
          </p:txBody>
        </p:sp>
        <p:sp>
          <p:nvSpPr>
            <p:cNvPr id="7" name="Freeform 40">
              <a:extLst>
                <a:ext uri="{FF2B5EF4-FFF2-40B4-BE49-F238E27FC236}">
                  <a16:creationId xmlns:a16="http://schemas.microsoft.com/office/drawing/2014/main" id="{0A0C7422-1F9F-AC8D-82DE-3FA305E29E72}"/>
                </a:ext>
              </a:extLst>
            </p:cNvPr>
            <p:cNvSpPr/>
            <p:nvPr/>
          </p:nvSpPr>
          <p:spPr>
            <a:xfrm>
              <a:off x="2022583" y="3633461"/>
              <a:ext cx="654074" cy="967546"/>
            </a:xfrm>
            <a:custGeom>
              <a:avLst/>
              <a:gdLst>
                <a:gd name="connsiteX0" fmla="*/ 653759 w 654074"/>
                <a:gd name="connsiteY0" fmla="*/ 634482 h 967546"/>
                <a:gd name="connsiteX1" fmla="*/ 336695 w 654074"/>
                <a:gd name="connsiteY1" fmla="*/ 301639 h 967546"/>
                <a:gd name="connsiteX2" fmla="*/ 137985 w 654074"/>
                <a:gd name="connsiteY2" fmla="*/ 393448 h 967546"/>
                <a:gd name="connsiteX3" fmla="*/ 137985 w 654074"/>
                <a:gd name="connsiteY3" fmla="*/ -222 h 967546"/>
                <a:gd name="connsiteX4" fmla="*/ -315 w 654074"/>
                <a:gd name="connsiteY4" fmla="*/ -222 h 967546"/>
                <a:gd name="connsiteX5" fmla="*/ -315 w 654074"/>
                <a:gd name="connsiteY5" fmla="*/ 950838 h 967546"/>
                <a:gd name="connsiteX6" fmla="*/ 137985 w 654074"/>
                <a:gd name="connsiteY6" fmla="*/ 950838 h 967546"/>
                <a:gd name="connsiteX7" fmla="*/ 137985 w 654074"/>
                <a:gd name="connsiteY7" fmla="*/ 875515 h 967546"/>
                <a:gd name="connsiteX8" fmla="*/ 336695 w 654074"/>
                <a:gd name="connsiteY8" fmla="*/ 967324 h 967546"/>
                <a:gd name="connsiteX9" fmla="*/ 653759 w 654074"/>
                <a:gd name="connsiteY9" fmla="*/ 634482 h 967546"/>
                <a:gd name="connsiteX10" fmla="*/ 511280 w 654074"/>
                <a:gd name="connsiteY10" fmla="*/ 634482 h 967546"/>
                <a:gd name="connsiteX11" fmla="*/ 319883 w 654074"/>
                <a:gd name="connsiteY11" fmla="*/ 837238 h 967546"/>
                <a:gd name="connsiteX12" fmla="*/ 128581 w 654074"/>
                <a:gd name="connsiteY12" fmla="*/ 634482 h 967546"/>
                <a:gd name="connsiteX13" fmla="*/ 319883 w 654074"/>
                <a:gd name="connsiteY13" fmla="*/ 431725 h 967546"/>
                <a:gd name="connsiteX14" fmla="*/ 511280 w 654074"/>
                <a:gd name="connsiteY14" fmla="*/ 634482 h 96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74" h="967546">
                  <a:moveTo>
                    <a:pt x="653759" y="634482"/>
                  </a:moveTo>
                  <a:cubicBezTo>
                    <a:pt x="653759" y="441010"/>
                    <a:pt x="514130" y="301639"/>
                    <a:pt x="336695" y="301639"/>
                  </a:cubicBezTo>
                  <a:cubicBezTo>
                    <a:pt x="245984" y="301639"/>
                    <a:pt x="182343" y="337926"/>
                    <a:pt x="137985" y="393448"/>
                  </a:cubicBezTo>
                  <a:lnTo>
                    <a:pt x="137985" y="-222"/>
                  </a:lnTo>
                  <a:lnTo>
                    <a:pt x="-315" y="-222"/>
                  </a:lnTo>
                  <a:lnTo>
                    <a:pt x="-315" y="950838"/>
                  </a:lnTo>
                  <a:lnTo>
                    <a:pt x="137985" y="950838"/>
                  </a:lnTo>
                  <a:lnTo>
                    <a:pt x="137985" y="875515"/>
                  </a:lnTo>
                  <a:cubicBezTo>
                    <a:pt x="182343" y="931036"/>
                    <a:pt x="245984" y="967324"/>
                    <a:pt x="336695" y="967324"/>
                  </a:cubicBezTo>
                  <a:cubicBezTo>
                    <a:pt x="514130" y="967324"/>
                    <a:pt x="653759" y="827953"/>
                    <a:pt x="653759" y="634482"/>
                  </a:cubicBezTo>
                  <a:moveTo>
                    <a:pt x="511280" y="634482"/>
                  </a:moveTo>
                  <a:cubicBezTo>
                    <a:pt x="511280" y="745429"/>
                    <a:pt x="439091" y="837238"/>
                    <a:pt x="319883" y="837238"/>
                  </a:cubicBezTo>
                  <a:cubicBezTo>
                    <a:pt x="205900" y="837238"/>
                    <a:pt x="128581" y="750072"/>
                    <a:pt x="128581" y="634482"/>
                  </a:cubicBezTo>
                  <a:cubicBezTo>
                    <a:pt x="128581" y="518891"/>
                    <a:pt x="205995" y="431725"/>
                    <a:pt x="319883" y="431725"/>
                  </a:cubicBezTo>
                  <a:cubicBezTo>
                    <a:pt x="439091" y="431725"/>
                    <a:pt x="511280" y="523534"/>
                    <a:pt x="511280" y="634482"/>
                  </a:cubicBezTo>
                </a:path>
              </a:pathLst>
            </a:custGeom>
            <a:solidFill>
              <a:srgbClr val="23272A"/>
            </a:solidFill>
            <a:ln w="9499" cap="flat">
              <a:noFill/>
              <a:prstDash val="solid"/>
              <a:miter/>
            </a:ln>
          </p:spPr>
          <p:txBody>
            <a:bodyPr rtlCol="0" anchor="ctr"/>
            <a:lstStyle/>
            <a:p>
              <a:endParaRPr lang="en-US" b="0" i="0">
                <a:latin typeface="Tenorite" pitchFamily="2" charset="0"/>
              </a:endParaRPr>
            </a:p>
          </p:txBody>
        </p:sp>
        <p:sp>
          <p:nvSpPr>
            <p:cNvPr id="8" name="Freeform 41">
              <a:extLst>
                <a:ext uri="{FF2B5EF4-FFF2-40B4-BE49-F238E27FC236}">
                  <a16:creationId xmlns:a16="http://schemas.microsoft.com/office/drawing/2014/main" id="{B0AE3A04-CD0E-76F4-99C0-178EFF66F158}"/>
                </a:ext>
              </a:extLst>
            </p:cNvPr>
            <p:cNvSpPr/>
            <p:nvPr/>
          </p:nvSpPr>
          <p:spPr>
            <a:xfrm>
              <a:off x="2791496" y="3760326"/>
              <a:ext cx="422688" cy="840776"/>
            </a:xfrm>
            <a:custGeom>
              <a:avLst/>
              <a:gdLst>
                <a:gd name="connsiteX0" fmla="*/ 381624 w 422688"/>
                <a:gd name="connsiteY0" fmla="*/ 316798 h 840776"/>
                <a:gd name="connsiteX1" fmla="*/ 381624 w 422688"/>
                <a:gd name="connsiteY1" fmla="*/ 191259 h 840776"/>
                <a:gd name="connsiteX2" fmla="*/ 138650 w 422688"/>
                <a:gd name="connsiteY2" fmla="*/ 191259 h 840776"/>
                <a:gd name="connsiteX3" fmla="*/ 138650 w 422688"/>
                <a:gd name="connsiteY3" fmla="*/ -222 h 840776"/>
                <a:gd name="connsiteX4" fmla="*/ -315 w 422688"/>
                <a:gd name="connsiteY4" fmla="*/ -222 h 840776"/>
                <a:gd name="connsiteX5" fmla="*/ -315 w 422688"/>
                <a:gd name="connsiteY5" fmla="*/ 594878 h 840776"/>
                <a:gd name="connsiteX6" fmla="*/ 227652 w 422688"/>
                <a:gd name="connsiteY6" fmla="*/ 840554 h 840776"/>
                <a:gd name="connsiteX7" fmla="*/ 422373 w 422688"/>
                <a:gd name="connsiteY7" fmla="*/ 777832 h 840776"/>
                <a:gd name="connsiteX8" fmla="*/ 367376 w 422688"/>
                <a:gd name="connsiteY8" fmla="*/ 667548 h 840776"/>
                <a:gd name="connsiteX9" fmla="*/ 239620 w 422688"/>
                <a:gd name="connsiteY9" fmla="*/ 710468 h 840776"/>
                <a:gd name="connsiteX10" fmla="*/ 138934 w 422688"/>
                <a:gd name="connsiteY10" fmla="*/ 592225 h 840776"/>
                <a:gd name="connsiteX11" fmla="*/ 138934 w 422688"/>
                <a:gd name="connsiteY11" fmla="*/ 316798 h 84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88" h="840776">
                  <a:moveTo>
                    <a:pt x="381624" y="316798"/>
                  </a:moveTo>
                  <a:lnTo>
                    <a:pt x="381624" y="191259"/>
                  </a:lnTo>
                  <a:lnTo>
                    <a:pt x="138650" y="191259"/>
                  </a:lnTo>
                  <a:lnTo>
                    <a:pt x="138650" y="-222"/>
                  </a:lnTo>
                  <a:lnTo>
                    <a:pt x="-315" y="-222"/>
                  </a:lnTo>
                  <a:lnTo>
                    <a:pt x="-315" y="594878"/>
                  </a:lnTo>
                  <a:cubicBezTo>
                    <a:pt x="-315" y="763336"/>
                    <a:pt x="83747" y="840554"/>
                    <a:pt x="227652" y="840554"/>
                  </a:cubicBezTo>
                  <a:cubicBezTo>
                    <a:pt x="297461" y="839999"/>
                    <a:pt x="365423" y="818108"/>
                    <a:pt x="422373" y="777832"/>
                  </a:cubicBezTo>
                  <a:lnTo>
                    <a:pt x="367376" y="667548"/>
                  </a:lnTo>
                  <a:cubicBezTo>
                    <a:pt x="329382" y="691329"/>
                    <a:pt x="282648" y="710468"/>
                    <a:pt x="239620" y="710468"/>
                  </a:cubicBezTo>
                  <a:cubicBezTo>
                    <a:pt x="183958" y="710468"/>
                    <a:pt x="138934" y="676738"/>
                    <a:pt x="138934" y="592225"/>
                  </a:cubicBezTo>
                  <a:lnTo>
                    <a:pt x="138934" y="316798"/>
                  </a:lnTo>
                  <a:close/>
                </a:path>
              </a:pathLst>
            </a:custGeom>
            <a:solidFill>
              <a:srgbClr val="23272A"/>
            </a:solidFill>
            <a:ln w="9499" cap="flat">
              <a:noFill/>
              <a:prstDash val="solid"/>
              <a:miter/>
            </a:ln>
          </p:spPr>
          <p:txBody>
            <a:bodyPr rtlCol="0" anchor="ctr"/>
            <a:lstStyle/>
            <a:p>
              <a:endParaRPr lang="en-US" b="0" i="0">
                <a:latin typeface="Tenorite" pitchFamily="2" charset="0"/>
              </a:endParaRPr>
            </a:p>
          </p:txBody>
        </p:sp>
        <p:sp>
          <p:nvSpPr>
            <p:cNvPr id="9" name="Freeform 42">
              <a:extLst>
                <a:ext uri="{FF2B5EF4-FFF2-40B4-BE49-F238E27FC236}">
                  <a16:creationId xmlns:a16="http://schemas.microsoft.com/office/drawing/2014/main" id="{75F10D4E-044D-BB28-FB3A-301F8D465431}"/>
                </a:ext>
              </a:extLst>
            </p:cNvPr>
            <p:cNvSpPr/>
            <p:nvPr/>
          </p:nvSpPr>
          <p:spPr>
            <a:xfrm>
              <a:off x="3312970" y="3935937"/>
              <a:ext cx="560798" cy="664408"/>
            </a:xfrm>
            <a:custGeom>
              <a:avLst/>
              <a:gdLst>
                <a:gd name="connsiteX0" fmla="*/ 508336 w 560798"/>
                <a:gd name="connsiteY0" fmla="*/ 46537 h 664408"/>
                <a:gd name="connsiteX1" fmla="*/ 287872 w 560798"/>
                <a:gd name="connsiteY1" fmla="*/ -173 h 664408"/>
                <a:gd name="connsiteX2" fmla="*/ 25616 w 560798"/>
                <a:gd name="connsiteY2" fmla="*/ 202583 h 664408"/>
                <a:gd name="connsiteX3" fmla="*/ 240854 w 560798"/>
                <a:gd name="connsiteY3" fmla="*/ 388191 h 664408"/>
                <a:gd name="connsiteX4" fmla="*/ 307344 w 560798"/>
                <a:gd name="connsiteY4" fmla="*/ 396718 h 664408"/>
                <a:gd name="connsiteX5" fmla="*/ 417244 w 560798"/>
                <a:gd name="connsiteY5" fmla="*/ 466735 h 664408"/>
                <a:gd name="connsiteX6" fmla="*/ 272864 w 560798"/>
                <a:gd name="connsiteY6" fmla="*/ 544048 h 664408"/>
                <a:gd name="connsiteX7" fmla="*/ 63895 w 560798"/>
                <a:gd name="connsiteY7" fmla="*/ 479336 h 664408"/>
                <a:gd name="connsiteX8" fmla="*/ -315 w 560798"/>
                <a:gd name="connsiteY8" fmla="*/ 582989 h 664408"/>
                <a:gd name="connsiteX9" fmla="*/ 271725 w 560798"/>
                <a:gd name="connsiteY9" fmla="*/ 664186 h 664408"/>
                <a:gd name="connsiteX10" fmla="*/ 560483 w 560798"/>
                <a:gd name="connsiteY10" fmla="*/ 457450 h 664408"/>
                <a:gd name="connsiteX11" fmla="*/ 339925 w 560798"/>
                <a:gd name="connsiteY11" fmla="*/ 270611 h 664408"/>
                <a:gd name="connsiteX12" fmla="*/ 274385 w 560798"/>
                <a:gd name="connsiteY12" fmla="*/ 260663 h 664408"/>
                <a:gd name="connsiteX13" fmla="*/ 169900 w 560798"/>
                <a:gd name="connsiteY13" fmla="*/ 195288 h 664408"/>
                <a:gd name="connsiteX14" fmla="*/ 289772 w 560798"/>
                <a:gd name="connsiteY14" fmla="*/ 120060 h 664408"/>
                <a:gd name="connsiteX15" fmla="*/ 459608 w 560798"/>
                <a:gd name="connsiteY15" fmla="*/ 160516 h 66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0798" h="664408">
                  <a:moveTo>
                    <a:pt x="508336" y="46537"/>
                  </a:moveTo>
                  <a:cubicBezTo>
                    <a:pt x="439269" y="14734"/>
                    <a:pt x="363936" y="-1227"/>
                    <a:pt x="287872" y="-173"/>
                  </a:cubicBezTo>
                  <a:cubicBezTo>
                    <a:pt x="126396" y="-173"/>
                    <a:pt x="25616" y="77803"/>
                    <a:pt x="25616" y="202583"/>
                  </a:cubicBezTo>
                  <a:cubicBezTo>
                    <a:pt x="25616" y="304909"/>
                    <a:pt x="99800" y="368957"/>
                    <a:pt x="240854" y="388191"/>
                  </a:cubicBezTo>
                  <a:lnTo>
                    <a:pt x="307344" y="396718"/>
                  </a:lnTo>
                  <a:cubicBezTo>
                    <a:pt x="383333" y="407329"/>
                    <a:pt x="417244" y="430447"/>
                    <a:pt x="417244" y="466735"/>
                  </a:cubicBezTo>
                  <a:cubicBezTo>
                    <a:pt x="417244" y="514108"/>
                    <a:pt x="368231" y="544048"/>
                    <a:pt x="272864" y="544048"/>
                  </a:cubicBezTo>
                  <a:cubicBezTo>
                    <a:pt x="170280" y="544048"/>
                    <a:pt x="108729" y="514298"/>
                    <a:pt x="63895" y="479336"/>
                  </a:cubicBezTo>
                  <a:lnTo>
                    <a:pt x="-315" y="582989"/>
                  </a:lnTo>
                  <a:cubicBezTo>
                    <a:pt x="91631" y="651679"/>
                    <a:pt x="206850" y="664186"/>
                    <a:pt x="271725" y="664186"/>
                  </a:cubicBezTo>
                  <a:cubicBezTo>
                    <a:pt x="454478" y="664186"/>
                    <a:pt x="560483" y="578915"/>
                    <a:pt x="560483" y="457450"/>
                  </a:cubicBezTo>
                  <a:cubicBezTo>
                    <a:pt x="560483" y="349155"/>
                    <a:pt x="478320" y="291076"/>
                    <a:pt x="339925" y="270611"/>
                  </a:cubicBezTo>
                  <a:lnTo>
                    <a:pt x="274385" y="260663"/>
                  </a:lnTo>
                  <a:cubicBezTo>
                    <a:pt x="216158" y="252135"/>
                    <a:pt x="169900" y="240197"/>
                    <a:pt x="169900" y="195288"/>
                  </a:cubicBezTo>
                  <a:cubicBezTo>
                    <a:pt x="169900" y="150378"/>
                    <a:pt x="213593" y="120060"/>
                    <a:pt x="289772" y="120060"/>
                  </a:cubicBezTo>
                  <a:cubicBezTo>
                    <a:pt x="348627" y="121323"/>
                    <a:pt x="406531" y="135117"/>
                    <a:pt x="459608" y="160516"/>
                  </a:cubicBezTo>
                  <a:close/>
                </a:path>
              </a:pathLst>
            </a:custGeom>
            <a:solidFill>
              <a:srgbClr val="23272A"/>
            </a:solidFill>
            <a:ln w="9499" cap="flat">
              <a:noFill/>
              <a:prstDash val="solid"/>
              <a:miter/>
            </a:ln>
          </p:spPr>
          <p:txBody>
            <a:bodyPr rtlCol="0" anchor="ctr"/>
            <a:lstStyle/>
            <a:p>
              <a:endParaRPr lang="en-US" b="0" i="0">
                <a:latin typeface="Tenorite" pitchFamily="2" charset="0"/>
              </a:endParaRPr>
            </a:p>
          </p:txBody>
        </p:sp>
        <p:sp>
          <p:nvSpPr>
            <p:cNvPr id="10" name="Freeform 43">
              <a:extLst>
                <a:ext uri="{FF2B5EF4-FFF2-40B4-BE49-F238E27FC236}">
                  <a16:creationId xmlns:a16="http://schemas.microsoft.com/office/drawing/2014/main" id="{A782BA05-6CF5-9847-E5DE-01A409833BC6}"/>
                </a:ext>
              </a:extLst>
            </p:cNvPr>
            <p:cNvSpPr/>
            <p:nvPr/>
          </p:nvSpPr>
          <p:spPr>
            <a:xfrm>
              <a:off x="825757" y="3429000"/>
              <a:ext cx="536101" cy="534746"/>
            </a:xfrm>
            <a:custGeom>
              <a:avLst/>
              <a:gdLst>
                <a:gd name="connsiteX0" fmla="*/ 267736 w 536101"/>
                <a:gd name="connsiteY0" fmla="*/ -222 h 534746"/>
                <a:gd name="connsiteX1" fmla="*/ -315 w 536101"/>
                <a:gd name="connsiteY1" fmla="*/ 267151 h 534746"/>
                <a:gd name="connsiteX2" fmla="*/ 267736 w 536101"/>
                <a:gd name="connsiteY2" fmla="*/ 534524 h 534746"/>
                <a:gd name="connsiteX3" fmla="*/ 535787 w 536101"/>
                <a:gd name="connsiteY3" fmla="*/ 267151 h 534746"/>
                <a:gd name="connsiteX4" fmla="*/ 535787 w 536101"/>
                <a:gd name="connsiteY4" fmla="*/ 267056 h 534746"/>
                <a:gd name="connsiteX5" fmla="*/ 267736 w 536101"/>
                <a:gd name="connsiteY5" fmla="*/ -222 h 534746"/>
                <a:gd name="connsiteX6" fmla="*/ 267736 w 536101"/>
                <a:gd name="connsiteY6" fmla="*/ 339348 h 534746"/>
                <a:gd name="connsiteX7" fmla="*/ 195261 w 536101"/>
                <a:gd name="connsiteY7" fmla="*/ 267056 h 534746"/>
                <a:gd name="connsiteX8" fmla="*/ 267736 w 536101"/>
                <a:gd name="connsiteY8" fmla="*/ 194765 h 534746"/>
                <a:gd name="connsiteX9" fmla="*/ 340210 w 536101"/>
                <a:gd name="connsiteY9" fmla="*/ 267056 h 534746"/>
                <a:gd name="connsiteX10" fmla="*/ 267736 w 536101"/>
                <a:gd name="connsiteY10" fmla="*/ 339348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267736" y="-222"/>
                  </a:moveTo>
                  <a:cubicBezTo>
                    <a:pt x="119695" y="-222"/>
                    <a:pt x="-315" y="119485"/>
                    <a:pt x="-315" y="267151"/>
                  </a:cubicBezTo>
                  <a:cubicBezTo>
                    <a:pt x="-315" y="414817"/>
                    <a:pt x="119695" y="534524"/>
                    <a:pt x="267736" y="534524"/>
                  </a:cubicBezTo>
                  <a:cubicBezTo>
                    <a:pt x="415776" y="534524"/>
                    <a:pt x="535787" y="414817"/>
                    <a:pt x="535787" y="267151"/>
                  </a:cubicBezTo>
                  <a:cubicBezTo>
                    <a:pt x="535787" y="267120"/>
                    <a:pt x="535787" y="267088"/>
                    <a:pt x="535787" y="267056"/>
                  </a:cubicBezTo>
                  <a:cubicBezTo>
                    <a:pt x="535734" y="119427"/>
                    <a:pt x="415739" y="-222"/>
                    <a:pt x="267736" y="-222"/>
                  </a:cubicBezTo>
                  <a:close/>
                  <a:moveTo>
                    <a:pt x="267736" y="339348"/>
                  </a:moveTo>
                  <a:cubicBezTo>
                    <a:pt x="227709" y="339348"/>
                    <a:pt x="195261" y="306982"/>
                    <a:pt x="195261" y="267056"/>
                  </a:cubicBezTo>
                  <a:cubicBezTo>
                    <a:pt x="195261" y="227131"/>
                    <a:pt x="227709" y="194765"/>
                    <a:pt x="267736" y="194765"/>
                  </a:cubicBezTo>
                  <a:cubicBezTo>
                    <a:pt x="307762" y="194765"/>
                    <a:pt x="340210" y="227131"/>
                    <a:pt x="340210" y="267056"/>
                  </a:cubicBezTo>
                  <a:cubicBezTo>
                    <a:pt x="340158" y="306960"/>
                    <a:pt x="307740" y="339295"/>
                    <a:pt x="267736" y="339348"/>
                  </a:cubicBezTo>
                  <a:close/>
                </a:path>
              </a:pathLst>
            </a:custGeom>
            <a:solidFill>
              <a:srgbClr val="E61E6F"/>
            </a:solidFill>
            <a:ln w="9499" cap="flat">
              <a:noFill/>
              <a:prstDash val="solid"/>
              <a:miter/>
            </a:ln>
          </p:spPr>
          <p:txBody>
            <a:bodyPr rtlCol="0" anchor="ctr"/>
            <a:lstStyle/>
            <a:p>
              <a:endParaRPr lang="en-US" b="0" i="0">
                <a:latin typeface="Tenorite" pitchFamily="2" charset="0"/>
              </a:endParaRPr>
            </a:p>
          </p:txBody>
        </p:sp>
      </p:grpSp>
    </p:spTree>
    <p:extLst>
      <p:ext uri="{BB962C8B-B14F-4D97-AF65-F5344CB8AC3E}">
        <p14:creationId xmlns:p14="http://schemas.microsoft.com/office/powerpoint/2010/main" val="2873662443"/>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80" r:id="rId16"/>
    <p:sldLayoutId id="2147483681" r:id="rId17"/>
    <p:sldLayoutId id="2147483683" r:id="rId18"/>
    <p:sldLayoutId id="2147483684" r:id="rId19"/>
    <p:sldLayoutId id="2147483685" r:id="rId20"/>
    <p:sldLayoutId id="2147483686" r:id="rId21"/>
    <p:sldLayoutId id="2147483687" r:id="rId22"/>
    <p:sldLayoutId id="2147483688" r:id="rId23"/>
    <p:sldLayoutId id="2147483689" r:id="rId24"/>
    <p:sldLayoutId id="2147483690" r:id="rId25"/>
    <p:sldLayoutId id="2147483691" r:id="rId26"/>
    <p:sldLayoutId id="2147483692" r:id="rId27"/>
    <p:sldLayoutId id="2147483693" r:id="rId28"/>
    <p:sldLayoutId id="2147483694" r:id="rId29"/>
    <p:sldLayoutId id="2147483695" r:id="rId30"/>
    <p:sldLayoutId id="2147483696" r:id="rId31"/>
    <p:sldLayoutId id="2147483697" r:id="rId32"/>
    <p:sldLayoutId id="2147483698" r:id="rId33"/>
    <p:sldLayoutId id="2147483699" r:id="rId34"/>
    <p:sldLayoutId id="2147483700" r:id="rId35"/>
    <p:sldLayoutId id="2147483701" r:id="rId36"/>
    <p:sldLayoutId id="2147483702" r:id="rId37"/>
    <p:sldLayoutId id="2147483703" r:id="rId38"/>
    <p:sldLayoutId id="2147483704" r:id="rId39"/>
    <p:sldLayoutId id="2147483705" r:id="rId40"/>
    <p:sldLayoutId id="2147483706" r:id="rId41"/>
    <p:sldLayoutId id="2147483707" r:id="rId42"/>
    <p:sldLayoutId id="2147483708" r:id="rId43"/>
    <p:sldLayoutId id="2147483709" r:id="rId44"/>
    <p:sldLayoutId id="2147483710" r:id="rId45"/>
    <p:sldLayoutId id="2147483711" r:id="rId46"/>
    <p:sldLayoutId id="2147483712" r:id="rId47"/>
    <p:sldLayoutId id="2147483714" r:id="rId48"/>
    <p:sldLayoutId id="2147483715" r:id="rId49"/>
    <p:sldLayoutId id="2147483716" r:id="rId50"/>
    <p:sldLayoutId id="2147483717" r:id="rId51"/>
    <p:sldLayoutId id="2147483718" r:id="rId52"/>
    <p:sldLayoutId id="2147483719" r:id="rId53"/>
  </p:sldLayoutIdLst>
  <p:hf hdr="0" dt="0"/>
  <p:txStyles>
    <p:titleStyle>
      <a:lvl1pPr algn="l" defTabSz="914400" rtl="0" eaLnBrk="1" latinLnBrk="0" hangingPunct="1">
        <a:lnSpc>
          <a:spcPct val="100000"/>
        </a:lnSpc>
        <a:spcBef>
          <a:spcPct val="0"/>
        </a:spcBef>
        <a:buNone/>
        <a:defRPr sz="2800" kern="1200">
          <a:solidFill>
            <a:schemeClr val="accent1"/>
          </a:solidFill>
          <a:latin typeface="+mj-lt"/>
          <a:ea typeface="+mj-ea"/>
          <a:cs typeface="+mj-cs"/>
        </a:defRPr>
      </a:lvl1pPr>
    </p:titleStyle>
    <p:bodyStyle>
      <a:lvl1pPr marL="0" indent="0" algn="l" defTabSz="914400" rtl="0" eaLnBrk="1" latinLnBrk="0" hangingPunct="1">
        <a:lnSpc>
          <a:spcPct val="100000"/>
        </a:lnSpc>
        <a:spcBef>
          <a:spcPts val="1000"/>
        </a:spcBef>
        <a:buFontTx/>
        <a:buNone/>
        <a:defRPr sz="1400" kern="1200">
          <a:solidFill>
            <a:schemeClr val="tx2"/>
          </a:solidFill>
          <a:latin typeface="+mn-lt"/>
          <a:ea typeface="+mn-ea"/>
          <a:cs typeface="+mn-cs"/>
        </a:defRPr>
      </a:lvl1pPr>
      <a:lvl2pPr marL="153988" indent="-153988" algn="l" defTabSz="914400" rtl="0" eaLnBrk="1" latinLnBrk="0" hangingPunct="1">
        <a:lnSpc>
          <a:spcPct val="100000"/>
        </a:lnSpc>
        <a:spcBef>
          <a:spcPts val="1000"/>
        </a:spcBef>
        <a:buClr>
          <a:srgbClr val="28324B"/>
        </a:buClr>
        <a:buSzPct val="90000"/>
        <a:buFont typeface="Verdana" panose="020B0604030504040204" pitchFamily="34" charset="0"/>
        <a:buChar char="●"/>
        <a:defRPr sz="1400" kern="1200">
          <a:solidFill>
            <a:schemeClr val="tx2"/>
          </a:solidFill>
          <a:latin typeface="+mn-lt"/>
          <a:ea typeface="+mn-ea"/>
          <a:cs typeface="+mn-cs"/>
        </a:defRPr>
      </a:lvl2pPr>
      <a:lvl3pPr marL="327025" indent="-163513" algn="l" defTabSz="914400" rtl="0" eaLnBrk="1" latinLnBrk="0" hangingPunct="1">
        <a:lnSpc>
          <a:spcPct val="100000"/>
        </a:lnSpc>
        <a:spcBef>
          <a:spcPts val="1000"/>
        </a:spcBef>
        <a:buClr>
          <a:srgbClr val="28324B"/>
        </a:buClr>
        <a:buSzPct val="90000"/>
        <a:buFont typeface="Verdana" panose="020B0604030504040204" pitchFamily="34" charset="0"/>
        <a:buChar char="●"/>
        <a:defRPr sz="1400" kern="1200">
          <a:solidFill>
            <a:schemeClr val="tx2"/>
          </a:solidFill>
          <a:latin typeface="+mn-lt"/>
          <a:ea typeface="+mn-ea"/>
          <a:cs typeface="+mn-cs"/>
        </a:defRPr>
      </a:lvl3pPr>
      <a:lvl4pPr marL="461963" indent="-153988" algn="l" defTabSz="914400" rtl="0" eaLnBrk="1" latinLnBrk="0" hangingPunct="1">
        <a:lnSpc>
          <a:spcPct val="100000"/>
        </a:lnSpc>
        <a:spcBef>
          <a:spcPts val="1000"/>
        </a:spcBef>
        <a:buClr>
          <a:srgbClr val="28324B"/>
        </a:buClr>
        <a:buSzPct val="90000"/>
        <a:buFont typeface="Verdana" panose="020B0604030504040204" pitchFamily="34" charset="0"/>
        <a:buChar char="●"/>
        <a:defRPr sz="1400" kern="1200">
          <a:solidFill>
            <a:schemeClr val="tx2"/>
          </a:solidFill>
          <a:latin typeface="+mn-lt"/>
          <a:ea typeface="+mn-ea"/>
          <a:cs typeface="+mn-cs"/>
        </a:defRPr>
      </a:lvl4pPr>
      <a:lvl5pPr marL="625475" indent="-163513" algn="l" defTabSz="914400" rtl="0" eaLnBrk="1" latinLnBrk="0" hangingPunct="1">
        <a:lnSpc>
          <a:spcPct val="100000"/>
        </a:lnSpc>
        <a:spcBef>
          <a:spcPts val="1000"/>
        </a:spcBef>
        <a:buClr>
          <a:srgbClr val="28324B"/>
        </a:buClr>
        <a:buSzPct val="90000"/>
        <a:buFont typeface="Verdana" panose="020B060403050404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6" orient="horz" pos="240">
          <p15:clr>
            <a:srgbClr val="F26B43"/>
          </p15:clr>
        </p15:guide>
        <p15:guide id="7" pos="240">
          <p15:clr>
            <a:srgbClr val="F26B43"/>
          </p15:clr>
        </p15:guide>
        <p15:guide id="8" orient="horz" pos="4080">
          <p15:clr>
            <a:srgbClr val="F26B43"/>
          </p15:clr>
        </p15:guide>
        <p15:guide id="9" pos="7440">
          <p15:clr>
            <a:srgbClr val="F26B43"/>
          </p15:clr>
        </p15:guide>
        <p15:guide id="10" orient="horz" pos="372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53.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2ACEB-6844-FB4A-A6FE-EC29CB9D9B13}"/>
              </a:ext>
            </a:extLst>
          </p:cNvPr>
          <p:cNvSpPr>
            <a:spLocks noGrp="1"/>
          </p:cNvSpPr>
          <p:nvPr>
            <p:ph type="ctrTitle"/>
          </p:nvPr>
        </p:nvSpPr>
        <p:spPr/>
        <p:txBody>
          <a:bodyPr/>
          <a:lstStyle/>
          <a:p>
            <a:r>
              <a:rPr lang="en-US" dirty="0"/>
              <a:t>Allegis</a:t>
            </a:r>
            <a:br>
              <a:rPr lang="en-US" dirty="0"/>
            </a:br>
            <a:r>
              <a:rPr lang="en-US" dirty="0"/>
              <a:t>AI Simulation</a:t>
            </a:r>
            <a:br>
              <a:rPr lang="en-US" dirty="0"/>
            </a:br>
            <a:br>
              <a:rPr lang="en-US" dirty="0"/>
            </a:br>
            <a:r>
              <a:rPr lang="en-US" dirty="0">
                <a:solidFill>
                  <a:schemeClr val="accent2"/>
                </a:solidFill>
              </a:rPr>
              <a:t>Baltimore &amp; Orlando</a:t>
            </a:r>
            <a:br>
              <a:rPr lang="en-US" dirty="0"/>
            </a:br>
            <a:endParaRPr lang="en-US" sz="2000" dirty="0"/>
          </a:p>
        </p:txBody>
      </p:sp>
      <p:sp>
        <p:nvSpPr>
          <p:cNvPr id="3" name="Rectangle 2">
            <a:extLst>
              <a:ext uri="{FF2B5EF4-FFF2-40B4-BE49-F238E27FC236}">
                <a16:creationId xmlns:a16="http://schemas.microsoft.com/office/drawing/2014/main" id="{7AE7CA1C-3C04-A972-B036-8CBFDA9565FE}"/>
              </a:ext>
            </a:extLst>
          </p:cNvPr>
          <p:cNvSpPr/>
          <p:nvPr/>
        </p:nvSpPr>
        <p:spPr>
          <a:xfrm>
            <a:off x="7131392" y="134135"/>
            <a:ext cx="4975054" cy="1015663"/>
          </a:xfrm>
          <a:prstGeom prst="rect">
            <a:avLst/>
          </a:prstGeom>
          <a:solidFill>
            <a:srgbClr val="FFFF00"/>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182880" tIns="182880" rIns="182880" bIns="182880" rtlCol="0" anchor="ctr">
            <a:spAutoFit/>
          </a:bodyPr>
          <a:lstStyle/>
          <a:p>
            <a:r>
              <a:rPr lang="en-US" sz="1600">
                <a:solidFill>
                  <a:schemeClr val="tx1"/>
                </a:solidFill>
                <a:latin typeface="Tenorite" pitchFamily="2" charset="0"/>
              </a:rPr>
              <a:t>Note to </a:t>
            </a:r>
            <a:r>
              <a:rPr lang="en-US" sz="1600" err="1">
                <a:solidFill>
                  <a:schemeClr val="tx1"/>
                </a:solidFill>
                <a:latin typeface="Tenorite" pitchFamily="2" charset="0"/>
              </a:rPr>
              <a:t>BTSer</a:t>
            </a:r>
            <a:r>
              <a:rPr lang="en-US" sz="1600">
                <a:solidFill>
                  <a:schemeClr val="tx1"/>
                </a:solidFill>
                <a:latin typeface="Tenorite" pitchFamily="2" charset="0"/>
              </a:rPr>
              <a:t>:</a:t>
            </a:r>
          </a:p>
          <a:p>
            <a:pPr>
              <a:spcBef>
                <a:spcPts val="1200"/>
              </a:spcBef>
            </a:pPr>
            <a:r>
              <a:rPr lang="en-US" sz="1600">
                <a:solidFill>
                  <a:schemeClr val="tx1"/>
                </a:solidFill>
                <a:latin typeface="Tenorite" pitchFamily="2" charset="0"/>
              </a:rPr>
              <a:t>Layout is available in a charcoal background option.</a:t>
            </a:r>
          </a:p>
        </p:txBody>
      </p:sp>
      <p:sp>
        <p:nvSpPr>
          <p:cNvPr id="7" name="Picture Placeholder 6">
            <a:extLst>
              <a:ext uri="{FF2B5EF4-FFF2-40B4-BE49-F238E27FC236}">
                <a16:creationId xmlns:a16="http://schemas.microsoft.com/office/drawing/2014/main" id="{3A80520C-D1E0-9E23-7E7B-87AB3CC0E1A7}"/>
              </a:ext>
            </a:extLst>
          </p:cNvPr>
          <p:cNvSpPr>
            <a:spLocks noGrp="1"/>
          </p:cNvSpPr>
          <p:nvPr>
            <p:ph type="pic" sz="quarter" idx="10"/>
          </p:nvPr>
        </p:nvSpPr>
        <p:spPr/>
        <p:txBody>
          <a:bodyPr/>
          <a:lstStyle/>
          <a:p>
            <a:endParaRPr lang="en-US"/>
          </a:p>
        </p:txBody>
      </p:sp>
      <p:pic>
        <p:nvPicPr>
          <p:cNvPr id="8" name="Picture Placeholder 13" descr="A person writing on a whiteboard&#10;&#10;AI-generated content may be incorrect.">
            <a:extLst>
              <a:ext uri="{FF2B5EF4-FFF2-40B4-BE49-F238E27FC236}">
                <a16:creationId xmlns:a16="http://schemas.microsoft.com/office/drawing/2014/main" id="{775F918F-B8EA-DB54-FF73-FC6A114176BD}"/>
              </a:ext>
            </a:extLst>
          </p:cNvPr>
          <p:cNvPicPr>
            <a:picLocks noChangeAspect="1"/>
          </p:cNvPicPr>
          <p:nvPr/>
        </p:nvPicPr>
        <p:blipFill>
          <a:blip r:embed="rId3" cstate="print">
            <a:extLst>
              <a:ext uri="{BEBA8EAE-BF5A-486C-A8C5-ECC9F3942E4B}">
                <a14:imgProps xmlns:a14="http://schemas.microsoft.com/office/drawing/2010/main">
                  <a14:imgLayer r:embed="rId4">
                    <a14:imgEffect>
                      <a14:saturation sat="0"/>
                    </a14:imgEffect>
                    <a14:imgEffect>
                      <a14:brightnessContrast bright="-5000" contrast="20000"/>
                    </a14:imgEffect>
                  </a14:imgLayer>
                </a14:imgProps>
              </a:ext>
              <a:ext uri="{28A0092B-C50C-407E-A947-70E740481C1C}">
                <a14:useLocalDpi xmlns:a14="http://schemas.microsoft.com/office/drawing/2010/main"/>
              </a:ext>
            </a:extLst>
          </a:blip>
          <a:srcRect/>
          <a:stretch>
            <a:fillRect/>
          </a:stretch>
        </p:blipFill>
        <p:spPr>
          <a:xfrm>
            <a:off x="4976813" y="0"/>
            <a:ext cx="7215187" cy="6858000"/>
          </a:xfrm>
          <a:prstGeom prst="rect">
            <a:avLst/>
          </a:prstGeom>
          <a:solidFill>
            <a:schemeClr val="tx2">
              <a:lumMod val="10000"/>
              <a:lumOff val="90000"/>
            </a:schemeClr>
          </a:solidFill>
          <a:ln>
            <a:noFill/>
          </a:ln>
        </p:spPr>
      </p:pic>
    </p:spTree>
    <p:extLst>
      <p:ext uri="{BB962C8B-B14F-4D97-AF65-F5344CB8AC3E}">
        <p14:creationId xmlns:p14="http://schemas.microsoft.com/office/powerpoint/2010/main" val="37205016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5513B-A55E-0476-7332-E34A8AF3C819}"/>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C06EE434-769F-7174-A326-884035992343}"/>
              </a:ext>
            </a:extLst>
          </p:cNvPr>
          <p:cNvSpPr/>
          <p:nvPr/>
        </p:nvSpPr>
        <p:spPr>
          <a:xfrm>
            <a:off x="327407" y="1371600"/>
            <a:ext cx="11508035" cy="4648200"/>
          </a:xfrm>
          <a:prstGeom prst="roundRect">
            <a:avLst>
              <a:gd name="adj" fmla="val 337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 name="Text Placeholder 3">
            <a:extLst>
              <a:ext uri="{FF2B5EF4-FFF2-40B4-BE49-F238E27FC236}">
                <a16:creationId xmlns:a16="http://schemas.microsoft.com/office/drawing/2014/main" id="{45A9A7A8-D1A8-3B93-E9BF-F66850D7D820}"/>
              </a:ext>
            </a:extLst>
          </p:cNvPr>
          <p:cNvSpPr>
            <a:spLocks noGrp="1"/>
          </p:cNvSpPr>
          <p:nvPr>
            <p:ph type="body" sz="quarter" idx="10"/>
          </p:nvPr>
        </p:nvSpPr>
        <p:spPr/>
        <p:txBody>
          <a:bodyPr/>
          <a:lstStyle/>
          <a:p>
            <a:r>
              <a:rPr lang="en-US"/>
              <a:t>CASE CONTEXT</a:t>
            </a:r>
            <a:endParaRPr lang="en-US" i="1">
              <a:solidFill>
                <a:srgbClr val="5FBC97"/>
              </a:solidFill>
              <a:latin typeface="Palatino" pitchFamily="2" charset="77"/>
              <a:ea typeface="Palatino" pitchFamily="2" charset="77"/>
            </a:endParaRPr>
          </a:p>
        </p:txBody>
      </p:sp>
      <p:sp>
        <p:nvSpPr>
          <p:cNvPr id="29"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E3B975E8-7D49-C8E1-2622-4C1AE22008E8}"/>
              </a:ext>
            </a:extLst>
          </p:cNvPr>
          <p:cNvSpPr txBox="1"/>
          <p:nvPr/>
        </p:nvSpPr>
        <p:spPr>
          <a:xfrm>
            <a:off x="514350" y="1574798"/>
            <a:ext cx="11015203" cy="4125296"/>
          </a:xfrm>
          <a:prstGeom prst="rect">
            <a:avLst/>
          </a:prstGeom>
          <a:noFill/>
          <a:ln>
            <a:noFill/>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marL="0" marR="0" lvl="0" indent="0" algn="l" defTabSz="914400" rtl="0" eaLnBrk="1" fontAlgn="auto" latinLnBrk="0" hangingPunct="1">
              <a:lnSpc>
                <a:spcPct val="12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Tenorite"/>
              </a:rPr>
              <a:t>The staffing and workforce solutions industry is being squeezed from both ends. Clients want faster time-to-fill and lower bill rates in the same breath, while AI-powered sourcing tools are collapsing the advantage that used to come from a great recruiter's network and instinct. Direct-sourcing platforms and AI-native entrants are going after the contingent work staffing firms built their business on. The same clients asking for a better rate are also asking for AI-enabled reporting inside their MSP and VMS programs, faster screening, and workforce analytics that used to take weeks to produce. For a firm whose entire value proposition is speed and precision in connecting talent to work, standing still is not an option.</a:t>
            </a:r>
            <a:br>
              <a:rPr kumimoji="0" lang="en-US" sz="1200" b="0" i="0" u="none" strike="noStrike" kern="1200" cap="none" spc="0" normalizeH="0" baseline="0" noProof="0" dirty="0">
                <a:ln>
                  <a:noFill/>
                </a:ln>
                <a:solidFill>
                  <a:srgbClr val="000000"/>
                </a:solidFill>
                <a:effectLst/>
                <a:uLnTx/>
                <a:uFillTx/>
                <a:latin typeface="Tenorite"/>
              </a:rPr>
            </a:br>
            <a:br>
              <a:rPr kumimoji="0" lang="en-US" sz="1200" b="0" i="0" u="none" strike="noStrike" kern="1200" cap="none" spc="0" normalizeH="0" baseline="0" noProof="0" dirty="0">
                <a:ln>
                  <a:noFill/>
                </a:ln>
                <a:solidFill>
                  <a:srgbClr val="000000"/>
                </a:solidFill>
                <a:effectLst/>
                <a:uLnTx/>
                <a:uFillTx/>
                <a:latin typeface="Tenorite"/>
              </a:rPr>
            </a:br>
            <a:r>
              <a:rPr kumimoji="0" lang="en-US" sz="1200" b="0" i="0" u="none" strike="noStrike" kern="1200" cap="none" spc="0" normalizeH="0" baseline="0" noProof="0" dirty="0">
                <a:ln>
                  <a:noFill/>
                </a:ln>
                <a:solidFill>
                  <a:srgbClr val="000000"/>
                </a:solidFill>
                <a:effectLst/>
                <a:uLnTx/>
                <a:uFillTx/>
                <a:latin typeface="Tenorite"/>
              </a:rPr>
              <a:t>Meridian Workforce Group has felt that pressure directly. Privately held and built over four decades as a network of specialized staffing and recruiting brands — some focused on technology talent, some on engineering and the skilled trades, some on finance and professional roles — Meridian operates several hundred locations worldwide under one enterprise, with each brand running its own sourcing, delivery, and client relationships. That structure is Meridian's strength: deep specialization, close proximity to hundreds of local markets, an entrepreneurial culture inside every brand. Lately, it has also become its biggest liability.</a:t>
            </a:r>
            <a:br>
              <a:rPr kumimoji="0" lang="en-US" sz="1200" b="0" i="0" u="none" strike="noStrike" kern="1200" cap="none" spc="0" normalizeH="0" baseline="0" noProof="0" dirty="0">
                <a:ln>
                  <a:noFill/>
                </a:ln>
                <a:solidFill>
                  <a:srgbClr val="000000"/>
                </a:solidFill>
                <a:effectLst/>
                <a:uLnTx/>
                <a:uFillTx/>
                <a:latin typeface="Tenorite"/>
              </a:rPr>
            </a:br>
            <a:br>
              <a:rPr kumimoji="0" lang="en-US" sz="1200" b="0" i="0" u="none" strike="noStrike" kern="1200" cap="none" spc="0" normalizeH="0" baseline="0" noProof="0" dirty="0">
                <a:ln>
                  <a:noFill/>
                </a:ln>
                <a:solidFill>
                  <a:srgbClr val="000000"/>
                </a:solidFill>
                <a:effectLst/>
                <a:uLnTx/>
                <a:uFillTx/>
                <a:latin typeface="Tenorite"/>
              </a:rPr>
            </a:br>
            <a:r>
              <a:rPr kumimoji="0" lang="en-US" sz="1200" b="0" i="0" u="none" strike="noStrike" kern="1200" cap="none" spc="0" normalizeH="0" baseline="0" noProof="0" dirty="0">
                <a:ln>
                  <a:noFill/>
                </a:ln>
                <a:solidFill>
                  <a:srgbClr val="000000"/>
                </a:solidFill>
                <a:effectLst/>
                <a:uLnTx/>
                <a:uFillTx/>
                <a:latin typeface="Tenorite"/>
              </a:rPr>
              <a:t>Over the past year, nearly every brand and shared-service function — recruiting, managed delivery, finance, HR, IT — has started building its own AI solution: smarter candidate matching, automated invoicing and timesheet reconciliation, AI-assisted screening for high-volume requisitions. The energy is real. So is the mess. </a:t>
            </a:r>
            <a:r>
              <a:rPr lang="en-US" sz="1200" dirty="0">
                <a:solidFill>
                  <a:srgbClr val="000000"/>
                </a:solidFill>
                <a:latin typeface="Tenorite"/>
              </a:rPr>
              <a:t>Several</a:t>
            </a:r>
            <a:r>
              <a:rPr kumimoji="0" lang="en-US" sz="1200" b="0" i="0" u="none" strike="noStrike" kern="1200" cap="none" spc="0" normalizeH="0" baseline="0" noProof="0" dirty="0">
                <a:ln>
                  <a:noFill/>
                </a:ln>
                <a:solidFill>
                  <a:srgbClr val="000000"/>
                </a:solidFill>
                <a:effectLst/>
                <a:uLnTx/>
                <a:uFillTx/>
                <a:latin typeface="Tenorite"/>
              </a:rPr>
              <a:t> use cases are now in flight across the enterprise with no shared way to compare them, let alone fund them together. Pilots are running at different speeds against different definitions of success. </a:t>
            </a:r>
          </a:p>
          <a:p>
            <a:pPr marL="0" marR="0" lvl="0" indent="0" algn="l" defTabSz="914400" rtl="0" eaLnBrk="1" fontAlgn="auto" latinLnBrk="0" hangingPunct="1">
              <a:lnSpc>
                <a:spcPct val="120000"/>
              </a:lnSpc>
              <a:spcBef>
                <a:spcPts val="0"/>
              </a:spcBef>
              <a:spcAft>
                <a:spcPts val="600"/>
              </a:spcAft>
              <a:buClrTx/>
              <a:buSzTx/>
              <a:buFontTx/>
              <a:buNone/>
              <a:tabLst/>
              <a:defRPr/>
            </a:pPr>
            <a:endParaRPr lang="en-US" sz="1200" dirty="0">
              <a:solidFill>
                <a:srgbClr val="000000"/>
              </a:solidFill>
              <a:latin typeface="Tenorite"/>
            </a:endParaRPr>
          </a:p>
          <a:p>
            <a:pPr marL="0" marR="0" lvl="0" indent="0" algn="l" defTabSz="914400" rtl="0" eaLnBrk="1" fontAlgn="auto" latinLnBrk="0" hangingPunct="1">
              <a:lnSpc>
                <a:spcPct val="12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Tenorite"/>
              </a:rPr>
              <a:t>The real question Meridian is facing isn't whether AI can source candidates faster or close invoices quicker. It's whether its leaders can move at the pace AI now demands — and do it well, in a way that elevates human potential rather than leaves it behind. That's the leader this moment is asking you to be.</a:t>
            </a:r>
          </a:p>
        </p:txBody>
      </p:sp>
    </p:spTree>
    <p:extLst>
      <p:ext uri="{BB962C8B-B14F-4D97-AF65-F5344CB8AC3E}">
        <p14:creationId xmlns:p14="http://schemas.microsoft.com/office/powerpoint/2010/main" val="7605397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732FB-3754-D8B4-CFCF-03B94F7383AD}"/>
            </a:ext>
          </a:extLst>
        </p:cNvPr>
        <p:cNvGrpSpPr/>
        <p:nvPr/>
      </p:nvGrpSpPr>
      <p:grpSpPr>
        <a:xfrm>
          <a:off x="0" y="0"/>
          <a:ext cx="0" cy="0"/>
          <a:chOff x="0" y="0"/>
          <a:chExt cx="0" cy="0"/>
        </a:xfrm>
      </p:grpSpPr>
      <p:sp>
        <p:nvSpPr>
          <p:cNvPr id="51" name="Title 50">
            <a:extLst>
              <a:ext uri="{FF2B5EF4-FFF2-40B4-BE49-F238E27FC236}">
                <a16:creationId xmlns:a16="http://schemas.microsoft.com/office/drawing/2014/main" id="{51F7A5A7-86DD-4460-626E-CC2C372B5305}"/>
              </a:ext>
            </a:extLst>
          </p:cNvPr>
          <p:cNvSpPr>
            <a:spLocks noGrp="1"/>
          </p:cNvSpPr>
          <p:nvPr>
            <p:ph type="title"/>
          </p:nvPr>
        </p:nvSpPr>
        <p:spPr>
          <a:xfrm>
            <a:off x="313406" y="491903"/>
            <a:ext cx="11430000" cy="491836"/>
          </a:xfrm>
        </p:spPr>
        <p:txBody>
          <a:bodyPr/>
          <a:lstStyle/>
          <a:p>
            <a:pPr lvl="0">
              <a:lnSpc>
                <a:spcPct val="112000"/>
              </a:lnSpc>
              <a:spcBef>
                <a:spcPts val="0"/>
              </a:spcBef>
              <a:defRPr/>
            </a:pPr>
            <a:r>
              <a:rPr lang="en-US" dirty="0">
                <a:solidFill>
                  <a:srgbClr val="EA5F84"/>
                </a:solidFill>
                <a:latin typeface="Tenorite"/>
              </a:rPr>
              <a:t>Moment 1: </a:t>
            </a:r>
            <a:r>
              <a:rPr lang="en-US" dirty="0">
                <a:solidFill>
                  <a:srgbClr val="24282B"/>
                </a:solidFill>
                <a:latin typeface="Tenorite"/>
              </a:rPr>
              <a:t>Prioritizing First Steps</a:t>
            </a:r>
            <a:endParaRPr lang="en-US" spc="0" dirty="0">
              <a:solidFill>
                <a:srgbClr val="24282B"/>
              </a:solidFill>
              <a:latin typeface="Tenorite"/>
            </a:endParaRPr>
          </a:p>
        </p:txBody>
      </p:sp>
      <p:sp>
        <p:nvSpPr>
          <p:cNvPr id="6" name="Rounded Rectangle 5">
            <a:extLst>
              <a:ext uri="{FF2B5EF4-FFF2-40B4-BE49-F238E27FC236}">
                <a16:creationId xmlns:a16="http://schemas.microsoft.com/office/drawing/2014/main" id="{78CA6D13-9BFC-D06C-B768-8DF79230F49C}"/>
              </a:ext>
            </a:extLst>
          </p:cNvPr>
          <p:cNvSpPr/>
          <p:nvPr/>
        </p:nvSpPr>
        <p:spPr>
          <a:xfrm>
            <a:off x="313406" y="1671213"/>
            <a:ext cx="5665416" cy="5009475"/>
          </a:xfrm>
          <a:prstGeom prst="roundRect">
            <a:avLst>
              <a:gd name="adj" fmla="val 3378"/>
            </a:avLst>
          </a:prstGeom>
          <a:solidFill>
            <a:schemeClr val="bg1"/>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enorite"/>
              <a:ea typeface="Helvetica Neue" panose="02000503000000020004" pitchFamily="2" charset="0"/>
              <a:cs typeface="Helvetica Neue" panose="02000503000000020004" pitchFamily="2" charset="0"/>
            </a:endParaRPr>
          </a:p>
        </p:txBody>
      </p:sp>
      <p:sp>
        <p:nvSpPr>
          <p:cNvPr id="7" name="Rounded Rectangle 6">
            <a:extLst>
              <a:ext uri="{FF2B5EF4-FFF2-40B4-BE49-F238E27FC236}">
                <a16:creationId xmlns:a16="http://schemas.microsoft.com/office/drawing/2014/main" id="{4DD73B59-FDAD-99CA-5E46-F9DA64F5DB74}"/>
              </a:ext>
            </a:extLst>
          </p:cNvPr>
          <p:cNvSpPr/>
          <p:nvPr/>
        </p:nvSpPr>
        <p:spPr>
          <a:xfrm>
            <a:off x="6176832" y="1671211"/>
            <a:ext cx="5666978" cy="5009475"/>
          </a:xfrm>
          <a:prstGeom prst="roundRect">
            <a:avLst>
              <a:gd name="adj" fmla="val 337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enorite"/>
              <a:ea typeface="Helvetica Neue" panose="02000503000000020004" pitchFamily="2" charset="0"/>
              <a:cs typeface="Helvetica Neue" panose="02000503000000020004" pitchFamily="2" charset="0"/>
            </a:endParaRPr>
          </a:p>
        </p:txBody>
      </p:sp>
      <p:sp>
        <p:nvSpPr>
          <p:cNvPr id="9"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406D7A40-22B6-7B9C-A05D-8BD3A08FD6BB}"/>
              </a:ext>
            </a:extLst>
          </p:cNvPr>
          <p:cNvSpPr txBox="1"/>
          <p:nvPr/>
        </p:nvSpPr>
        <p:spPr>
          <a:xfrm>
            <a:off x="443127" y="2307938"/>
            <a:ext cx="5243708" cy="3908762"/>
          </a:xfrm>
          <a:prstGeom prst="rect">
            <a:avLst/>
          </a:prstGeom>
          <a:noFill/>
          <a:ln>
            <a:noFill/>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11111"/>
                </a:solidFill>
                <a:effectLst/>
                <a:uLnTx/>
                <a:uFillTx/>
                <a:latin typeface="Tenorite"/>
              </a:rPr>
              <a:t>The CTO has asked you to lead Meridian's AI prioritization process and bring a recommended portfolio of three funded initiatives to the executive team in four weeks. A cross-functional working group has surfaced twelve use cases spanning recruiting, managed delivery, finance, HR, and IT. Each has a business sponsor, and several already have internal decks built in their favor.</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400" dirty="0">
              <a:solidFill>
                <a:srgbClr val="111111"/>
              </a:solidFill>
              <a:latin typeface="Tenorite"/>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11111"/>
                </a:solidFill>
                <a:effectLst/>
                <a:uLnTx/>
                <a:uFillTx/>
                <a:latin typeface="Tenorite"/>
              </a:rPr>
              <a:t>The problem: no agreed framework for deciding. Every sponsor believes their use case should be in the top three. Two of the twelve share an executive sponsor who expects both to move forward. The working group session ended with no shared sense of how to evaluate options. One sponsor stayed behind: "I've been told this is the highest-value initiative in the portfolio. If it's not in the top three, I need to understand why." You have four weeks, no agreed criteria, and a strong personal view on which three cases are the real bets.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rgbClr val="111111"/>
              </a:solidFill>
              <a:effectLst/>
              <a:uLnTx/>
              <a:uFillTx/>
              <a:latin typeface="Tenorite"/>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11111"/>
                </a:solidFill>
                <a:effectLst/>
                <a:uLnTx/>
                <a:uFillTx/>
                <a:latin typeface="Tenorite"/>
              </a:rPr>
              <a:t>What do you do?</a:t>
            </a:r>
          </a:p>
        </p:txBody>
      </p:sp>
      <p:sp>
        <p:nvSpPr>
          <p:cNvPr id="10" name="Rectangle 9">
            <a:extLst>
              <a:ext uri="{FF2B5EF4-FFF2-40B4-BE49-F238E27FC236}">
                <a16:creationId xmlns:a16="http://schemas.microsoft.com/office/drawing/2014/main" id="{6A617D9A-9C8A-016A-0C7B-81CE7FF6FAF9}"/>
              </a:ext>
            </a:extLst>
          </p:cNvPr>
          <p:cNvSpPr/>
          <p:nvPr/>
        </p:nvSpPr>
        <p:spPr>
          <a:xfrm>
            <a:off x="443127" y="1953723"/>
            <a:ext cx="2564899" cy="230832"/>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800" b="1" i="0" u="none" strike="noStrike" kern="1200" cap="all" spc="0" normalizeH="0" baseline="0" noProof="0">
                <a:ln>
                  <a:noFill/>
                </a:ln>
                <a:solidFill>
                  <a:srgbClr val="111111"/>
                </a:solidFill>
                <a:effectLst/>
                <a:uLnTx/>
                <a:uFillTx/>
                <a:latin typeface="Tenorite"/>
                <a:ea typeface="Helvetica Neue" panose="02000503000000020004" pitchFamily="2" charset="0"/>
                <a:cs typeface="Helvetica Neue" panose="02000503000000020004" pitchFamily="2" charset="0"/>
              </a:rPr>
              <a:t>Scenario</a:t>
            </a:r>
          </a:p>
        </p:txBody>
      </p:sp>
      <p:sp>
        <p:nvSpPr>
          <p:cNvPr id="11" name="Rectangle 10">
            <a:extLst>
              <a:ext uri="{FF2B5EF4-FFF2-40B4-BE49-F238E27FC236}">
                <a16:creationId xmlns:a16="http://schemas.microsoft.com/office/drawing/2014/main" id="{C995C0EE-D6F2-5B35-D057-CA949FBD7227}"/>
              </a:ext>
            </a:extLst>
          </p:cNvPr>
          <p:cNvSpPr/>
          <p:nvPr/>
        </p:nvSpPr>
        <p:spPr>
          <a:xfrm>
            <a:off x="6325290" y="2154204"/>
            <a:ext cx="212930" cy="230832"/>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600" b="1" i="0" u="none" strike="noStrike" kern="1200" cap="none" spc="0" normalizeH="0" baseline="0" noProof="0">
                <a:ln>
                  <a:noFill/>
                </a:ln>
                <a:solidFill>
                  <a:srgbClr val="FFFFFF"/>
                </a:solidFill>
                <a:effectLst/>
                <a:uLnTx/>
                <a:uFillTx/>
                <a:latin typeface="Tenorite"/>
                <a:ea typeface="Helvetica Neue" panose="02000503000000020004" pitchFamily="2" charset="0"/>
                <a:cs typeface="Helvetica Neue" panose="02000503000000020004" pitchFamily="2" charset="0"/>
              </a:rPr>
              <a:t>A.</a:t>
            </a:r>
          </a:p>
        </p:txBody>
      </p:sp>
      <p:sp>
        <p:nvSpPr>
          <p:cNvPr id="25" name="Rectangle 24">
            <a:extLst>
              <a:ext uri="{FF2B5EF4-FFF2-40B4-BE49-F238E27FC236}">
                <a16:creationId xmlns:a16="http://schemas.microsoft.com/office/drawing/2014/main" id="{896036C8-FBD3-0E97-0887-511699D090BE}"/>
              </a:ext>
            </a:extLst>
          </p:cNvPr>
          <p:cNvSpPr/>
          <p:nvPr/>
        </p:nvSpPr>
        <p:spPr>
          <a:xfrm>
            <a:off x="6325290" y="1905064"/>
            <a:ext cx="2564899" cy="230832"/>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800" b="1" i="0" u="none" strike="noStrike" kern="1200" cap="all" spc="0" normalizeH="0" baseline="0" noProof="0">
                <a:ln>
                  <a:noFill/>
                </a:ln>
                <a:solidFill>
                  <a:srgbClr val="FFFFFF"/>
                </a:solidFill>
                <a:effectLst/>
                <a:uLnTx/>
                <a:uFillTx/>
                <a:latin typeface="Tenorite"/>
                <a:ea typeface="Helvetica Neue" panose="02000503000000020004" pitchFamily="2" charset="0"/>
                <a:cs typeface="Helvetica Neue" panose="02000503000000020004" pitchFamily="2" charset="0"/>
              </a:rPr>
              <a:t>Scenario OPTIONS</a:t>
            </a:r>
          </a:p>
        </p:txBody>
      </p:sp>
      <p:sp>
        <p:nvSpPr>
          <p:cNvPr id="26"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AD8B439B-C469-CA21-2421-28D81A252CE3}"/>
              </a:ext>
            </a:extLst>
          </p:cNvPr>
          <p:cNvSpPr txBox="1"/>
          <p:nvPr/>
        </p:nvSpPr>
        <p:spPr>
          <a:xfrm>
            <a:off x="6656541" y="2172734"/>
            <a:ext cx="4800994" cy="1077218"/>
          </a:xfrm>
          <a:prstGeom prst="rect">
            <a:avLst/>
          </a:prstGeom>
          <a:noFill/>
          <a:ln>
            <a:noFill/>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lvl="0" defTabSz="457200">
              <a:lnSpc>
                <a:spcPct val="100000"/>
              </a:lnSpc>
              <a:spcAft>
                <a:spcPts val="0"/>
              </a:spcAft>
              <a:defRPr/>
            </a:pPr>
            <a:r>
              <a:rPr lang="en-US" sz="1000" dirty="0">
                <a:solidFill>
                  <a:srgbClr val="FFFFFF"/>
                </a:solidFill>
              </a:rPr>
              <a:t>You tell the working group: "Before we evaluate any use case, we need criteria everyone agrees on. I'll facilitate a two-hour session next week to define the dimensions together, strategic fit, technical feasibility, speed to value, risk, shared-infrastructure dependency and share a draft in advance so people can push back. Every case gets scored the same way." To the lobbying sponsor: "The best thing I can do for your initiative is make sure it's judged on criteria the whole group trusts. If it's as strong as you believe, it'll make the top three.</a:t>
            </a:r>
            <a:endParaRPr kumimoji="0" lang="en-US" sz="1000" b="0" i="0" u="none" strike="noStrike" kern="1200" cap="none" spc="0" normalizeH="0" baseline="0" noProof="0" dirty="0">
              <a:ln>
                <a:noFill/>
              </a:ln>
              <a:solidFill>
                <a:srgbClr val="FFFFFF"/>
              </a:solidFill>
              <a:effectLst/>
              <a:uLnTx/>
              <a:uFillTx/>
              <a:latin typeface="Tenorite"/>
            </a:endParaRPr>
          </a:p>
        </p:txBody>
      </p:sp>
      <p:sp>
        <p:nvSpPr>
          <p:cNvPr id="28" name="Rectangle 27">
            <a:extLst>
              <a:ext uri="{FF2B5EF4-FFF2-40B4-BE49-F238E27FC236}">
                <a16:creationId xmlns:a16="http://schemas.microsoft.com/office/drawing/2014/main" id="{767E1DF8-DF36-1AC8-7EC7-2D548E1A662B}"/>
              </a:ext>
            </a:extLst>
          </p:cNvPr>
          <p:cNvSpPr/>
          <p:nvPr/>
        </p:nvSpPr>
        <p:spPr>
          <a:xfrm>
            <a:off x="6325290" y="3477738"/>
            <a:ext cx="212930" cy="230832"/>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Tenorite"/>
                <a:ea typeface="Helvetica Neue" panose="02000503000000020004" pitchFamily="2" charset="0"/>
                <a:cs typeface="Helvetica Neue" panose="02000503000000020004" pitchFamily="2" charset="0"/>
              </a:rPr>
              <a:t>B.</a:t>
            </a:r>
          </a:p>
        </p:txBody>
      </p:sp>
      <p:sp>
        <p:nvSpPr>
          <p:cNvPr id="36"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54272F4B-E3A8-7191-41ED-CE0B0B81750C}"/>
              </a:ext>
            </a:extLst>
          </p:cNvPr>
          <p:cNvSpPr txBox="1"/>
          <p:nvPr/>
        </p:nvSpPr>
        <p:spPr>
          <a:xfrm>
            <a:off x="6656541" y="3496268"/>
            <a:ext cx="4982389" cy="615553"/>
          </a:xfrm>
          <a:prstGeom prst="rect">
            <a:avLst/>
          </a:prstGeom>
          <a:noFill/>
          <a:ln>
            <a:noFill/>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lvl="0" defTabSz="457200">
              <a:lnSpc>
                <a:spcPct val="100000"/>
              </a:lnSpc>
              <a:spcAft>
                <a:spcPts val="0"/>
              </a:spcAft>
              <a:defRPr/>
            </a:pPr>
            <a:r>
              <a:rPr lang="en-US" sz="1000" dirty="0">
                <a:solidFill>
                  <a:srgbClr val="FFFFFF"/>
                </a:solidFill>
              </a:rPr>
              <a:t>You've seen the data and know which use cases are the real bets. You draft a recommended portfolio based on your own analysis, then spend two weeks in one-on-one conversations with key stakeholders to build support before the executive meeting. You tell the lobbying sponsor privately that her initiative is likely to make the top three.</a:t>
            </a:r>
            <a:endParaRPr kumimoji="0" lang="en-US" sz="1000" b="0" i="0" u="none" strike="noStrike" kern="1200" cap="none" spc="0" normalizeH="0" baseline="0" noProof="0" dirty="0">
              <a:ln>
                <a:noFill/>
              </a:ln>
              <a:solidFill>
                <a:srgbClr val="FFFFFF"/>
              </a:solidFill>
              <a:effectLst/>
              <a:uLnTx/>
              <a:uFillTx/>
              <a:latin typeface="Tenorite"/>
            </a:endParaRPr>
          </a:p>
        </p:txBody>
      </p:sp>
      <p:sp>
        <p:nvSpPr>
          <p:cNvPr id="37" name="Rectangle 36">
            <a:extLst>
              <a:ext uri="{FF2B5EF4-FFF2-40B4-BE49-F238E27FC236}">
                <a16:creationId xmlns:a16="http://schemas.microsoft.com/office/drawing/2014/main" id="{129DAA7E-14E6-8BF4-4DCD-22E6A2CEA46D}"/>
              </a:ext>
            </a:extLst>
          </p:cNvPr>
          <p:cNvSpPr/>
          <p:nvPr/>
        </p:nvSpPr>
        <p:spPr>
          <a:xfrm>
            <a:off x="6313175" y="4217861"/>
            <a:ext cx="212930" cy="230832"/>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600" b="1" i="0" u="none" strike="noStrike" kern="1200" cap="none" spc="0" normalizeH="0" baseline="0" noProof="0">
                <a:ln>
                  <a:noFill/>
                </a:ln>
                <a:solidFill>
                  <a:srgbClr val="FFFFFF"/>
                </a:solidFill>
                <a:effectLst/>
                <a:uLnTx/>
                <a:uFillTx/>
                <a:latin typeface="Tenorite"/>
                <a:ea typeface="Helvetica Neue" panose="02000503000000020004" pitchFamily="2" charset="0"/>
                <a:cs typeface="Helvetica Neue" panose="02000503000000020004" pitchFamily="2" charset="0"/>
              </a:rPr>
              <a:t>C.</a:t>
            </a:r>
          </a:p>
        </p:txBody>
      </p:sp>
      <p:sp>
        <p:nvSpPr>
          <p:cNvPr id="38"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81E0B7B7-02A6-D3FD-F759-BA64849BC000}"/>
              </a:ext>
            </a:extLst>
          </p:cNvPr>
          <p:cNvSpPr txBox="1"/>
          <p:nvPr/>
        </p:nvSpPr>
        <p:spPr>
          <a:xfrm>
            <a:off x="6656541" y="4234015"/>
            <a:ext cx="4970274" cy="769441"/>
          </a:xfrm>
          <a:prstGeom prst="rect">
            <a:avLst/>
          </a:prstGeom>
          <a:noFill/>
          <a:ln>
            <a:noFill/>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lvl="0" defTabSz="457200">
              <a:lnSpc>
                <a:spcPct val="100000"/>
              </a:lnSpc>
              <a:spcAft>
                <a:spcPts val="0"/>
              </a:spcAft>
              <a:defRPr/>
            </a:pPr>
            <a:r>
              <a:rPr lang="en-US" sz="1000" dirty="0">
                <a:solidFill>
                  <a:srgbClr val="FFFFFF"/>
                </a:solidFill>
              </a:rPr>
              <a:t>Rather than evaluating all twelve, you apply a quick filter and bring a shortlist of six to the working group. You tell the group: "I've done a first-pass read against four basic criteria: strategic relevance, technical readiness, data availability, and exec sponsorship strength. Six cases cleared all four. I'd like us to spend our time on those." You confirm to the lobbying sponsor that her case made the shortlist.</a:t>
            </a:r>
            <a:endParaRPr kumimoji="0" lang="en-US" sz="1000" b="0" i="0" u="none" strike="noStrike" kern="1200" cap="none" spc="0" normalizeH="0" baseline="0" noProof="0" dirty="0">
              <a:ln>
                <a:noFill/>
              </a:ln>
              <a:solidFill>
                <a:srgbClr val="FFFFFF"/>
              </a:solidFill>
              <a:effectLst/>
              <a:uLnTx/>
              <a:uFillTx/>
              <a:latin typeface="Tenorite"/>
            </a:endParaRPr>
          </a:p>
        </p:txBody>
      </p:sp>
      <p:sp>
        <p:nvSpPr>
          <p:cNvPr id="2" name="Rectangle 1">
            <a:extLst>
              <a:ext uri="{FF2B5EF4-FFF2-40B4-BE49-F238E27FC236}">
                <a16:creationId xmlns:a16="http://schemas.microsoft.com/office/drawing/2014/main" id="{288B6BF9-FC7D-2089-1BC6-BE6D334BE716}"/>
              </a:ext>
            </a:extLst>
          </p:cNvPr>
          <p:cNvSpPr/>
          <p:nvPr/>
        </p:nvSpPr>
        <p:spPr>
          <a:xfrm>
            <a:off x="6313175" y="5109496"/>
            <a:ext cx="212930" cy="230832"/>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lang="en-US" sz="1600" b="1" noProof="0" dirty="0">
                <a:solidFill>
                  <a:srgbClr val="FFFFFF"/>
                </a:solidFill>
                <a:latin typeface="Tenorite"/>
                <a:ea typeface="Helvetica Neue" panose="02000503000000020004" pitchFamily="2" charset="0"/>
                <a:cs typeface="Helvetica Neue" panose="02000503000000020004" pitchFamily="2" charset="0"/>
              </a:rPr>
              <a:t>D</a:t>
            </a:r>
            <a:r>
              <a:rPr kumimoji="0" lang="en-US" sz="1600" b="1" i="0" u="none" strike="noStrike" kern="1200" cap="none" spc="0" normalizeH="0" baseline="0" noProof="0" dirty="0">
                <a:ln>
                  <a:noFill/>
                </a:ln>
                <a:solidFill>
                  <a:srgbClr val="FFFFFF"/>
                </a:solidFill>
                <a:effectLst/>
                <a:uLnTx/>
                <a:uFillTx/>
                <a:latin typeface="Tenorite"/>
                <a:ea typeface="Helvetica Neue" panose="02000503000000020004" pitchFamily="2" charset="0"/>
                <a:cs typeface="Helvetica Neue" panose="02000503000000020004" pitchFamily="2" charset="0"/>
              </a:rPr>
              <a:t>.</a:t>
            </a:r>
          </a:p>
        </p:txBody>
      </p:sp>
      <p:sp>
        <p:nvSpPr>
          <p:cNvPr id="3"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DAE90DA1-2DD2-A41F-DC75-748E474FA505}"/>
              </a:ext>
            </a:extLst>
          </p:cNvPr>
          <p:cNvSpPr txBox="1"/>
          <p:nvPr/>
        </p:nvSpPr>
        <p:spPr>
          <a:xfrm>
            <a:off x="6656541" y="5125650"/>
            <a:ext cx="4970274" cy="615553"/>
          </a:xfrm>
          <a:prstGeom prst="rect">
            <a:avLst/>
          </a:prstGeom>
          <a:noFill/>
          <a:ln>
            <a:noFill/>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lvl="0" defTabSz="457200">
              <a:lnSpc>
                <a:spcPct val="100000"/>
              </a:lnSpc>
              <a:spcAft>
                <a:spcPts val="0"/>
              </a:spcAft>
              <a:defRPr/>
            </a:pPr>
            <a:r>
              <a:rPr lang="en-US" sz="1000" dirty="0">
                <a:solidFill>
                  <a:srgbClr val="FFFFFF"/>
                </a:solidFill>
              </a:rPr>
              <a:t>You design a structured pitch process: each of the twelve teams gets five minutes to present to a panel that includes you, the CTO, and two business unit leaders. After all pitches, the panel identifies the top three. You tell the lobbying sponsor the process will speak for itself.</a:t>
            </a:r>
            <a:endParaRPr kumimoji="0" lang="en-US" sz="1000" b="0" i="0" u="none" strike="noStrike" kern="1200" cap="none" spc="0" normalizeH="0" baseline="0" noProof="0" dirty="0">
              <a:ln>
                <a:noFill/>
              </a:ln>
              <a:solidFill>
                <a:srgbClr val="FFFFFF"/>
              </a:solidFill>
              <a:effectLst/>
              <a:uLnTx/>
              <a:uFillTx/>
              <a:latin typeface="Tenorite"/>
            </a:endParaRPr>
          </a:p>
        </p:txBody>
      </p:sp>
    </p:spTree>
    <p:extLst>
      <p:ext uri="{BB962C8B-B14F-4D97-AF65-F5344CB8AC3E}">
        <p14:creationId xmlns:p14="http://schemas.microsoft.com/office/powerpoint/2010/main" val="3831475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1" grpId="0"/>
      <p:bldP spid="25" grpId="0"/>
      <p:bldP spid="26" grpId="0"/>
      <p:bldP spid="28" grpId="0"/>
      <p:bldP spid="36" grpId="0"/>
      <p:bldP spid="37" grpId="0"/>
      <p:bldP spid="38" grpId="0"/>
      <p:bldP spid="2" grpId="0"/>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1E7B5-5A29-E582-1CC4-F7614ABBF5F7}"/>
            </a:ext>
          </a:extLst>
        </p:cNvPr>
        <p:cNvGrpSpPr/>
        <p:nvPr/>
      </p:nvGrpSpPr>
      <p:grpSpPr>
        <a:xfrm>
          <a:off x="0" y="0"/>
          <a:ext cx="0" cy="0"/>
          <a:chOff x="0" y="0"/>
          <a:chExt cx="0" cy="0"/>
        </a:xfrm>
      </p:grpSpPr>
      <p:sp>
        <p:nvSpPr>
          <p:cNvPr id="35" name="Rectangle 34">
            <a:extLst>
              <a:ext uri="{FF2B5EF4-FFF2-40B4-BE49-F238E27FC236}">
                <a16:creationId xmlns:a16="http://schemas.microsoft.com/office/drawing/2014/main" id="{F1463570-D68E-3D80-B342-B2D0F6228287}"/>
              </a:ext>
            </a:extLst>
          </p:cNvPr>
          <p:cNvSpPr/>
          <p:nvPr/>
        </p:nvSpPr>
        <p:spPr>
          <a:xfrm>
            <a:off x="518303" y="1345479"/>
            <a:ext cx="200814" cy="254000"/>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600" b="1" i="0" u="none" strike="noStrike" kern="1200" cap="none" spc="0" normalizeH="0" baseline="0" noProof="0">
                <a:ln>
                  <a:noFill/>
                </a:ln>
                <a:solidFill>
                  <a:srgbClr val="000000"/>
                </a:solidFill>
                <a:effectLst/>
                <a:uLnTx/>
                <a:uFillTx/>
                <a:latin typeface="Tenorite"/>
                <a:ea typeface="Helvetica Neue" panose="02000503000000020004" pitchFamily="2" charset="0"/>
                <a:cs typeface="Helvetica Neue" panose="02000503000000020004" pitchFamily="2" charset="0"/>
              </a:rPr>
              <a:t>A.</a:t>
            </a:r>
          </a:p>
        </p:txBody>
      </p:sp>
      <p:sp>
        <p:nvSpPr>
          <p:cNvPr id="31"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0C66A0F8-9676-C581-EF62-1F532E7E320E}"/>
              </a:ext>
            </a:extLst>
          </p:cNvPr>
          <p:cNvSpPr txBox="1"/>
          <p:nvPr/>
        </p:nvSpPr>
        <p:spPr>
          <a:xfrm>
            <a:off x="850900" y="1345479"/>
            <a:ext cx="5803437" cy="1406026"/>
          </a:xfrm>
          <a:prstGeom prst="rect">
            <a:avLst/>
          </a:prstGeom>
          <a:noFill/>
          <a:ln>
            <a:noFill/>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marL="0" marR="0" lvl="0" indent="0" algn="l" defTabSz="914400" rtl="0" eaLnBrk="1" fontAlgn="auto" latinLnBrk="0" hangingPunct="1">
              <a:lnSpc>
                <a:spcPct val="120000"/>
              </a:lnSpc>
              <a:spcBef>
                <a:spcPts val="0"/>
              </a:spcBef>
              <a:spcAft>
                <a:spcPts val="600"/>
              </a:spcAft>
              <a:buClrTx/>
              <a:buSzTx/>
              <a:buFontTx/>
              <a:buNone/>
              <a:tabLst/>
              <a:defRPr/>
            </a:pPr>
            <a:r>
              <a:rPr kumimoji="0" lang="en-US" b="0" i="0" u="none" strike="noStrike" kern="1200" cap="none" spc="0" normalizeH="0" baseline="0" noProof="0" dirty="0">
                <a:ln>
                  <a:noFill/>
                </a:ln>
                <a:solidFill>
                  <a:srgbClr val="000000"/>
                </a:solidFill>
                <a:effectLst/>
                <a:uLnTx/>
                <a:uFillTx/>
                <a:latin typeface="Tenorite"/>
              </a:rPr>
              <a:t>The criteria session is uncomfortable. Two sponsors try to shape the dimensions to favor their cases, and you hold the line. But the framework earns genuine buy-in because people helped build it. When scores are published, two of the top three results are unsurprising. One is a genuine upset: a technically straightforward case that scored higher on speed-to-value than anyone expected. The lobbying sponsor's case makes the top four but not the top three. She's frustrated but can't credibly challenge the process. The executive team accepts the recommendation unanimously.</a:t>
            </a:r>
            <a:endParaRPr kumimoji="0" lang="en-US" b="0" i="0" u="none" strike="noStrike" kern="1200" cap="none" spc="0" normalizeH="0" baseline="0" noProof="0" dirty="0">
              <a:ln>
                <a:noFill/>
              </a:ln>
              <a:solidFill>
                <a:srgbClr val="0D0D0D"/>
              </a:solidFill>
              <a:effectLst/>
              <a:uLnTx/>
              <a:uFillTx/>
              <a:latin typeface="Tenorite"/>
            </a:endParaRPr>
          </a:p>
        </p:txBody>
      </p:sp>
      <p:sp>
        <p:nvSpPr>
          <p:cNvPr id="32" name="Rectangle 31">
            <a:extLst>
              <a:ext uri="{FF2B5EF4-FFF2-40B4-BE49-F238E27FC236}">
                <a16:creationId xmlns:a16="http://schemas.microsoft.com/office/drawing/2014/main" id="{5803CE23-90B7-2703-8FEB-306E2AD08358}"/>
              </a:ext>
            </a:extLst>
          </p:cNvPr>
          <p:cNvSpPr/>
          <p:nvPr/>
        </p:nvSpPr>
        <p:spPr>
          <a:xfrm>
            <a:off x="518303" y="2952761"/>
            <a:ext cx="212930" cy="254000"/>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600" b="1" i="0" u="none" strike="noStrike" kern="1200" cap="none" spc="0" normalizeH="0" baseline="0" noProof="0">
                <a:ln>
                  <a:noFill/>
                </a:ln>
                <a:solidFill>
                  <a:srgbClr val="000000"/>
                </a:solidFill>
                <a:effectLst/>
                <a:uLnTx/>
                <a:uFillTx/>
                <a:latin typeface="Tenorite"/>
                <a:ea typeface="Helvetica Neue" panose="02000503000000020004" pitchFamily="2" charset="0"/>
                <a:cs typeface="Helvetica Neue" panose="02000503000000020004" pitchFamily="2" charset="0"/>
              </a:rPr>
              <a:t>B.</a:t>
            </a:r>
          </a:p>
        </p:txBody>
      </p:sp>
      <p:sp>
        <p:nvSpPr>
          <p:cNvPr id="33"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80648F33-2F02-82CD-F4C1-920AE61F8516}"/>
              </a:ext>
            </a:extLst>
          </p:cNvPr>
          <p:cNvSpPr txBox="1"/>
          <p:nvPr/>
        </p:nvSpPr>
        <p:spPr>
          <a:xfrm>
            <a:off x="850316" y="2952761"/>
            <a:ext cx="6096000" cy="796628"/>
          </a:xfrm>
          <a:prstGeom prst="rect">
            <a:avLst/>
          </a:prstGeom>
          <a:noFill/>
          <a:ln>
            <a:noFill/>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marL="0" marR="0" lvl="0" indent="0" algn="l" defTabSz="914400" rtl="0" eaLnBrk="1" fontAlgn="auto" latinLnBrk="0" hangingPunct="1">
              <a:lnSpc>
                <a:spcPct val="120000"/>
              </a:lnSpc>
              <a:spcBef>
                <a:spcPts val="0"/>
              </a:spcBef>
              <a:spcAft>
                <a:spcPts val="600"/>
              </a:spcAft>
              <a:buClrTx/>
              <a:buSzTx/>
              <a:buFontTx/>
              <a:buNone/>
              <a:tabLst/>
              <a:defRPr/>
            </a:pPr>
            <a:r>
              <a:rPr kumimoji="0" lang="en-US" b="0" i="0" u="none" strike="noStrike" kern="1200" cap="none" spc="0" normalizeH="0" baseline="0" noProof="0" dirty="0">
                <a:ln>
                  <a:noFill/>
                </a:ln>
                <a:solidFill>
                  <a:srgbClr val="000000"/>
                </a:solidFill>
                <a:effectLst/>
                <a:uLnTx/>
                <a:uFillTx/>
                <a:latin typeface="Tenorite"/>
              </a:rPr>
              <a:t>Your recommendations are substantively strong. But three sponsors whose initiatives didn't make the cut feel blindsided, and two escalate to their VPs. The executive team approves the portfolio but spends significant time managing the politics. When word spreads that you told the lobbying sponsor privately in advance, two other sponsors question whether the process was fair.</a:t>
            </a:r>
            <a:endParaRPr kumimoji="0" lang="en-US" b="0" i="0" u="none" strike="noStrike" kern="1200" cap="none" spc="0" normalizeH="0" baseline="0" noProof="0" dirty="0">
              <a:ln>
                <a:noFill/>
              </a:ln>
              <a:solidFill>
                <a:srgbClr val="0D0D0D"/>
              </a:solidFill>
              <a:effectLst/>
              <a:uLnTx/>
              <a:uFillTx/>
              <a:latin typeface="Tenorite"/>
            </a:endParaRPr>
          </a:p>
        </p:txBody>
      </p:sp>
      <p:sp>
        <p:nvSpPr>
          <p:cNvPr id="34" name="Rectangle 33">
            <a:extLst>
              <a:ext uri="{FF2B5EF4-FFF2-40B4-BE49-F238E27FC236}">
                <a16:creationId xmlns:a16="http://schemas.microsoft.com/office/drawing/2014/main" id="{06C20823-AAAE-7449-9A77-98D120EEF29B}"/>
              </a:ext>
            </a:extLst>
          </p:cNvPr>
          <p:cNvSpPr/>
          <p:nvPr/>
        </p:nvSpPr>
        <p:spPr>
          <a:xfrm>
            <a:off x="518303" y="4013051"/>
            <a:ext cx="212930" cy="254000"/>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600" b="1" i="0" u="none" strike="noStrike" kern="1200" cap="none" spc="0" normalizeH="0" baseline="0" noProof="0">
                <a:ln>
                  <a:noFill/>
                </a:ln>
                <a:solidFill>
                  <a:srgbClr val="000000"/>
                </a:solidFill>
                <a:effectLst/>
                <a:uLnTx/>
                <a:uFillTx/>
                <a:latin typeface="Tenorite"/>
                <a:ea typeface="Helvetica Neue" panose="02000503000000020004" pitchFamily="2" charset="0"/>
                <a:cs typeface="Helvetica Neue" panose="02000503000000020004" pitchFamily="2" charset="0"/>
              </a:rPr>
              <a:t>C.</a:t>
            </a:r>
          </a:p>
        </p:txBody>
      </p:sp>
      <p:sp>
        <p:nvSpPr>
          <p:cNvPr id="40"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FDB29380-E829-31FA-C6D7-E2D537DA401C}"/>
              </a:ext>
            </a:extLst>
          </p:cNvPr>
          <p:cNvSpPr txBox="1"/>
          <p:nvPr/>
        </p:nvSpPr>
        <p:spPr>
          <a:xfrm>
            <a:off x="863600" y="4013051"/>
            <a:ext cx="6096000" cy="999761"/>
          </a:xfrm>
          <a:prstGeom prst="rect">
            <a:avLst/>
          </a:prstGeom>
          <a:noFill/>
          <a:ln>
            <a:noFill/>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marL="0" marR="0" lvl="0" indent="0" algn="l" defTabSz="914400" rtl="0" eaLnBrk="1" fontAlgn="auto" latinLnBrk="0" hangingPunct="1">
              <a:lnSpc>
                <a:spcPct val="120000"/>
              </a:lnSpc>
              <a:spcBef>
                <a:spcPts val="0"/>
              </a:spcBef>
              <a:spcAft>
                <a:spcPts val="600"/>
              </a:spcAft>
              <a:buClrTx/>
              <a:buSzTx/>
              <a:buFontTx/>
              <a:buNone/>
              <a:tabLst/>
              <a:defRPr/>
            </a:pPr>
            <a:r>
              <a:rPr kumimoji="0" lang="en-US" b="0" i="0" u="none" strike="noStrike" kern="1200" cap="none" spc="0" normalizeH="0" baseline="0" noProof="0" dirty="0">
                <a:ln>
                  <a:noFill/>
                </a:ln>
                <a:solidFill>
                  <a:srgbClr val="000000"/>
                </a:solidFill>
                <a:effectLst/>
                <a:uLnTx/>
                <a:uFillTx/>
                <a:latin typeface="Tenorite"/>
              </a:rPr>
              <a:t>The shortlisting accelerates the process and focuses conversation on genuinely competitive cases. But two sponsors whose cases didn't make the shortlist challenge your filtering criteria. One argues "technical readiness" was applied inconsistently. Because you applied the filter alone, you can't fully defend the methodology. The executive team approves the portfolio but asks that the criteria be documented and shared with all sponsors afterward.</a:t>
            </a:r>
            <a:endParaRPr kumimoji="0" lang="en-US" b="0" i="0" u="none" strike="noStrike" kern="1200" cap="none" spc="0" normalizeH="0" baseline="0" noProof="0" dirty="0">
              <a:ln>
                <a:noFill/>
              </a:ln>
              <a:solidFill>
                <a:srgbClr val="0D0D0D"/>
              </a:solidFill>
              <a:effectLst/>
              <a:uLnTx/>
              <a:uFillTx/>
              <a:latin typeface="Tenorite"/>
            </a:endParaRPr>
          </a:p>
        </p:txBody>
      </p:sp>
      <p:sp>
        <p:nvSpPr>
          <p:cNvPr id="3" name="Rectangle 2">
            <a:extLst>
              <a:ext uri="{FF2B5EF4-FFF2-40B4-BE49-F238E27FC236}">
                <a16:creationId xmlns:a16="http://schemas.microsoft.com/office/drawing/2014/main" id="{526138C2-29C9-CB2C-56EA-DD9B7CE14350}"/>
              </a:ext>
            </a:extLst>
          </p:cNvPr>
          <p:cNvSpPr/>
          <p:nvPr/>
        </p:nvSpPr>
        <p:spPr>
          <a:xfrm>
            <a:off x="8503056" y="1208553"/>
            <a:ext cx="1315324" cy="448328"/>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14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Team        </a:t>
            </a:r>
            <a:r>
              <a:rPr kumimoji="0" lang="en-US" sz="1400" b="1" i="0" u="sng"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Trust</a:t>
            </a:r>
          </a:p>
        </p:txBody>
      </p:sp>
      <p:sp>
        <p:nvSpPr>
          <p:cNvPr id="2" name="Rectangle 1">
            <a:extLst>
              <a:ext uri="{FF2B5EF4-FFF2-40B4-BE49-F238E27FC236}">
                <a16:creationId xmlns:a16="http://schemas.microsoft.com/office/drawing/2014/main" id="{7FE95F4D-2E70-FAB1-2341-70549ADA956C}"/>
              </a:ext>
            </a:extLst>
          </p:cNvPr>
          <p:cNvSpPr/>
          <p:nvPr/>
        </p:nvSpPr>
        <p:spPr>
          <a:xfrm>
            <a:off x="6861976" y="1198262"/>
            <a:ext cx="1315324" cy="448328"/>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14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AI         </a:t>
            </a:r>
            <a:r>
              <a:rPr kumimoji="0" lang="en-US" sz="1400" b="1" i="0" u="sng"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Velocity</a:t>
            </a:r>
          </a:p>
        </p:txBody>
      </p:sp>
      <p:sp>
        <p:nvSpPr>
          <p:cNvPr id="5" name="Rectangle 4">
            <a:extLst>
              <a:ext uri="{FF2B5EF4-FFF2-40B4-BE49-F238E27FC236}">
                <a16:creationId xmlns:a16="http://schemas.microsoft.com/office/drawing/2014/main" id="{73DF1A80-B31A-6ADF-18E6-7D49983AC3E8}"/>
              </a:ext>
            </a:extLst>
          </p:cNvPr>
          <p:cNvSpPr/>
          <p:nvPr/>
        </p:nvSpPr>
        <p:spPr>
          <a:xfrm>
            <a:off x="10144136" y="1217274"/>
            <a:ext cx="1315324" cy="43088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Enterprise </a:t>
            </a:r>
            <a:r>
              <a:rPr kumimoji="0" lang="en-US" sz="1400" b="1" i="0" u="sng"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Value</a:t>
            </a:r>
          </a:p>
        </p:txBody>
      </p:sp>
      <p:sp>
        <p:nvSpPr>
          <p:cNvPr id="8" name="Title 7">
            <a:extLst>
              <a:ext uri="{FF2B5EF4-FFF2-40B4-BE49-F238E27FC236}">
                <a16:creationId xmlns:a16="http://schemas.microsoft.com/office/drawing/2014/main" id="{FCC405C5-BAA0-FEDE-37AA-A7F9D695BFDA}"/>
              </a:ext>
            </a:extLst>
          </p:cNvPr>
          <p:cNvSpPr>
            <a:spLocks noGrp="1"/>
          </p:cNvSpPr>
          <p:nvPr>
            <p:ph type="title"/>
          </p:nvPr>
        </p:nvSpPr>
        <p:spPr/>
        <p:txBody>
          <a:bodyPr/>
          <a:lstStyle/>
          <a:p>
            <a:r>
              <a:rPr lang="en-US" dirty="0">
                <a:solidFill>
                  <a:srgbClr val="EA5F84"/>
                </a:solidFill>
                <a:latin typeface="Tenorite"/>
              </a:rPr>
              <a:t>Moment 1: </a:t>
            </a:r>
            <a:r>
              <a:rPr lang="en-US" dirty="0">
                <a:solidFill>
                  <a:srgbClr val="24282B"/>
                </a:solidFill>
                <a:latin typeface="Tenorite"/>
              </a:rPr>
              <a:t>Prioritizing First Steps</a:t>
            </a:r>
            <a:endParaRPr lang="en-US" dirty="0"/>
          </a:p>
        </p:txBody>
      </p:sp>
      <p:sp>
        <p:nvSpPr>
          <p:cNvPr id="7" name="Rectangle 6">
            <a:extLst>
              <a:ext uri="{FF2B5EF4-FFF2-40B4-BE49-F238E27FC236}">
                <a16:creationId xmlns:a16="http://schemas.microsoft.com/office/drawing/2014/main" id="{F6506F48-DE6B-4CFD-5ACD-30BF197165FE}"/>
              </a:ext>
            </a:extLst>
          </p:cNvPr>
          <p:cNvSpPr/>
          <p:nvPr/>
        </p:nvSpPr>
        <p:spPr>
          <a:xfrm>
            <a:off x="518303" y="5208239"/>
            <a:ext cx="212930" cy="230832"/>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lang="en-US" sz="1600" b="1" dirty="0">
                <a:solidFill>
                  <a:srgbClr val="000000"/>
                </a:solidFill>
                <a:latin typeface="Tenorite"/>
                <a:ea typeface="Helvetica Neue" panose="02000503000000020004" pitchFamily="2" charset="0"/>
                <a:cs typeface="Helvetica Neue" panose="02000503000000020004" pitchFamily="2" charset="0"/>
              </a:rPr>
              <a:t>D</a:t>
            </a:r>
            <a:r>
              <a:rPr kumimoji="0" lang="en-US" sz="1600" b="1" i="0" u="none" strike="noStrike" kern="1200" cap="none" spc="0" normalizeH="0" baseline="0" noProof="0" dirty="0">
                <a:ln>
                  <a:noFill/>
                </a:ln>
                <a:solidFill>
                  <a:srgbClr val="000000"/>
                </a:solidFill>
                <a:effectLst/>
                <a:uLnTx/>
                <a:uFillTx/>
                <a:latin typeface="Tenorite"/>
                <a:ea typeface="Helvetica Neue" panose="02000503000000020004" pitchFamily="2" charset="0"/>
                <a:cs typeface="Helvetica Neue" panose="02000503000000020004" pitchFamily="2" charset="0"/>
              </a:rPr>
              <a:t>.</a:t>
            </a:r>
          </a:p>
        </p:txBody>
      </p:sp>
      <p:sp>
        <p:nvSpPr>
          <p:cNvPr id="10"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61E5958F-80D7-9EDB-3C44-FE2F384FB695}"/>
              </a:ext>
            </a:extLst>
          </p:cNvPr>
          <p:cNvSpPr txBox="1"/>
          <p:nvPr/>
        </p:nvSpPr>
        <p:spPr>
          <a:xfrm>
            <a:off x="863600" y="5185071"/>
            <a:ext cx="6096000" cy="1202893"/>
          </a:xfrm>
          <a:prstGeom prst="rect">
            <a:avLst/>
          </a:prstGeom>
          <a:noFill/>
          <a:ln>
            <a:noFill/>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marL="0" marR="0" lvl="0" indent="0" algn="l" defTabSz="914400" rtl="0" eaLnBrk="1" fontAlgn="auto" latinLnBrk="0" hangingPunct="1">
              <a:lnSpc>
                <a:spcPct val="120000"/>
              </a:lnSpc>
              <a:spcBef>
                <a:spcPts val="0"/>
              </a:spcBef>
              <a:spcAft>
                <a:spcPts val="600"/>
              </a:spcAft>
              <a:buClrTx/>
              <a:buSzTx/>
              <a:buFontTx/>
              <a:buNone/>
              <a:tabLst/>
              <a:defRPr/>
            </a:pPr>
            <a:r>
              <a:rPr kumimoji="0" lang="en-US" b="0" i="0" u="none" strike="noStrike" kern="1200" cap="none" spc="0" normalizeH="0" baseline="0" noProof="0" dirty="0">
                <a:ln>
                  <a:noFill/>
                </a:ln>
                <a:solidFill>
                  <a:srgbClr val="000000"/>
                </a:solidFill>
                <a:effectLst/>
                <a:uLnTx/>
                <a:uFillTx/>
                <a:latin typeface="Tenorite"/>
              </a:rPr>
              <a:t>The pitch process feels rigorous and fair, in the moment. But it inadvertently advantages teams with better presentation skills and more senior sponsorship. The two technically strongest cases, championed by junior program managers who aren't strong presenters, score below their actual merit. The portfolio is politically defensible but not strategically optimal. Two months later, one of the top-three initiatives stalls because its pitch overpromised on technical readiness the panel wasn't equipped to challenge.</a:t>
            </a:r>
            <a:endParaRPr kumimoji="0" lang="en-US" b="0" i="0" u="none" strike="noStrike" kern="1200" cap="none" spc="0" normalizeH="0" baseline="0" noProof="0" dirty="0">
              <a:ln>
                <a:noFill/>
              </a:ln>
              <a:solidFill>
                <a:srgbClr val="0D0D0D"/>
              </a:solidFill>
              <a:effectLst/>
              <a:uLnTx/>
              <a:uFillTx/>
              <a:latin typeface="Tenorite"/>
            </a:endParaRPr>
          </a:p>
        </p:txBody>
      </p:sp>
      <p:sp>
        <p:nvSpPr>
          <p:cNvPr id="14" name="Rectangle 13">
            <a:extLst>
              <a:ext uri="{FF2B5EF4-FFF2-40B4-BE49-F238E27FC236}">
                <a16:creationId xmlns:a16="http://schemas.microsoft.com/office/drawing/2014/main" id="{82F44320-2615-CF49-8FD3-BF2D0D0262F3}"/>
              </a:ext>
            </a:extLst>
          </p:cNvPr>
          <p:cNvSpPr/>
          <p:nvPr/>
        </p:nvSpPr>
        <p:spPr>
          <a:xfrm>
            <a:off x="6861976" y="1964646"/>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+1</a:t>
            </a:r>
          </a:p>
        </p:txBody>
      </p:sp>
      <p:sp>
        <p:nvSpPr>
          <p:cNvPr id="16" name="Rectangle 15">
            <a:extLst>
              <a:ext uri="{FF2B5EF4-FFF2-40B4-BE49-F238E27FC236}">
                <a16:creationId xmlns:a16="http://schemas.microsoft.com/office/drawing/2014/main" id="{4451A342-3ECF-0D7A-A49A-EB2F0E9777C3}"/>
              </a:ext>
            </a:extLst>
          </p:cNvPr>
          <p:cNvSpPr/>
          <p:nvPr/>
        </p:nvSpPr>
        <p:spPr>
          <a:xfrm>
            <a:off x="8503056" y="1958375"/>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+3</a:t>
            </a:r>
          </a:p>
        </p:txBody>
      </p:sp>
      <p:sp>
        <p:nvSpPr>
          <p:cNvPr id="20" name="Rectangle 19">
            <a:extLst>
              <a:ext uri="{FF2B5EF4-FFF2-40B4-BE49-F238E27FC236}">
                <a16:creationId xmlns:a16="http://schemas.microsoft.com/office/drawing/2014/main" id="{82E64814-578F-9F15-6A18-2BE6E4F132AE}"/>
              </a:ext>
            </a:extLst>
          </p:cNvPr>
          <p:cNvSpPr/>
          <p:nvPr/>
        </p:nvSpPr>
        <p:spPr>
          <a:xfrm>
            <a:off x="10144136" y="1958375"/>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+3</a:t>
            </a:r>
          </a:p>
        </p:txBody>
      </p:sp>
      <p:sp>
        <p:nvSpPr>
          <p:cNvPr id="25" name="Rectangle 24">
            <a:extLst>
              <a:ext uri="{FF2B5EF4-FFF2-40B4-BE49-F238E27FC236}">
                <a16:creationId xmlns:a16="http://schemas.microsoft.com/office/drawing/2014/main" id="{A9F06866-A3CC-562B-44DB-3C1F4D51B0A1}"/>
              </a:ext>
            </a:extLst>
          </p:cNvPr>
          <p:cNvSpPr/>
          <p:nvPr/>
        </p:nvSpPr>
        <p:spPr>
          <a:xfrm>
            <a:off x="6861976" y="3270817"/>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+2</a:t>
            </a:r>
          </a:p>
        </p:txBody>
      </p:sp>
      <p:sp>
        <p:nvSpPr>
          <p:cNvPr id="28" name="Rectangle 27">
            <a:extLst>
              <a:ext uri="{FF2B5EF4-FFF2-40B4-BE49-F238E27FC236}">
                <a16:creationId xmlns:a16="http://schemas.microsoft.com/office/drawing/2014/main" id="{C88B4AAE-F901-DB10-37A8-70B976E75936}"/>
              </a:ext>
            </a:extLst>
          </p:cNvPr>
          <p:cNvSpPr/>
          <p:nvPr/>
        </p:nvSpPr>
        <p:spPr>
          <a:xfrm>
            <a:off x="8503056" y="3264546"/>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lang="en-US" sz="2800" b="1" cap="all" dirty="0">
                <a:solidFill>
                  <a:srgbClr val="111111"/>
                </a:solidFill>
                <a:latin typeface="Tenorite"/>
                <a:ea typeface="Helvetica Neue" panose="02000503000000020004" pitchFamily="2" charset="0"/>
                <a:cs typeface="Helvetica Neue" panose="02000503000000020004" pitchFamily="2" charset="0"/>
              </a:rPr>
              <a:t>-1</a:t>
            </a:r>
            <a:endPar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endParaRPr>
          </a:p>
        </p:txBody>
      </p:sp>
      <p:sp>
        <p:nvSpPr>
          <p:cNvPr id="30" name="Rectangle 29">
            <a:extLst>
              <a:ext uri="{FF2B5EF4-FFF2-40B4-BE49-F238E27FC236}">
                <a16:creationId xmlns:a16="http://schemas.microsoft.com/office/drawing/2014/main" id="{5F1A792E-35BE-4349-0150-53490DE3CD65}"/>
              </a:ext>
            </a:extLst>
          </p:cNvPr>
          <p:cNvSpPr/>
          <p:nvPr/>
        </p:nvSpPr>
        <p:spPr>
          <a:xfrm>
            <a:off x="10144136" y="3264546"/>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+1</a:t>
            </a:r>
          </a:p>
        </p:txBody>
      </p:sp>
      <p:sp>
        <p:nvSpPr>
          <p:cNvPr id="37" name="Rectangle 36">
            <a:extLst>
              <a:ext uri="{FF2B5EF4-FFF2-40B4-BE49-F238E27FC236}">
                <a16:creationId xmlns:a16="http://schemas.microsoft.com/office/drawing/2014/main" id="{915384D4-759F-B0C7-4C80-E94BCA05CF1E}"/>
              </a:ext>
            </a:extLst>
          </p:cNvPr>
          <p:cNvSpPr/>
          <p:nvPr/>
        </p:nvSpPr>
        <p:spPr>
          <a:xfrm>
            <a:off x="6861976" y="4350974"/>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+2</a:t>
            </a:r>
          </a:p>
        </p:txBody>
      </p:sp>
      <p:sp>
        <p:nvSpPr>
          <p:cNvPr id="39" name="Rectangle 38">
            <a:extLst>
              <a:ext uri="{FF2B5EF4-FFF2-40B4-BE49-F238E27FC236}">
                <a16:creationId xmlns:a16="http://schemas.microsoft.com/office/drawing/2014/main" id="{FF9AD644-543B-5718-9A94-DDA884420CA9}"/>
              </a:ext>
            </a:extLst>
          </p:cNvPr>
          <p:cNvSpPr/>
          <p:nvPr/>
        </p:nvSpPr>
        <p:spPr>
          <a:xfrm>
            <a:off x="8503056" y="4344703"/>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+1</a:t>
            </a:r>
          </a:p>
        </p:txBody>
      </p:sp>
      <p:sp>
        <p:nvSpPr>
          <p:cNvPr id="42" name="Rectangle 41">
            <a:extLst>
              <a:ext uri="{FF2B5EF4-FFF2-40B4-BE49-F238E27FC236}">
                <a16:creationId xmlns:a16="http://schemas.microsoft.com/office/drawing/2014/main" id="{D68FDAF2-CE22-2D64-3A4F-6F8C2D0818FA}"/>
              </a:ext>
            </a:extLst>
          </p:cNvPr>
          <p:cNvSpPr/>
          <p:nvPr/>
        </p:nvSpPr>
        <p:spPr>
          <a:xfrm>
            <a:off x="10144136" y="4344703"/>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+2</a:t>
            </a:r>
          </a:p>
        </p:txBody>
      </p:sp>
      <p:sp>
        <p:nvSpPr>
          <p:cNvPr id="44" name="Rectangle 43">
            <a:extLst>
              <a:ext uri="{FF2B5EF4-FFF2-40B4-BE49-F238E27FC236}">
                <a16:creationId xmlns:a16="http://schemas.microsoft.com/office/drawing/2014/main" id="{A84E0DA6-1907-0B39-E718-7F40B5AD6799}"/>
              </a:ext>
            </a:extLst>
          </p:cNvPr>
          <p:cNvSpPr/>
          <p:nvPr/>
        </p:nvSpPr>
        <p:spPr>
          <a:xfrm>
            <a:off x="6861976" y="5567446"/>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+1</a:t>
            </a:r>
          </a:p>
        </p:txBody>
      </p:sp>
      <p:sp>
        <p:nvSpPr>
          <p:cNvPr id="46" name="Rectangle 45">
            <a:extLst>
              <a:ext uri="{FF2B5EF4-FFF2-40B4-BE49-F238E27FC236}">
                <a16:creationId xmlns:a16="http://schemas.microsoft.com/office/drawing/2014/main" id="{6E5D4B4C-A9B4-CB65-43C9-F1BA5191D945}"/>
              </a:ext>
            </a:extLst>
          </p:cNvPr>
          <p:cNvSpPr/>
          <p:nvPr/>
        </p:nvSpPr>
        <p:spPr>
          <a:xfrm>
            <a:off x="8503056" y="5561175"/>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+2</a:t>
            </a:r>
          </a:p>
        </p:txBody>
      </p:sp>
      <p:sp>
        <p:nvSpPr>
          <p:cNvPr id="48" name="Rectangle 47">
            <a:extLst>
              <a:ext uri="{FF2B5EF4-FFF2-40B4-BE49-F238E27FC236}">
                <a16:creationId xmlns:a16="http://schemas.microsoft.com/office/drawing/2014/main" id="{C466224E-4B5D-8BCD-AD34-061D5FC25728}"/>
              </a:ext>
            </a:extLst>
          </p:cNvPr>
          <p:cNvSpPr/>
          <p:nvPr/>
        </p:nvSpPr>
        <p:spPr>
          <a:xfrm>
            <a:off x="10144136" y="5561175"/>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lang="en-US" sz="2800" b="1" cap="all" dirty="0">
                <a:solidFill>
                  <a:srgbClr val="111111"/>
                </a:solidFill>
                <a:latin typeface="Tenorite"/>
                <a:ea typeface="Helvetica Neue" panose="02000503000000020004" pitchFamily="2" charset="0"/>
                <a:cs typeface="Helvetica Neue" panose="02000503000000020004" pitchFamily="2" charset="0"/>
              </a:rPr>
              <a:t>-1</a:t>
            </a:r>
            <a:endPar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20662281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BE42E-CE75-77F4-5EEF-473F0AE3868E}"/>
            </a:ext>
          </a:extLst>
        </p:cNvPr>
        <p:cNvGrpSpPr/>
        <p:nvPr/>
      </p:nvGrpSpPr>
      <p:grpSpPr>
        <a:xfrm>
          <a:off x="0" y="0"/>
          <a:ext cx="0" cy="0"/>
          <a:chOff x="0" y="0"/>
          <a:chExt cx="0" cy="0"/>
        </a:xfrm>
      </p:grpSpPr>
      <p:sp>
        <p:nvSpPr>
          <p:cNvPr id="51" name="Title 50">
            <a:extLst>
              <a:ext uri="{FF2B5EF4-FFF2-40B4-BE49-F238E27FC236}">
                <a16:creationId xmlns:a16="http://schemas.microsoft.com/office/drawing/2014/main" id="{5D6068AE-2FF0-1232-0AFB-30741AD930B0}"/>
              </a:ext>
            </a:extLst>
          </p:cNvPr>
          <p:cNvSpPr>
            <a:spLocks noGrp="1"/>
          </p:cNvSpPr>
          <p:nvPr>
            <p:ph type="title"/>
          </p:nvPr>
        </p:nvSpPr>
        <p:spPr>
          <a:xfrm>
            <a:off x="313406" y="491903"/>
            <a:ext cx="11430000" cy="491836"/>
          </a:xfrm>
        </p:spPr>
        <p:txBody>
          <a:bodyPr/>
          <a:lstStyle/>
          <a:p>
            <a:pPr lvl="0">
              <a:lnSpc>
                <a:spcPct val="112000"/>
              </a:lnSpc>
              <a:spcBef>
                <a:spcPts val="0"/>
              </a:spcBef>
              <a:defRPr/>
            </a:pPr>
            <a:r>
              <a:rPr lang="en-US" dirty="0">
                <a:solidFill>
                  <a:srgbClr val="EA5F84"/>
                </a:solidFill>
                <a:latin typeface="Tenorite"/>
              </a:rPr>
              <a:t>Moment 2: </a:t>
            </a:r>
            <a:r>
              <a:rPr lang="en-US" dirty="0">
                <a:solidFill>
                  <a:srgbClr val="24282B"/>
                </a:solidFill>
                <a:latin typeface="Tenorite"/>
              </a:rPr>
              <a:t>When Morale and Engagement Is Low</a:t>
            </a:r>
            <a:endParaRPr lang="en-US" spc="0" dirty="0">
              <a:solidFill>
                <a:srgbClr val="24282B"/>
              </a:solidFill>
              <a:latin typeface="Tenorite"/>
            </a:endParaRPr>
          </a:p>
        </p:txBody>
      </p:sp>
      <p:sp>
        <p:nvSpPr>
          <p:cNvPr id="6" name="Rounded Rectangle 5">
            <a:extLst>
              <a:ext uri="{FF2B5EF4-FFF2-40B4-BE49-F238E27FC236}">
                <a16:creationId xmlns:a16="http://schemas.microsoft.com/office/drawing/2014/main" id="{674855ED-212B-9697-C27A-FFB4167AF5B3}"/>
              </a:ext>
            </a:extLst>
          </p:cNvPr>
          <p:cNvSpPr/>
          <p:nvPr/>
        </p:nvSpPr>
        <p:spPr>
          <a:xfrm>
            <a:off x="313406" y="1671213"/>
            <a:ext cx="5665416" cy="5009475"/>
          </a:xfrm>
          <a:prstGeom prst="roundRect">
            <a:avLst>
              <a:gd name="adj" fmla="val 3378"/>
            </a:avLst>
          </a:prstGeom>
          <a:solidFill>
            <a:schemeClr val="bg1"/>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enorite"/>
              <a:ea typeface="Helvetica Neue" panose="02000503000000020004" pitchFamily="2" charset="0"/>
              <a:cs typeface="Helvetica Neue" panose="02000503000000020004" pitchFamily="2" charset="0"/>
            </a:endParaRPr>
          </a:p>
        </p:txBody>
      </p:sp>
      <p:sp>
        <p:nvSpPr>
          <p:cNvPr id="7" name="Rounded Rectangle 6">
            <a:extLst>
              <a:ext uri="{FF2B5EF4-FFF2-40B4-BE49-F238E27FC236}">
                <a16:creationId xmlns:a16="http://schemas.microsoft.com/office/drawing/2014/main" id="{75717111-4605-0E4F-C3C8-B6BD856D2ABA}"/>
              </a:ext>
            </a:extLst>
          </p:cNvPr>
          <p:cNvSpPr/>
          <p:nvPr/>
        </p:nvSpPr>
        <p:spPr>
          <a:xfrm>
            <a:off x="6176832" y="1671211"/>
            <a:ext cx="5666978" cy="5009475"/>
          </a:xfrm>
          <a:prstGeom prst="roundRect">
            <a:avLst>
              <a:gd name="adj" fmla="val 337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enorite"/>
              <a:ea typeface="Helvetica Neue" panose="02000503000000020004" pitchFamily="2" charset="0"/>
              <a:cs typeface="Helvetica Neue" panose="02000503000000020004" pitchFamily="2" charset="0"/>
            </a:endParaRPr>
          </a:p>
        </p:txBody>
      </p:sp>
      <p:sp>
        <p:nvSpPr>
          <p:cNvPr id="9"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91A519C4-F64C-4182-E780-39BB3A3E6264}"/>
              </a:ext>
            </a:extLst>
          </p:cNvPr>
          <p:cNvSpPr txBox="1"/>
          <p:nvPr/>
        </p:nvSpPr>
        <p:spPr>
          <a:xfrm>
            <a:off x="443127" y="2307938"/>
            <a:ext cx="5243708" cy="4339650"/>
          </a:xfrm>
          <a:prstGeom prst="rect">
            <a:avLst/>
          </a:prstGeom>
          <a:noFill/>
          <a:ln>
            <a:noFill/>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11111"/>
                </a:solidFill>
                <a:effectLst/>
                <a:uLnTx/>
                <a:uFillTx/>
                <a:latin typeface="Tenorite"/>
              </a:rPr>
              <a:t>Taylor, the CFO, designated a financial administration pilot as one of Meridian's highest-priority AI initiatives: reduce manual processing time by 35% and improve first-pass accuracy. Your direct report Jordan leads the pilot team, eight people who took it on with genuine enthusiasm.</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400" dirty="0">
              <a:solidFill>
                <a:srgbClr val="111111"/>
              </a:solidFill>
              <a:latin typeface="Tenorite"/>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11111"/>
                </a:solidFill>
                <a:effectLst/>
                <a:uLnTx/>
                <a:uFillTx/>
                <a:latin typeface="Tenorite"/>
              </a:rPr>
              <a:t>Processing is down 14%: real progress, but not the 35% target. The team is running at an unsustainable pace. Taylor has asked for weekly progress reports for six weeks, which Jordan and the team experience as surveillance. You've been absorbing the pressure: when Jordan has asked how Taylor feels, you've said they appreciate the effort, which is true but incomplete. What you haven't shared: SLT has discussed whether to continue the pilot or redirect resources. Two of the team's strongest contributors are quietly weighing their options to pursue other opportunities internally. Jordan comes to you: "The team is exhausted. I'm getting the sense Taylor isn't just asking for updates to celebrate us. Is there something I should know?“</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rgbClr val="111111"/>
              </a:solidFill>
              <a:effectLst/>
              <a:uLnTx/>
              <a:uFillTx/>
              <a:latin typeface="Tenorite"/>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11111"/>
                </a:solidFill>
                <a:effectLst/>
                <a:uLnTx/>
                <a:uFillTx/>
                <a:latin typeface="Tenorite"/>
              </a:rPr>
              <a:t>What do you do?</a:t>
            </a:r>
          </a:p>
        </p:txBody>
      </p:sp>
      <p:sp>
        <p:nvSpPr>
          <p:cNvPr id="10" name="Rectangle 9">
            <a:extLst>
              <a:ext uri="{FF2B5EF4-FFF2-40B4-BE49-F238E27FC236}">
                <a16:creationId xmlns:a16="http://schemas.microsoft.com/office/drawing/2014/main" id="{B89EB15F-A37B-6EE5-5FAF-1B11B85A324F}"/>
              </a:ext>
            </a:extLst>
          </p:cNvPr>
          <p:cNvSpPr/>
          <p:nvPr/>
        </p:nvSpPr>
        <p:spPr>
          <a:xfrm>
            <a:off x="443127" y="1953723"/>
            <a:ext cx="2564899" cy="230832"/>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800" b="1" i="0" u="none" strike="noStrike" kern="1200" cap="all" spc="0" normalizeH="0" baseline="0" noProof="0">
                <a:ln>
                  <a:noFill/>
                </a:ln>
                <a:solidFill>
                  <a:srgbClr val="111111"/>
                </a:solidFill>
                <a:effectLst/>
                <a:uLnTx/>
                <a:uFillTx/>
                <a:latin typeface="Tenorite"/>
                <a:ea typeface="Helvetica Neue" panose="02000503000000020004" pitchFamily="2" charset="0"/>
                <a:cs typeface="Helvetica Neue" panose="02000503000000020004" pitchFamily="2" charset="0"/>
              </a:rPr>
              <a:t>Scenario</a:t>
            </a:r>
          </a:p>
        </p:txBody>
      </p:sp>
      <p:sp>
        <p:nvSpPr>
          <p:cNvPr id="11" name="Rectangle 10">
            <a:extLst>
              <a:ext uri="{FF2B5EF4-FFF2-40B4-BE49-F238E27FC236}">
                <a16:creationId xmlns:a16="http://schemas.microsoft.com/office/drawing/2014/main" id="{D33A0F9A-D7CE-8353-F02D-825DA726E975}"/>
              </a:ext>
            </a:extLst>
          </p:cNvPr>
          <p:cNvSpPr/>
          <p:nvPr/>
        </p:nvSpPr>
        <p:spPr>
          <a:xfrm>
            <a:off x="6325290" y="2154204"/>
            <a:ext cx="212930" cy="230832"/>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600" b="1" i="0" u="none" strike="noStrike" kern="1200" cap="none" spc="0" normalizeH="0" baseline="0" noProof="0">
                <a:ln>
                  <a:noFill/>
                </a:ln>
                <a:solidFill>
                  <a:srgbClr val="FFFFFF"/>
                </a:solidFill>
                <a:effectLst/>
                <a:uLnTx/>
                <a:uFillTx/>
                <a:latin typeface="Tenorite"/>
                <a:ea typeface="Helvetica Neue" panose="02000503000000020004" pitchFamily="2" charset="0"/>
                <a:cs typeface="Helvetica Neue" panose="02000503000000020004" pitchFamily="2" charset="0"/>
              </a:rPr>
              <a:t>A.</a:t>
            </a:r>
          </a:p>
        </p:txBody>
      </p:sp>
      <p:sp>
        <p:nvSpPr>
          <p:cNvPr id="25" name="Rectangle 24">
            <a:extLst>
              <a:ext uri="{FF2B5EF4-FFF2-40B4-BE49-F238E27FC236}">
                <a16:creationId xmlns:a16="http://schemas.microsoft.com/office/drawing/2014/main" id="{124C16A7-4932-A5D1-25CD-C3D6E738CA02}"/>
              </a:ext>
            </a:extLst>
          </p:cNvPr>
          <p:cNvSpPr/>
          <p:nvPr/>
        </p:nvSpPr>
        <p:spPr>
          <a:xfrm>
            <a:off x="6325290" y="1905064"/>
            <a:ext cx="2564899" cy="230832"/>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800" b="1" i="0" u="none" strike="noStrike" kern="1200" cap="all" spc="0" normalizeH="0" baseline="0" noProof="0">
                <a:ln>
                  <a:noFill/>
                </a:ln>
                <a:solidFill>
                  <a:srgbClr val="FFFFFF"/>
                </a:solidFill>
                <a:effectLst/>
                <a:uLnTx/>
                <a:uFillTx/>
                <a:latin typeface="Tenorite"/>
                <a:ea typeface="Helvetica Neue" panose="02000503000000020004" pitchFamily="2" charset="0"/>
                <a:cs typeface="Helvetica Neue" panose="02000503000000020004" pitchFamily="2" charset="0"/>
              </a:rPr>
              <a:t>Scenario OPTIONS</a:t>
            </a:r>
          </a:p>
        </p:txBody>
      </p:sp>
      <p:sp>
        <p:nvSpPr>
          <p:cNvPr id="26"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469B1184-E06C-D88C-EC4C-DE9BA9CCE3CC}"/>
              </a:ext>
            </a:extLst>
          </p:cNvPr>
          <p:cNvSpPr txBox="1"/>
          <p:nvPr/>
        </p:nvSpPr>
        <p:spPr>
          <a:xfrm>
            <a:off x="6656541" y="2172734"/>
            <a:ext cx="4800994" cy="769441"/>
          </a:xfrm>
          <a:prstGeom prst="rect">
            <a:avLst/>
          </a:prstGeom>
          <a:noFill/>
          <a:ln>
            <a:noFill/>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lvl="0" defTabSz="457200">
              <a:lnSpc>
                <a:spcPct val="100000"/>
              </a:lnSpc>
              <a:spcAft>
                <a:spcPts val="0"/>
              </a:spcAft>
              <a:defRPr/>
            </a:pPr>
            <a:r>
              <a:rPr lang="en-US" sz="1000" dirty="0">
                <a:solidFill>
                  <a:srgbClr val="FFFFFF"/>
                </a:solidFill>
              </a:rPr>
              <a:t>You tell Jordan the truth: "Yes. There have been SLT conversations about whether to continue the pilot. Nothing is decided, but I want you to know. I've been helping shield you and the team from the SLT discussions so you can focus on the work ahead. Given where we're at, let's reset milestones together and identify what a meaningful win looks like in the next 60 days."</a:t>
            </a:r>
            <a:endParaRPr kumimoji="0" lang="en-US" sz="1000" b="0" i="0" u="none" strike="noStrike" kern="1200" cap="none" spc="0" normalizeH="0" baseline="0" noProof="0" dirty="0">
              <a:ln>
                <a:noFill/>
              </a:ln>
              <a:solidFill>
                <a:srgbClr val="FFFFFF"/>
              </a:solidFill>
              <a:effectLst/>
              <a:uLnTx/>
              <a:uFillTx/>
              <a:latin typeface="Tenorite"/>
            </a:endParaRPr>
          </a:p>
        </p:txBody>
      </p:sp>
      <p:sp>
        <p:nvSpPr>
          <p:cNvPr id="28" name="Rectangle 27">
            <a:extLst>
              <a:ext uri="{FF2B5EF4-FFF2-40B4-BE49-F238E27FC236}">
                <a16:creationId xmlns:a16="http://schemas.microsoft.com/office/drawing/2014/main" id="{2B1FCD86-2748-45B2-E315-A5DD1AD787E6}"/>
              </a:ext>
            </a:extLst>
          </p:cNvPr>
          <p:cNvSpPr/>
          <p:nvPr/>
        </p:nvSpPr>
        <p:spPr>
          <a:xfrm>
            <a:off x="6313175" y="3204082"/>
            <a:ext cx="212930" cy="230832"/>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600" b="1" i="0" u="none" strike="noStrike" kern="1200" cap="none" spc="0" normalizeH="0" baseline="0" noProof="0">
                <a:ln>
                  <a:noFill/>
                </a:ln>
                <a:solidFill>
                  <a:srgbClr val="FFFFFF"/>
                </a:solidFill>
                <a:effectLst/>
                <a:uLnTx/>
                <a:uFillTx/>
                <a:latin typeface="Tenorite"/>
                <a:ea typeface="Helvetica Neue" panose="02000503000000020004" pitchFamily="2" charset="0"/>
                <a:cs typeface="Helvetica Neue" panose="02000503000000020004" pitchFamily="2" charset="0"/>
              </a:rPr>
              <a:t>B.</a:t>
            </a:r>
          </a:p>
        </p:txBody>
      </p:sp>
      <p:sp>
        <p:nvSpPr>
          <p:cNvPr id="36"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406BB521-6829-B8D4-0CCF-0E083AA86DFF}"/>
              </a:ext>
            </a:extLst>
          </p:cNvPr>
          <p:cNvSpPr txBox="1"/>
          <p:nvPr/>
        </p:nvSpPr>
        <p:spPr>
          <a:xfrm>
            <a:off x="6644426" y="3222612"/>
            <a:ext cx="4982389" cy="615553"/>
          </a:xfrm>
          <a:prstGeom prst="rect">
            <a:avLst/>
          </a:prstGeom>
          <a:noFill/>
          <a:ln>
            <a:noFill/>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lvl="0" defTabSz="457200">
              <a:lnSpc>
                <a:spcPct val="100000"/>
              </a:lnSpc>
              <a:spcAft>
                <a:spcPts val="0"/>
              </a:spcAft>
              <a:defRPr/>
            </a:pPr>
            <a:r>
              <a:rPr lang="en-US" sz="1000" dirty="0">
                <a:solidFill>
                  <a:srgbClr val="FFFFFF"/>
                </a:solidFill>
              </a:rPr>
              <a:t>You tell Jordan: "I hear you. I think the team needs a fresh perspective. Let me bring in Marcus, an AI implementation expert who has helped other teams through similar challenges. He'll attend your next meeting, share what's worked elsewhere, and help the team think through where to focus."</a:t>
            </a:r>
            <a:endParaRPr kumimoji="0" lang="en-US" sz="1000" b="0" i="0" u="none" strike="noStrike" kern="1200" cap="none" spc="0" normalizeH="0" baseline="0" noProof="0" dirty="0">
              <a:ln>
                <a:noFill/>
              </a:ln>
              <a:solidFill>
                <a:srgbClr val="FFFFFF"/>
              </a:solidFill>
              <a:effectLst/>
              <a:uLnTx/>
              <a:uFillTx/>
              <a:latin typeface="Tenorite"/>
            </a:endParaRPr>
          </a:p>
        </p:txBody>
      </p:sp>
      <p:sp>
        <p:nvSpPr>
          <p:cNvPr id="37" name="Rectangle 36">
            <a:extLst>
              <a:ext uri="{FF2B5EF4-FFF2-40B4-BE49-F238E27FC236}">
                <a16:creationId xmlns:a16="http://schemas.microsoft.com/office/drawing/2014/main" id="{B13C2C17-5F00-C4CF-D8D9-D095AB5008D8}"/>
              </a:ext>
            </a:extLst>
          </p:cNvPr>
          <p:cNvSpPr/>
          <p:nvPr/>
        </p:nvSpPr>
        <p:spPr>
          <a:xfrm>
            <a:off x="6301060" y="4089110"/>
            <a:ext cx="212930" cy="230832"/>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600" b="1" i="0" u="none" strike="noStrike" kern="1200" cap="none" spc="0" normalizeH="0" baseline="0" noProof="0">
                <a:ln>
                  <a:noFill/>
                </a:ln>
                <a:solidFill>
                  <a:srgbClr val="FFFFFF"/>
                </a:solidFill>
                <a:effectLst/>
                <a:uLnTx/>
                <a:uFillTx/>
                <a:latin typeface="Tenorite"/>
                <a:ea typeface="Helvetica Neue" panose="02000503000000020004" pitchFamily="2" charset="0"/>
                <a:cs typeface="Helvetica Neue" panose="02000503000000020004" pitchFamily="2" charset="0"/>
              </a:rPr>
              <a:t>C.</a:t>
            </a:r>
          </a:p>
        </p:txBody>
      </p:sp>
      <p:sp>
        <p:nvSpPr>
          <p:cNvPr id="38"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CFC987B2-55FC-9870-EAB5-7E31FBF23C51}"/>
              </a:ext>
            </a:extLst>
          </p:cNvPr>
          <p:cNvSpPr txBox="1"/>
          <p:nvPr/>
        </p:nvSpPr>
        <p:spPr>
          <a:xfrm>
            <a:off x="6644426" y="4105264"/>
            <a:ext cx="4970274" cy="769441"/>
          </a:xfrm>
          <a:prstGeom prst="rect">
            <a:avLst/>
          </a:prstGeom>
          <a:noFill/>
          <a:ln>
            <a:noFill/>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lvl="0" defTabSz="457200">
              <a:lnSpc>
                <a:spcPct val="100000"/>
              </a:lnSpc>
              <a:spcAft>
                <a:spcPts val="0"/>
              </a:spcAft>
              <a:defRPr/>
            </a:pPr>
            <a:r>
              <a:rPr lang="en-US" sz="1000" dirty="0">
                <a:solidFill>
                  <a:srgbClr val="FFFFFF"/>
                </a:solidFill>
              </a:rPr>
              <a:t>You tell Jordan: "The honest answer is that this pilot has run into challenges more runway won't fix. I want to recommend we document what we've learned, protect the team's reputation, and redirect resources to a higher-confidence initiative. This isn't failure, it's how the organization learns. I want to make sure you and the team are well positioned for what comes next."</a:t>
            </a:r>
            <a:endParaRPr kumimoji="0" lang="en-US" sz="1000" b="0" i="0" u="none" strike="noStrike" kern="1200" cap="none" spc="0" normalizeH="0" baseline="0" noProof="0" dirty="0">
              <a:ln>
                <a:noFill/>
              </a:ln>
              <a:solidFill>
                <a:srgbClr val="FFFFFF"/>
              </a:solidFill>
              <a:effectLst/>
              <a:uLnTx/>
              <a:uFillTx/>
              <a:latin typeface="Tenorite"/>
            </a:endParaRPr>
          </a:p>
        </p:txBody>
      </p:sp>
    </p:spTree>
    <p:extLst>
      <p:ext uri="{BB962C8B-B14F-4D97-AF65-F5344CB8AC3E}">
        <p14:creationId xmlns:p14="http://schemas.microsoft.com/office/powerpoint/2010/main" val="2854767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1" grpId="0"/>
      <p:bldP spid="25" grpId="0"/>
      <p:bldP spid="26" grpId="0"/>
      <p:bldP spid="28" grpId="0"/>
      <p:bldP spid="36" grpId="0"/>
      <p:bldP spid="37" grpId="0"/>
      <p:bldP spid="3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62C96-7084-4DDD-7989-3596BE3B9BE5}"/>
            </a:ext>
          </a:extLst>
        </p:cNvPr>
        <p:cNvGrpSpPr/>
        <p:nvPr/>
      </p:nvGrpSpPr>
      <p:grpSpPr>
        <a:xfrm>
          <a:off x="0" y="0"/>
          <a:ext cx="0" cy="0"/>
          <a:chOff x="0" y="0"/>
          <a:chExt cx="0" cy="0"/>
        </a:xfrm>
      </p:grpSpPr>
      <p:sp>
        <p:nvSpPr>
          <p:cNvPr id="35" name="Rectangle 34">
            <a:extLst>
              <a:ext uri="{FF2B5EF4-FFF2-40B4-BE49-F238E27FC236}">
                <a16:creationId xmlns:a16="http://schemas.microsoft.com/office/drawing/2014/main" id="{AF803725-4A05-1888-409C-FEF1FA552ED8}"/>
              </a:ext>
            </a:extLst>
          </p:cNvPr>
          <p:cNvSpPr/>
          <p:nvPr/>
        </p:nvSpPr>
        <p:spPr>
          <a:xfrm>
            <a:off x="518303" y="1345479"/>
            <a:ext cx="200814" cy="254000"/>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600" b="1" i="0" u="none" strike="noStrike" kern="1200" cap="none" spc="0" normalizeH="0" baseline="0" noProof="0">
                <a:ln>
                  <a:noFill/>
                </a:ln>
                <a:solidFill>
                  <a:srgbClr val="000000"/>
                </a:solidFill>
                <a:effectLst/>
                <a:uLnTx/>
                <a:uFillTx/>
                <a:latin typeface="Tenorite"/>
                <a:ea typeface="Helvetica Neue" panose="02000503000000020004" pitchFamily="2" charset="0"/>
                <a:cs typeface="Helvetica Neue" panose="02000503000000020004" pitchFamily="2" charset="0"/>
              </a:rPr>
              <a:t>A.</a:t>
            </a:r>
          </a:p>
        </p:txBody>
      </p:sp>
      <p:sp>
        <p:nvSpPr>
          <p:cNvPr id="31"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321268E0-84B7-B18F-DC7D-139B3E79862C}"/>
              </a:ext>
            </a:extLst>
          </p:cNvPr>
          <p:cNvSpPr txBox="1"/>
          <p:nvPr/>
        </p:nvSpPr>
        <p:spPr>
          <a:xfrm>
            <a:off x="850900" y="1345479"/>
            <a:ext cx="5803437" cy="999761"/>
          </a:xfrm>
          <a:prstGeom prst="rect">
            <a:avLst/>
          </a:prstGeom>
          <a:noFill/>
          <a:ln>
            <a:noFill/>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marL="0" marR="0" lvl="0" indent="0" algn="l" defTabSz="914400" rtl="0" eaLnBrk="1" fontAlgn="auto" latinLnBrk="0" hangingPunct="1">
              <a:lnSpc>
                <a:spcPct val="120000"/>
              </a:lnSpc>
              <a:spcBef>
                <a:spcPts val="0"/>
              </a:spcBef>
              <a:spcAft>
                <a:spcPts val="600"/>
              </a:spcAft>
              <a:buClrTx/>
              <a:buSzTx/>
              <a:buFontTx/>
              <a:buNone/>
              <a:tabLst/>
              <a:defRPr/>
            </a:pPr>
            <a:r>
              <a:rPr kumimoji="0" lang="en-US" b="0" i="0" u="none" strike="noStrike" kern="1200" cap="none" spc="0" normalizeH="0" baseline="0" noProof="0" dirty="0">
                <a:ln>
                  <a:noFill/>
                </a:ln>
                <a:solidFill>
                  <a:srgbClr val="000000"/>
                </a:solidFill>
                <a:effectLst/>
                <a:uLnTx/>
                <a:uFillTx/>
                <a:latin typeface="Tenorite"/>
              </a:rPr>
              <a:t>Jordan is visibly relieved. Not because the news is good, but because the uncertainty is gone. The team meets the next day. You share the context, acknowledge the gap between what you've been saying and what you've been knowing, and set two reset milestones achievable in 60 days. Energy shifts. The two contributors considering leaving stay. One later says: "I didn't need it to be easy. I needed to know you were telling us what was real."</a:t>
            </a:r>
            <a:endParaRPr kumimoji="0" lang="en-US" b="0" i="0" u="none" strike="noStrike" kern="1200" cap="none" spc="0" normalizeH="0" baseline="0" noProof="0" dirty="0">
              <a:ln>
                <a:noFill/>
              </a:ln>
              <a:solidFill>
                <a:srgbClr val="0D0D0D"/>
              </a:solidFill>
              <a:effectLst/>
              <a:uLnTx/>
              <a:uFillTx/>
              <a:latin typeface="Tenorite"/>
            </a:endParaRPr>
          </a:p>
        </p:txBody>
      </p:sp>
      <p:sp>
        <p:nvSpPr>
          <p:cNvPr id="32" name="Rectangle 31">
            <a:extLst>
              <a:ext uri="{FF2B5EF4-FFF2-40B4-BE49-F238E27FC236}">
                <a16:creationId xmlns:a16="http://schemas.microsoft.com/office/drawing/2014/main" id="{05EE5947-F023-D0C0-E418-A31013083915}"/>
              </a:ext>
            </a:extLst>
          </p:cNvPr>
          <p:cNvSpPr/>
          <p:nvPr/>
        </p:nvSpPr>
        <p:spPr>
          <a:xfrm>
            <a:off x="531587" y="2716195"/>
            <a:ext cx="212930" cy="254000"/>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600" b="1" i="0" u="none" strike="noStrike" kern="1200" cap="none" spc="0" normalizeH="0" baseline="0" noProof="0">
                <a:ln>
                  <a:noFill/>
                </a:ln>
                <a:solidFill>
                  <a:srgbClr val="000000"/>
                </a:solidFill>
                <a:effectLst/>
                <a:uLnTx/>
                <a:uFillTx/>
                <a:latin typeface="Tenorite"/>
                <a:ea typeface="Helvetica Neue" panose="02000503000000020004" pitchFamily="2" charset="0"/>
                <a:cs typeface="Helvetica Neue" panose="02000503000000020004" pitchFamily="2" charset="0"/>
              </a:rPr>
              <a:t>B.</a:t>
            </a:r>
          </a:p>
        </p:txBody>
      </p:sp>
      <p:sp>
        <p:nvSpPr>
          <p:cNvPr id="33"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2BE96EDE-3A5E-D60E-9B96-D35C236E689F}"/>
              </a:ext>
            </a:extLst>
          </p:cNvPr>
          <p:cNvSpPr txBox="1"/>
          <p:nvPr/>
        </p:nvSpPr>
        <p:spPr>
          <a:xfrm>
            <a:off x="863600" y="2716195"/>
            <a:ext cx="6096000" cy="1001621"/>
          </a:xfrm>
          <a:prstGeom prst="rect">
            <a:avLst/>
          </a:prstGeom>
          <a:noFill/>
          <a:ln>
            <a:noFill/>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lvl="0">
              <a:defRPr/>
            </a:pPr>
            <a:r>
              <a:rPr lang="en-US" dirty="0"/>
              <a:t>Marcus is skilled and his perspective is useful. But his arrival sends an unintended signal: the team reads it as confirmation that leadership thinks they're not capable. Jordan had asked directly whether there was something to know, and the answer was outside help. The two contributors considering leaving make their decisions. Jordan stays but feels less trusted. The pilot's underlying problem, a depleted team navigating without full context, isn't addressed by outside expertise.</a:t>
            </a:r>
            <a:endParaRPr kumimoji="0" lang="en-US" b="0" i="0" u="none" strike="noStrike" kern="1200" cap="none" spc="0" normalizeH="0" baseline="0" noProof="0" dirty="0">
              <a:ln>
                <a:noFill/>
              </a:ln>
              <a:solidFill>
                <a:srgbClr val="0D0D0D"/>
              </a:solidFill>
              <a:effectLst/>
              <a:uLnTx/>
              <a:uFillTx/>
              <a:latin typeface="Tenorite"/>
            </a:endParaRPr>
          </a:p>
        </p:txBody>
      </p:sp>
      <p:sp>
        <p:nvSpPr>
          <p:cNvPr id="34" name="Rectangle 33">
            <a:extLst>
              <a:ext uri="{FF2B5EF4-FFF2-40B4-BE49-F238E27FC236}">
                <a16:creationId xmlns:a16="http://schemas.microsoft.com/office/drawing/2014/main" id="{A94322FF-6061-6916-38F3-64A0CB78E277}"/>
              </a:ext>
            </a:extLst>
          </p:cNvPr>
          <p:cNvSpPr/>
          <p:nvPr/>
        </p:nvSpPr>
        <p:spPr>
          <a:xfrm>
            <a:off x="518303" y="4013051"/>
            <a:ext cx="212930" cy="254000"/>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600" b="1" i="0" u="none" strike="noStrike" kern="1200" cap="none" spc="0" normalizeH="0" baseline="0" noProof="0">
                <a:ln>
                  <a:noFill/>
                </a:ln>
                <a:solidFill>
                  <a:srgbClr val="000000"/>
                </a:solidFill>
                <a:effectLst/>
                <a:uLnTx/>
                <a:uFillTx/>
                <a:latin typeface="Tenorite"/>
                <a:ea typeface="Helvetica Neue" panose="02000503000000020004" pitchFamily="2" charset="0"/>
                <a:cs typeface="Helvetica Neue" panose="02000503000000020004" pitchFamily="2" charset="0"/>
              </a:rPr>
              <a:t>C.</a:t>
            </a:r>
          </a:p>
        </p:txBody>
      </p:sp>
      <p:sp>
        <p:nvSpPr>
          <p:cNvPr id="40"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68C23E98-D534-96F6-9C0A-1296AFABE80C}"/>
              </a:ext>
            </a:extLst>
          </p:cNvPr>
          <p:cNvSpPr txBox="1"/>
          <p:nvPr/>
        </p:nvSpPr>
        <p:spPr>
          <a:xfrm>
            <a:off x="863600" y="4013051"/>
            <a:ext cx="6096000" cy="1202893"/>
          </a:xfrm>
          <a:prstGeom prst="rect">
            <a:avLst/>
          </a:prstGeom>
          <a:noFill/>
          <a:ln>
            <a:noFill/>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marL="0" marR="0" lvl="0" indent="0" algn="l" defTabSz="914400" rtl="0" eaLnBrk="1" fontAlgn="auto" latinLnBrk="0" hangingPunct="1">
              <a:lnSpc>
                <a:spcPct val="120000"/>
              </a:lnSpc>
              <a:spcBef>
                <a:spcPts val="0"/>
              </a:spcBef>
              <a:spcAft>
                <a:spcPts val="600"/>
              </a:spcAft>
              <a:buClrTx/>
              <a:buSzTx/>
              <a:buFontTx/>
              <a:buNone/>
              <a:tabLst/>
              <a:defRPr/>
            </a:pPr>
            <a:r>
              <a:rPr kumimoji="0" lang="en-US" b="0" i="0" u="none" strike="noStrike" kern="1200" cap="none" spc="0" normalizeH="0" baseline="0" noProof="0" dirty="0">
                <a:ln>
                  <a:noFill/>
                </a:ln>
                <a:solidFill>
                  <a:srgbClr val="000000"/>
                </a:solidFill>
                <a:effectLst/>
                <a:uLnTx/>
                <a:uFillTx/>
                <a:latin typeface="Tenorite"/>
              </a:rPr>
              <a:t>Jordan is surprised and initially resistant, but the framing — protect the team's reputation, document the learning — lands well. The CFO agrees to redirect. The two contributors considering leaving stay. The pilot is wound down with a formal knowledge capture session and a summary shared with the broader function. Sometimes this is the right call, but it works best when it follows an honest diagnosis of whether more runway and clearer milestones could have changed the outcome. Jordan later wonders whether a reset could have worked.</a:t>
            </a:r>
            <a:endParaRPr kumimoji="0" lang="en-US" b="0" i="0" u="none" strike="noStrike" kern="1200" cap="none" spc="0" normalizeH="0" baseline="0" noProof="0" dirty="0">
              <a:ln>
                <a:noFill/>
              </a:ln>
              <a:solidFill>
                <a:srgbClr val="0D0D0D"/>
              </a:solidFill>
              <a:effectLst/>
              <a:uLnTx/>
              <a:uFillTx/>
              <a:latin typeface="Tenorite"/>
            </a:endParaRPr>
          </a:p>
        </p:txBody>
      </p:sp>
      <p:sp>
        <p:nvSpPr>
          <p:cNvPr id="3" name="Rectangle 2">
            <a:extLst>
              <a:ext uri="{FF2B5EF4-FFF2-40B4-BE49-F238E27FC236}">
                <a16:creationId xmlns:a16="http://schemas.microsoft.com/office/drawing/2014/main" id="{1C0244EE-F6E7-CF6C-26D2-433A59DF61EC}"/>
              </a:ext>
            </a:extLst>
          </p:cNvPr>
          <p:cNvSpPr/>
          <p:nvPr/>
        </p:nvSpPr>
        <p:spPr>
          <a:xfrm>
            <a:off x="8503056" y="1208553"/>
            <a:ext cx="1315324" cy="448328"/>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14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Team        </a:t>
            </a:r>
            <a:r>
              <a:rPr kumimoji="0" lang="en-US" sz="1400" b="1" i="0" u="sng"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Trust</a:t>
            </a:r>
          </a:p>
        </p:txBody>
      </p:sp>
      <p:sp>
        <p:nvSpPr>
          <p:cNvPr id="2" name="Rectangle 1">
            <a:extLst>
              <a:ext uri="{FF2B5EF4-FFF2-40B4-BE49-F238E27FC236}">
                <a16:creationId xmlns:a16="http://schemas.microsoft.com/office/drawing/2014/main" id="{8BFFAC79-9DFB-A923-868A-4B34F768F57A}"/>
              </a:ext>
            </a:extLst>
          </p:cNvPr>
          <p:cNvSpPr/>
          <p:nvPr/>
        </p:nvSpPr>
        <p:spPr>
          <a:xfrm>
            <a:off x="6861976" y="1198262"/>
            <a:ext cx="1315324" cy="448328"/>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14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AI         </a:t>
            </a:r>
            <a:r>
              <a:rPr kumimoji="0" lang="en-US" sz="1400" b="1" i="0" u="sng"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Velocity</a:t>
            </a:r>
          </a:p>
        </p:txBody>
      </p:sp>
      <p:sp>
        <p:nvSpPr>
          <p:cNvPr id="5" name="Rectangle 4">
            <a:extLst>
              <a:ext uri="{FF2B5EF4-FFF2-40B4-BE49-F238E27FC236}">
                <a16:creationId xmlns:a16="http://schemas.microsoft.com/office/drawing/2014/main" id="{4587B6ED-9966-F58D-9961-7E6DC05F14F8}"/>
              </a:ext>
            </a:extLst>
          </p:cNvPr>
          <p:cNvSpPr/>
          <p:nvPr/>
        </p:nvSpPr>
        <p:spPr>
          <a:xfrm>
            <a:off x="10144136" y="1217274"/>
            <a:ext cx="1315324" cy="43088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Enterprise </a:t>
            </a:r>
            <a:r>
              <a:rPr kumimoji="0" lang="en-US" sz="1400" b="1" i="0" u="sng"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Value</a:t>
            </a:r>
          </a:p>
        </p:txBody>
      </p:sp>
      <p:sp>
        <p:nvSpPr>
          <p:cNvPr id="8" name="Title 7">
            <a:extLst>
              <a:ext uri="{FF2B5EF4-FFF2-40B4-BE49-F238E27FC236}">
                <a16:creationId xmlns:a16="http://schemas.microsoft.com/office/drawing/2014/main" id="{BCC402E0-9DE2-8148-5D85-E68C8BB31AF7}"/>
              </a:ext>
            </a:extLst>
          </p:cNvPr>
          <p:cNvSpPr>
            <a:spLocks noGrp="1"/>
          </p:cNvSpPr>
          <p:nvPr>
            <p:ph type="title"/>
          </p:nvPr>
        </p:nvSpPr>
        <p:spPr/>
        <p:txBody>
          <a:bodyPr/>
          <a:lstStyle/>
          <a:p>
            <a:r>
              <a:rPr lang="en-US" dirty="0">
                <a:solidFill>
                  <a:srgbClr val="EA5F84"/>
                </a:solidFill>
                <a:latin typeface="Tenorite"/>
              </a:rPr>
              <a:t>Moment 2: </a:t>
            </a:r>
            <a:r>
              <a:rPr lang="en-US" dirty="0">
                <a:solidFill>
                  <a:srgbClr val="24282B"/>
                </a:solidFill>
                <a:latin typeface="Tenorite"/>
              </a:rPr>
              <a:t>When Morale and Engagement Is Low</a:t>
            </a:r>
            <a:endParaRPr lang="en-US" dirty="0"/>
          </a:p>
        </p:txBody>
      </p:sp>
      <p:sp>
        <p:nvSpPr>
          <p:cNvPr id="14" name="Rectangle 13">
            <a:extLst>
              <a:ext uri="{FF2B5EF4-FFF2-40B4-BE49-F238E27FC236}">
                <a16:creationId xmlns:a16="http://schemas.microsoft.com/office/drawing/2014/main" id="{01E49873-A8C1-DDD3-F7BB-9FE7653FA536}"/>
              </a:ext>
            </a:extLst>
          </p:cNvPr>
          <p:cNvSpPr/>
          <p:nvPr/>
        </p:nvSpPr>
        <p:spPr>
          <a:xfrm>
            <a:off x="6861976" y="1964646"/>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+1</a:t>
            </a:r>
          </a:p>
        </p:txBody>
      </p:sp>
      <p:sp>
        <p:nvSpPr>
          <p:cNvPr id="16" name="Rectangle 15">
            <a:extLst>
              <a:ext uri="{FF2B5EF4-FFF2-40B4-BE49-F238E27FC236}">
                <a16:creationId xmlns:a16="http://schemas.microsoft.com/office/drawing/2014/main" id="{1E1A3226-DBBB-A71B-D37A-D4F61A03C23A}"/>
              </a:ext>
            </a:extLst>
          </p:cNvPr>
          <p:cNvSpPr/>
          <p:nvPr/>
        </p:nvSpPr>
        <p:spPr>
          <a:xfrm>
            <a:off x="8503056" y="1958375"/>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+3</a:t>
            </a:r>
          </a:p>
        </p:txBody>
      </p:sp>
      <p:sp>
        <p:nvSpPr>
          <p:cNvPr id="20" name="Rectangle 19">
            <a:extLst>
              <a:ext uri="{FF2B5EF4-FFF2-40B4-BE49-F238E27FC236}">
                <a16:creationId xmlns:a16="http://schemas.microsoft.com/office/drawing/2014/main" id="{2569EE45-C62A-68AB-AE7E-6907F7AB3A3B}"/>
              </a:ext>
            </a:extLst>
          </p:cNvPr>
          <p:cNvSpPr/>
          <p:nvPr/>
        </p:nvSpPr>
        <p:spPr>
          <a:xfrm>
            <a:off x="10144136" y="1958375"/>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a:t>
            </a:r>
            <a:r>
              <a:rPr lang="en-US" sz="2800" b="1" cap="all" dirty="0">
                <a:solidFill>
                  <a:srgbClr val="111111"/>
                </a:solidFill>
                <a:latin typeface="Tenorite"/>
                <a:ea typeface="Helvetica Neue" panose="02000503000000020004" pitchFamily="2" charset="0"/>
                <a:cs typeface="Helvetica Neue" panose="02000503000000020004" pitchFamily="2" charset="0"/>
              </a:rPr>
              <a:t>2</a:t>
            </a:r>
            <a:endPar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endParaRPr>
          </a:p>
        </p:txBody>
      </p:sp>
      <p:sp>
        <p:nvSpPr>
          <p:cNvPr id="25" name="Rectangle 24">
            <a:extLst>
              <a:ext uri="{FF2B5EF4-FFF2-40B4-BE49-F238E27FC236}">
                <a16:creationId xmlns:a16="http://schemas.microsoft.com/office/drawing/2014/main" id="{2B8022D5-2087-ABBD-30C3-DB6C8CD20562}"/>
              </a:ext>
            </a:extLst>
          </p:cNvPr>
          <p:cNvSpPr/>
          <p:nvPr/>
        </p:nvSpPr>
        <p:spPr>
          <a:xfrm>
            <a:off x="6861976" y="3270817"/>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a:t>
            </a:r>
            <a:r>
              <a:rPr lang="en-US" sz="2800" b="1" cap="all" dirty="0">
                <a:solidFill>
                  <a:srgbClr val="111111"/>
                </a:solidFill>
                <a:latin typeface="Tenorite"/>
                <a:ea typeface="Helvetica Neue" panose="02000503000000020004" pitchFamily="2" charset="0"/>
                <a:cs typeface="Helvetica Neue" panose="02000503000000020004" pitchFamily="2" charset="0"/>
              </a:rPr>
              <a:t>0</a:t>
            </a:r>
            <a:endPar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endParaRPr>
          </a:p>
        </p:txBody>
      </p:sp>
      <p:sp>
        <p:nvSpPr>
          <p:cNvPr id="28" name="Rectangle 27">
            <a:extLst>
              <a:ext uri="{FF2B5EF4-FFF2-40B4-BE49-F238E27FC236}">
                <a16:creationId xmlns:a16="http://schemas.microsoft.com/office/drawing/2014/main" id="{F4A6B122-77B0-7FF0-15AD-7FFACE31FDBD}"/>
              </a:ext>
            </a:extLst>
          </p:cNvPr>
          <p:cNvSpPr/>
          <p:nvPr/>
        </p:nvSpPr>
        <p:spPr>
          <a:xfrm>
            <a:off x="8503056" y="3264546"/>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lang="en-US" sz="2800" b="1" cap="all" dirty="0">
                <a:solidFill>
                  <a:srgbClr val="111111"/>
                </a:solidFill>
                <a:latin typeface="Tenorite"/>
                <a:ea typeface="Helvetica Neue" panose="02000503000000020004" pitchFamily="2" charset="0"/>
                <a:cs typeface="Helvetica Neue" panose="02000503000000020004" pitchFamily="2" charset="0"/>
              </a:rPr>
              <a:t>-2</a:t>
            </a:r>
            <a:endPar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endParaRPr>
          </a:p>
        </p:txBody>
      </p:sp>
      <p:sp>
        <p:nvSpPr>
          <p:cNvPr id="30" name="Rectangle 29">
            <a:extLst>
              <a:ext uri="{FF2B5EF4-FFF2-40B4-BE49-F238E27FC236}">
                <a16:creationId xmlns:a16="http://schemas.microsoft.com/office/drawing/2014/main" id="{C000C6A2-B8F6-AE6E-339A-0B94B02D4F0A}"/>
              </a:ext>
            </a:extLst>
          </p:cNvPr>
          <p:cNvSpPr/>
          <p:nvPr/>
        </p:nvSpPr>
        <p:spPr>
          <a:xfrm>
            <a:off x="10144136" y="3264546"/>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lang="en-US" sz="2800" b="1" cap="all" dirty="0">
                <a:solidFill>
                  <a:srgbClr val="111111"/>
                </a:solidFill>
                <a:latin typeface="Tenorite"/>
                <a:ea typeface="Helvetica Neue" panose="02000503000000020004" pitchFamily="2" charset="0"/>
                <a:cs typeface="Helvetica Neue" panose="02000503000000020004" pitchFamily="2" charset="0"/>
              </a:rPr>
              <a:t>-1</a:t>
            </a:r>
            <a:endPar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endParaRPr>
          </a:p>
        </p:txBody>
      </p:sp>
      <p:sp>
        <p:nvSpPr>
          <p:cNvPr id="37" name="Rectangle 36">
            <a:extLst>
              <a:ext uri="{FF2B5EF4-FFF2-40B4-BE49-F238E27FC236}">
                <a16:creationId xmlns:a16="http://schemas.microsoft.com/office/drawing/2014/main" id="{E35470BA-249B-5733-7CE8-392CEEF39DD6}"/>
              </a:ext>
            </a:extLst>
          </p:cNvPr>
          <p:cNvSpPr/>
          <p:nvPr/>
        </p:nvSpPr>
        <p:spPr>
          <a:xfrm>
            <a:off x="6861976" y="4446054"/>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lang="en-US" sz="2800" b="1" cap="all" dirty="0">
                <a:solidFill>
                  <a:srgbClr val="111111"/>
                </a:solidFill>
                <a:latin typeface="Tenorite"/>
                <a:ea typeface="Helvetica Neue" panose="02000503000000020004" pitchFamily="2" charset="0"/>
                <a:cs typeface="Helvetica Neue" panose="02000503000000020004" pitchFamily="2" charset="0"/>
              </a:rPr>
              <a:t>-1</a:t>
            </a:r>
            <a:endPar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endParaRPr>
          </a:p>
        </p:txBody>
      </p:sp>
      <p:sp>
        <p:nvSpPr>
          <p:cNvPr id="39" name="Rectangle 38">
            <a:extLst>
              <a:ext uri="{FF2B5EF4-FFF2-40B4-BE49-F238E27FC236}">
                <a16:creationId xmlns:a16="http://schemas.microsoft.com/office/drawing/2014/main" id="{AA81425A-B090-0E59-7F5F-CB2BB863127B}"/>
              </a:ext>
            </a:extLst>
          </p:cNvPr>
          <p:cNvSpPr/>
          <p:nvPr/>
        </p:nvSpPr>
        <p:spPr>
          <a:xfrm>
            <a:off x="8503056" y="4439783"/>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+1</a:t>
            </a:r>
          </a:p>
        </p:txBody>
      </p:sp>
      <p:sp>
        <p:nvSpPr>
          <p:cNvPr id="42" name="Rectangle 41">
            <a:extLst>
              <a:ext uri="{FF2B5EF4-FFF2-40B4-BE49-F238E27FC236}">
                <a16:creationId xmlns:a16="http://schemas.microsoft.com/office/drawing/2014/main" id="{FEB28369-E32A-C801-054D-7F0DF3F57E54}"/>
              </a:ext>
            </a:extLst>
          </p:cNvPr>
          <p:cNvSpPr/>
          <p:nvPr/>
        </p:nvSpPr>
        <p:spPr>
          <a:xfrm>
            <a:off x="10144136" y="4439783"/>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lang="en-US" sz="2800" b="1" cap="all" dirty="0">
                <a:solidFill>
                  <a:srgbClr val="111111"/>
                </a:solidFill>
                <a:latin typeface="Tenorite"/>
                <a:ea typeface="Helvetica Neue" panose="02000503000000020004" pitchFamily="2" charset="0"/>
                <a:cs typeface="Helvetica Neue" panose="02000503000000020004" pitchFamily="2" charset="0"/>
              </a:rPr>
              <a:t>0</a:t>
            </a:r>
            <a:endPar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21912263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2270CF8-7E58-120B-B96A-F1D7D2ACBC48}"/>
            </a:ext>
          </a:extLst>
        </p:cNvPr>
        <p:cNvGrpSpPr/>
        <p:nvPr/>
      </p:nvGrpSpPr>
      <p:grpSpPr>
        <a:xfrm>
          <a:off x="0" y="0"/>
          <a:ext cx="0" cy="0"/>
          <a:chOff x="0" y="0"/>
          <a:chExt cx="0" cy="0"/>
        </a:xfrm>
      </p:grpSpPr>
      <p:sp>
        <p:nvSpPr>
          <p:cNvPr id="6" name="Rounded Rectangle 5">
            <a:extLst>
              <a:ext uri="{FF2B5EF4-FFF2-40B4-BE49-F238E27FC236}">
                <a16:creationId xmlns:a16="http://schemas.microsoft.com/office/drawing/2014/main" id="{8FFFB045-C421-B0DF-972B-7410F9BA3750}"/>
              </a:ext>
            </a:extLst>
          </p:cNvPr>
          <p:cNvSpPr/>
          <p:nvPr/>
        </p:nvSpPr>
        <p:spPr>
          <a:xfrm>
            <a:off x="313406" y="1284515"/>
            <a:ext cx="5665416" cy="5396174"/>
          </a:xfrm>
          <a:prstGeom prst="roundRect">
            <a:avLst>
              <a:gd name="adj" fmla="val 3378"/>
            </a:avLst>
          </a:prstGeom>
          <a:solidFill>
            <a:schemeClr val="bg1"/>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enr"/>
              <a:ea typeface="Helvetica Neue" panose="02000503000000020004" pitchFamily="2" charset="0"/>
              <a:cs typeface="Helvetica Neue" panose="02000503000000020004" pitchFamily="2" charset="0"/>
            </a:endParaRPr>
          </a:p>
        </p:txBody>
      </p:sp>
      <p:sp>
        <p:nvSpPr>
          <p:cNvPr id="7" name="Rounded Rectangle 6">
            <a:extLst>
              <a:ext uri="{FF2B5EF4-FFF2-40B4-BE49-F238E27FC236}">
                <a16:creationId xmlns:a16="http://schemas.microsoft.com/office/drawing/2014/main" id="{9330B684-8291-DD86-F261-00E5D3C01209}"/>
              </a:ext>
            </a:extLst>
          </p:cNvPr>
          <p:cNvSpPr/>
          <p:nvPr/>
        </p:nvSpPr>
        <p:spPr>
          <a:xfrm>
            <a:off x="6176832" y="1284514"/>
            <a:ext cx="5666978" cy="5396173"/>
          </a:xfrm>
          <a:prstGeom prst="roundRect">
            <a:avLst>
              <a:gd name="adj" fmla="val 337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0" name="Rectangle 9">
            <a:extLst>
              <a:ext uri="{FF2B5EF4-FFF2-40B4-BE49-F238E27FC236}">
                <a16:creationId xmlns:a16="http://schemas.microsoft.com/office/drawing/2014/main" id="{DCF9A26A-BCD0-A413-F337-3873ECCBA052}"/>
              </a:ext>
            </a:extLst>
          </p:cNvPr>
          <p:cNvSpPr/>
          <p:nvPr/>
        </p:nvSpPr>
        <p:spPr>
          <a:xfrm>
            <a:off x="477579" y="1658681"/>
            <a:ext cx="2564899" cy="234038"/>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800" b="1" i="0" u="none" strike="noStrike" kern="1200" cap="all" spc="0" normalizeH="0" baseline="0" noProof="0">
                <a:ln>
                  <a:noFill/>
                </a:ln>
                <a:solidFill>
                  <a:srgbClr val="111111"/>
                </a:solidFill>
                <a:effectLst/>
                <a:uLnTx/>
                <a:uFillTx/>
                <a:ea typeface="Helvetica Neue" panose="02000503000000020004" pitchFamily="2" charset="0"/>
                <a:cs typeface="Helvetica Neue" panose="02000503000000020004" pitchFamily="2" charset="0"/>
              </a:rPr>
              <a:t>New Information</a:t>
            </a:r>
          </a:p>
        </p:txBody>
      </p:sp>
      <p:sp>
        <p:nvSpPr>
          <p:cNvPr id="11" name="Rectangle 10">
            <a:extLst>
              <a:ext uri="{FF2B5EF4-FFF2-40B4-BE49-F238E27FC236}">
                <a16:creationId xmlns:a16="http://schemas.microsoft.com/office/drawing/2014/main" id="{ADD03898-60E2-D095-DB79-457B0C293429}"/>
              </a:ext>
            </a:extLst>
          </p:cNvPr>
          <p:cNvSpPr/>
          <p:nvPr/>
        </p:nvSpPr>
        <p:spPr>
          <a:xfrm>
            <a:off x="6246627" y="2043995"/>
            <a:ext cx="212930" cy="230832"/>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600" b="1" i="0" u="none" strike="noStrike" kern="1200" cap="none" spc="0" normalizeH="0" baseline="0" noProof="0">
                <a:ln>
                  <a:noFill/>
                </a:ln>
                <a:solidFill>
                  <a:srgbClr val="FFFFFF"/>
                </a:solidFill>
                <a:effectLst/>
                <a:uLnTx/>
                <a:uFillTx/>
                <a:latin typeface="Helvetica Neue" panose="02000503FFFFFF020004" pitchFamily="2" charset="0"/>
                <a:ea typeface="Helvetica Neue" panose="02000503FFFFFF020004" pitchFamily="2" charset="0"/>
                <a:cs typeface="Helvetica Neue" panose="02000503FFFFFF020004" pitchFamily="2" charset="0"/>
              </a:rPr>
              <a:t>A.</a:t>
            </a:r>
          </a:p>
        </p:txBody>
      </p:sp>
      <p:sp>
        <p:nvSpPr>
          <p:cNvPr id="25" name="Rectangle 24">
            <a:extLst>
              <a:ext uri="{FF2B5EF4-FFF2-40B4-BE49-F238E27FC236}">
                <a16:creationId xmlns:a16="http://schemas.microsoft.com/office/drawing/2014/main" id="{81E7D524-ADA9-4A5C-CE30-890D9B11645A}"/>
              </a:ext>
            </a:extLst>
          </p:cNvPr>
          <p:cNvSpPr/>
          <p:nvPr/>
        </p:nvSpPr>
        <p:spPr>
          <a:xfrm>
            <a:off x="6435326" y="1652889"/>
            <a:ext cx="2564899" cy="237053"/>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b="1" i="0" u="none" strike="noStrike" kern="1200" cap="all" spc="0" normalizeH="0" baseline="0" noProof="0">
                <a:ln>
                  <a:noFill/>
                </a:ln>
                <a:solidFill>
                  <a:srgbClr val="FFFFFF"/>
                </a:solidFill>
                <a:effectLst/>
                <a:uLnTx/>
                <a:uFillTx/>
                <a:latin typeface="Tenorite"/>
                <a:ea typeface="Helvetica Neue" panose="02000503FFFFFF020004" pitchFamily="2" charset="0"/>
                <a:cs typeface="Helvetica Neue" panose="02000503FFFFFF020004" pitchFamily="2" charset="0"/>
              </a:rPr>
              <a:t>Force Rank</a:t>
            </a:r>
          </a:p>
        </p:txBody>
      </p:sp>
      <p:sp>
        <p:nvSpPr>
          <p:cNvPr id="26"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044A62E5-4252-93E1-0078-44B041D7488F}"/>
              </a:ext>
            </a:extLst>
          </p:cNvPr>
          <p:cNvSpPr txBox="1"/>
          <p:nvPr/>
        </p:nvSpPr>
        <p:spPr>
          <a:xfrm>
            <a:off x="6635420" y="1672951"/>
            <a:ext cx="5099379" cy="1158715"/>
          </a:xfrm>
          <a:prstGeom prst="rect">
            <a:avLst/>
          </a:prstGeom>
          <a:noFill/>
          <a:ln>
            <a:noFill/>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FFFFFF020004" pitchFamily="2" charset="0"/>
                <a:cs typeface="Helvetica Neue" panose="02000503FFFFFF020004" pitchFamily="2" charset="0"/>
              </a:defRPr>
            </a:lvl1pPr>
          </a:lstStyle>
          <a:p>
            <a:pPr marL="0" marR="0" lvl="0" indent="0" algn="l" defTabSz="457200" rtl="0" eaLnBrk="1" fontAlgn="auto" latinLnBrk="0" hangingPunct="1">
              <a:lnSpc>
                <a:spcPct val="120000"/>
              </a:lnSpc>
              <a:spcBef>
                <a:spcPts val="0"/>
              </a:spcBef>
              <a:spcAft>
                <a:spcPts val="0"/>
              </a:spcAft>
              <a:buClrTx/>
              <a:buSzTx/>
              <a:buFontTx/>
              <a:buNone/>
              <a:tabLst/>
              <a:defRPr/>
            </a:pPr>
            <a:endParaRPr kumimoji="0" lang="en-US" sz="1600" b="1" i="0" u="none" strike="noStrike" kern="1200" cap="none" spc="0" normalizeH="0" baseline="0" noProof="0" dirty="0">
              <a:ln>
                <a:noFill/>
              </a:ln>
              <a:solidFill>
                <a:srgbClr val="FFFFFF"/>
              </a:solidFill>
              <a:effectLst/>
              <a:uLnTx/>
              <a:uFillTx/>
              <a:latin typeface="Tenorite"/>
            </a:endParaRPr>
          </a:p>
          <a:p>
            <a:pPr marL="0" marR="0" lvl="0" indent="0" algn="l" defTabSz="457200" rtl="0" eaLnBrk="1" fontAlgn="auto" latinLnBrk="0" hangingPunct="1">
              <a:lnSpc>
                <a:spcPct val="12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Tenorite"/>
              </a:rPr>
              <a:t>Trust was rebuilt with Jordan's team, but the honesty you modeled never reached the teams watching from outside — where that same uncertainty is now resurfacing.</a:t>
            </a:r>
          </a:p>
        </p:txBody>
      </p:sp>
      <p:sp>
        <p:nvSpPr>
          <p:cNvPr id="28" name="Rectangle 27">
            <a:extLst>
              <a:ext uri="{FF2B5EF4-FFF2-40B4-BE49-F238E27FC236}">
                <a16:creationId xmlns:a16="http://schemas.microsoft.com/office/drawing/2014/main" id="{A5E37484-2AFD-05AB-CFCB-EE25F7858B85}"/>
              </a:ext>
            </a:extLst>
          </p:cNvPr>
          <p:cNvSpPr/>
          <p:nvPr/>
        </p:nvSpPr>
        <p:spPr>
          <a:xfrm>
            <a:off x="6246627" y="3086871"/>
            <a:ext cx="212930" cy="230832"/>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600" b="1" i="0" u="none" strike="noStrike" kern="1200" cap="none" spc="0" normalizeH="0" baseline="0" noProof="0">
                <a:ln>
                  <a:noFill/>
                </a:ln>
                <a:solidFill>
                  <a:srgbClr val="FFFFFF"/>
                </a:solidFill>
                <a:effectLst/>
                <a:uLnTx/>
                <a:uFillTx/>
                <a:latin typeface="Helvetica Neue" panose="02000503FFFFFF020004" pitchFamily="2" charset="0"/>
                <a:ea typeface="Helvetica Neue" panose="02000503FFFFFF020004" pitchFamily="2" charset="0"/>
                <a:cs typeface="Helvetica Neue" panose="02000503FFFFFF020004" pitchFamily="2" charset="0"/>
              </a:rPr>
              <a:t>B.</a:t>
            </a:r>
          </a:p>
        </p:txBody>
      </p:sp>
      <p:sp>
        <p:nvSpPr>
          <p:cNvPr id="36"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15F952D1-8E84-FA2C-31C0-1C0FDA031096}"/>
              </a:ext>
            </a:extLst>
          </p:cNvPr>
          <p:cNvSpPr txBox="1"/>
          <p:nvPr/>
        </p:nvSpPr>
        <p:spPr>
          <a:xfrm>
            <a:off x="6621221" y="3996124"/>
            <a:ext cx="4982389" cy="1158715"/>
          </a:xfrm>
          <a:prstGeom prst="rect">
            <a:avLst/>
          </a:prstGeom>
          <a:noFill/>
          <a:ln>
            <a:noFill/>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FFFFFF020004" pitchFamily="2" charset="0"/>
                <a:cs typeface="Helvetica Neue" panose="02000503FFFFFF020004" pitchFamily="2" charset="0"/>
              </a:defRPr>
            </a:lvl1pPr>
          </a:lstStyle>
          <a:p>
            <a:pPr marL="0" marR="0" lvl="0" indent="0" algn="l" defTabSz="914400" rtl="0" eaLnBrk="1" fontAlgn="auto" latinLnBrk="0" hangingPunct="1">
              <a:lnSpc>
                <a:spcPct val="120000"/>
              </a:lnSpc>
              <a:spcBef>
                <a:spcPts val="0"/>
              </a:spcBef>
              <a:spcAft>
                <a:spcPts val="60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Tenorite"/>
              </a:rPr>
              <a:t>You addressed what your team needed to hear, but not what the organization needed to see, leaving other teams to fill the silence with their own worst assumptions.</a:t>
            </a:r>
          </a:p>
        </p:txBody>
      </p:sp>
      <p:sp>
        <p:nvSpPr>
          <p:cNvPr id="37" name="Rectangle 36">
            <a:extLst>
              <a:ext uri="{FF2B5EF4-FFF2-40B4-BE49-F238E27FC236}">
                <a16:creationId xmlns:a16="http://schemas.microsoft.com/office/drawing/2014/main" id="{8FCD8636-BD0B-A395-F22A-DA5358D5A62D}"/>
              </a:ext>
            </a:extLst>
          </p:cNvPr>
          <p:cNvSpPr/>
          <p:nvPr/>
        </p:nvSpPr>
        <p:spPr>
          <a:xfrm>
            <a:off x="6269037" y="4219832"/>
            <a:ext cx="212930" cy="230832"/>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600" b="1" i="0" u="none" strike="noStrike" kern="1200" cap="none" spc="0" normalizeH="0" baseline="0" noProof="0">
                <a:ln>
                  <a:noFill/>
                </a:ln>
                <a:solidFill>
                  <a:srgbClr val="FFFFFF"/>
                </a:solidFill>
                <a:effectLst/>
                <a:uLnTx/>
                <a:uFillTx/>
                <a:latin typeface="Helvetica Neue" panose="02000503FFFFFF020004" pitchFamily="2" charset="0"/>
                <a:ea typeface="Helvetica Neue" panose="02000503FFFFFF020004" pitchFamily="2" charset="0"/>
                <a:cs typeface="Helvetica Neue" panose="02000503FFFFFF020004" pitchFamily="2" charset="0"/>
              </a:rPr>
              <a:t>C.</a:t>
            </a:r>
          </a:p>
        </p:txBody>
      </p:sp>
      <p:sp>
        <p:nvSpPr>
          <p:cNvPr id="43" name="Rectangle 42">
            <a:extLst>
              <a:ext uri="{FF2B5EF4-FFF2-40B4-BE49-F238E27FC236}">
                <a16:creationId xmlns:a16="http://schemas.microsoft.com/office/drawing/2014/main" id="{701BAD06-96E5-E08B-AE1E-0561BE34C4C2}"/>
              </a:ext>
            </a:extLst>
          </p:cNvPr>
          <p:cNvSpPr/>
          <p:nvPr/>
        </p:nvSpPr>
        <p:spPr>
          <a:xfrm>
            <a:off x="6328861" y="5450259"/>
            <a:ext cx="212930" cy="230832"/>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600" b="1" i="0" u="none" strike="noStrike" kern="1200" cap="none" spc="0" normalizeH="0" baseline="0" noProof="0">
                <a:ln>
                  <a:noFill/>
                </a:ln>
                <a:solidFill>
                  <a:srgbClr val="FFFFFF"/>
                </a:solidFill>
                <a:effectLst/>
                <a:uLnTx/>
                <a:uFillTx/>
                <a:latin typeface="Helvetica Neue" panose="02000503FFFFFF020004" pitchFamily="2" charset="0"/>
                <a:ea typeface="Helvetica Neue" panose="02000503FFFFFF020004" pitchFamily="2" charset="0"/>
                <a:cs typeface="Helvetica Neue" panose="02000503FFFFFF020004" pitchFamily="2" charset="0"/>
              </a:rPr>
              <a:t>D.</a:t>
            </a:r>
          </a:p>
        </p:txBody>
      </p:sp>
      <p:sp>
        <p:nvSpPr>
          <p:cNvPr id="44"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97B36664-E257-46BB-85FB-10293F49CB89}"/>
              </a:ext>
            </a:extLst>
          </p:cNvPr>
          <p:cNvSpPr txBox="1"/>
          <p:nvPr/>
        </p:nvSpPr>
        <p:spPr>
          <a:xfrm>
            <a:off x="6633336" y="2982270"/>
            <a:ext cx="4970274" cy="863250"/>
          </a:xfrm>
          <a:prstGeom prst="rect">
            <a:avLst/>
          </a:prstGeom>
          <a:noFill/>
          <a:ln>
            <a:noFill/>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FFFFFF020004" pitchFamily="2" charset="0"/>
                <a:cs typeface="Helvetica Neue" panose="02000503FFFFFF020004" pitchFamily="2" charset="0"/>
              </a:defRPr>
            </a:lvl1pPr>
          </a:lstStyle>
          <a:p>
            <a:pPr marL="0" marR="0" lvl="0" indent="0" algn="l" defTabSz="914400" rtl="0" eaLnBrk="1" fontAlgn="auto" latinLnBrk="0" hangingPunct="1">
              <a:lnSpc>
                <a:spcPct val="120000"/>
              </a:lnSpc>
              <a:spcBef>
                <a:spcPts val="0"/>
              </a:spcBef>
              <a:spcAft>
                <a:spcPts val="60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Tenorite"/>
              </a:rPr>
              <a:t>Morale recovered because the immediate threat was removed, but the underlying capacity problem was never solved — one team is still doing the work of three.</a:t>
            </a:r>
          </a:p>
        </p:txBody>
      </p:sp>
      <p:sp>
        <p:nvSpPr>
          <p:cNvPr id="5"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5D9DBB15-6E7E-0F9B-66AB-648DF7386774}"/>
              </a:ext>
            </a:extLst>
          </p:cNvPr>
          <p:cNvSpPr txBox="1"/>
          <p:nvPr/>
        </p:nvSpPr>
        <p:spPr>
          <a:xfrm>
            <a:off x="457200" y="2062461"/>
            <a:ext cx="5243708" cy="4057586"/>
          </a:xfrm>
          <a:prstGeom prst="rect">
            <a:avLst/>
          </a:prstGeom>
          <a:noFill/>
          <a:ln>
            <a:noFill/>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marL="0" marR="0" lvl="0" indent="0" algn="l" defTabSz="914400" rtl="0" eaLnBrk="1" fontAlgn="auto" latinLnBrk="0" hangingPunct="1">
              <a:lnSpc>
                <a:spcPct val="12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Tenorite"/>
              </a:rPr>
              <a:t>Eight weeks have passed since you spoke directly with Jordan and the team. The numbers back up what you hoped: the pulse survey shows trust in leadership has rebounded, and Jordan says the team feels informed and respected again. Expenditure, the global consulting firm already assessing delivery progress elsewhere in the transformation, was also commissioned to run a culture pulse across every pilot population. </a:t>
            </a:r>
          </a:p>
          <a:p>
            <a:pPr marL="0" marR="0" lvl="0" indent="0" algn="l" defTabSz="914400" rtl="0" eaLnBrk="1" fontAlgn="auto" latinLnBrk="0" hangingPunct="1">
              <a:lnSpc>
                <a:spcPct val="12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Tenorite"/>
              </a:rPr>
              <a:t>On paper, your fix worked.</a:t>
            </a:r>
          </a:p>
          <a:p>
            <a:pPr marL="0" marR="0" lvl="0" indent="0" algn="l" defTabSz="914400" rtl="0" eaLnBrk="1" fontAlgn="auto" latinLnBrk="0" hangingPunct="1">
              <a:lnSpc>
                <a:spcPct val="12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Tenorite"/>
              </a:rPr>
              <a:t>But their report surfaces something you didn't see coming. Two people on pilot teams adjacent to Jordan's — teams that had been watching this situation from the outside — resigned this month. Their exit interviews cite "no confidence that leadership will tell us the truth before it's decided for us." Meanwhile, Jordan's team has quietly been asked to help onboard two other pilot teams onto the financial administration workflow, on top of their own target. Jordan hasn't complained. Neither has anyone else.</a:t>
            </a:r>
          </a:p>
          <a:p>
            <a:pPr marL="0" marR="0" lvl="0" indent="0" algn="l" defTabSz="914400" rtl="0" eaLnBrk="1" fontAlgn="auto" latinLnBrk="0" hangingPunct="1">
              <a:lnSpc>
                <a:spcPct val="12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Tenorite"/>
            </a:endParaRPr>
          </a:p>
          <a:p>
            <a:pPr marL="0" marR="0" lvl="0" indent="0" algn="l" defTabSz="914400" rtl="0" eaLnBrk="1" fontAlgn="auto" latinLnBrk="0" hangingPunct="1">
              <a:lnSpc>
                <a:spcPct val="120000"/>
              </a:lnSpc>
              <a:spcBef>
                <a:spcPts val="0"/>
              </a:spcBef>
              <a:spcAft>
                <a:spcPts val="60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Tenorite"/>
              </a:rPr>
              <a:t>Force rank the factors you think are most responsible for this emerging risk, from greatest to least.</a:t>
            </a:r>
          </a:p>
        </p:txBody>
      </p:sp>
      <p:sp>
        <p:nvSpPr>
          <p:cNvPr id="45" name="Text Placeholder 3">
            <a:extLst>
              <a:ext uri="{FF2B5EF4-FFF2-40B4-BE49-F238E27FC236}">
                <a16:creationId xmlns:a16="http://schemas.microsoft.com/office/drawing/2014/main" id="{050AFFEB-6B9F-53DE-63B8-4C8DF14CC514}"/>
              </a:ext>
            </a:extLst>
          </p:cNvPr>
          <p:cNvSpPr txBox="1">
            <a:spLocks/>
          </p:cNvSpPr>
          <p:nvPr/>
        </p:nvSpPr>
        <p:spPr>
          <a:xfrm>
            <a:off x="457200" y="636372"/>
            <a:ext cx="11277600" cy="477438"/>
          </a:xfrm>
          <a:prstGeom prst="rect">
            <a:avLst/>
          </a:prstGeom>
        </p:spPr>
        <p:txBody>
          <a:bodyPr vert="horz" wrap="square" lIns="0" tIns="27432" rIns="4572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b="1" i="0" kern="1200">
                <a:solidFill>
                  <a:schemeClr val="bg1"/>
                </a:solidFill>
                <a:latin typeface="Helvetica Neue" panose="02000503000000020004" pitchFamily="2" charset="0"/>
                <a:ea typeface="Helvetica Neue" panose="020005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2000"/>
              </a:lnSpc>
              <a:spcBef>
                <a:spcPts val="0"/>
              </a:spcBef>
              <a:buNone/>
              <a:defRPr/>
            </a:pPr>
            <a:r>
              <a:rPr kumimoji="0" lang="en-US" sz="2800" b="1" i="0" u="none" strike="noStrike" kern="1200" cap="none" spc="0" normalizeH="0" baseline="0" noProof="0" dirty="0">
                <a:ln>
                  <a:noFill/>
                </a:ln>
                <a:solidFill>
                  <a:srgbClr val="EA5F84"/>
                </a:solidFill>
                <a:effectLst/>
                <a:uLnTx/>
                <a:uFillTx/>
                <a:latin typeface="Tenorite"/>
                <a:ea typeface="+mn-ea"/>
                <a:cs typeface="+mn-cs"/>
              </a:rPr>
              <a:t>Moment 2B: </a:t>
            </a:r>
            <a:r>
              <a:rPr kumimoji="0" lang="en-US" sz="2800" b="1" i="0" u="none" strike="noStrike" kern="1200" cap="none" spc="0" normalizeH="0" baseline="0" noProof="0" dirty="0">
                <a:ln>
                  <a:noFill/>
                </a:ln>
                <a:solidFill>
                  <a:srgbClr val="24282B"/>
                </a:solidFill>
                <a:effectLst/>
                <a:uLnTx/>
                <a:uFillTx/>
                <a:latin typeface="Tenorite"/>
                <a:ea typeface="+mn-ea"/>
                <a:cs typeface="+mn-cs"/>
              </a:rPr>
              <a:t>WOBBLER!!!!!!! - </a:t>
            </a:r>
            <a:r>
              <a:rPr lang="en-US" sz="2800" dirty="0">
                <a:solidFill>
                  <a:srgbClr val="24282B"/>
                </a:solidFill>
                <a:latin typeface="Tenorite"/>
              </a:rPr>
              <a:t>When relief ≠ repair</a:t>
            </a:r>
          </a:p>
        </p:txBody>
      </p:sp>
      <p:sp>
        <p:nvSpPr>
          <p:cNvPr id="46"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8A917EE0-0C19-6AD5-D89C-CAD656E8CA5B}"/>
              </a:ext>
            </a:extLst>
          </p:cNvPr>
          <p:cNvSpPr txBox="1"/>
          <p:nvPr/>
        </p:nvSpPr>
        <p:spPr>
          <a:xfrm>
            <a:off x="6621221" y="5305442"/>
            <a:ext cx="4970274" cy="1158715"/>
          </a:xfrm>
          <a:prstGeom prst="rect">
            <a:avLst/>
          </a:prstGeom>
          <a:noFill/>
          <a:ln>
            <a:noFill/>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FFFFFF020004" pitchFamily="2" charset="0"/>
                <a:cs typeface="Helvetica Neue" panose="02000503FFFFFF020004" pitchFamily="2" charset="0"/>
              </a:defRPr>
            </a:lvl1p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Tenorite"/>
              </a:rPr>
              <a:t>Jordan's team needed direct reassurance from you, but that moment needed to become a repeatable standard for communicating struggling pilots enterprise-wide, not a one-off fix.</a:t>
            </a:r>
          </a:p>
        </p:txBody>
      </p:sp>
    </p:spTree>
    <p:extLst>
      <p:ext uri="{BB962C8B-B14F-4D97-AF65-F5344CB8AC3E}">
        <p14:creationId xmlns:p14="http://schemas.microsoft.com/office/powerpoint/2010/main" val="1545007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29EB14D-E8D6-D871-3D2B-1CA2F7862327}"/>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46801920-C525-53D5-CC22-FEFB5CB10A46}"/>
              </a:ext>
            </a:extLst>
          </p:cNvPr>
          <p:cNvSpPr>
            <a:spLocks noGrp="1"/>
          </p:cNvSpPr>
          <p:nvPr>
            <p:ph type="body" sz="quarter" idx="10"/>
          </p:nvPr>
        </p:nvSpPr>
        <p:spPr>
          <a:xfrm>
            <a:off x="503105" y="446475"/>
            <a:ext cx="11277600" cy="458587"/>
          </a:xfrm>
        </p:spPr>
        <p:txBody>
          <a:bodyPr/>
          <a:lstStyle/>
          <a:p>
            <a:r>
              <a:rPr lang="en-US" sz="2800">
                <a:solidFill>
                  <a:srgbClr val="EA5F84"/>
                </a:solidFill>
                <a:latin typeface="+mj-lt"/>
              </a:rPr>
              <a:t>Wobbler:  </a:t>
            </a:r>
            <a:r>
              <a:rPr lang="en-US" sz="2800">
                <a:solidFill>
                  <a:srgbClr val="24282B"/>
                </a:solidFill>
                <a:latin typeface="+mj-lt"/>
              </a:rPr>
              <a:t>Outcome</a:t>
            </a:r>
            <a:endParaRPr lang="en-US" sz="2800" i="1">
              <a:solidFill>
                <a:srgbClr val="5FBC97"/>
              </a:solidFill>
              <a:latin typeface="+mj-lt"/>
              <a:ea typeface="Palatino" pitchFamily="2" charset="77"/>
            </a:endParaRPr>
          </a:p>
        </p:txBody>
      </p:sp>
      <p:sp>
        <p:nvSpPr>
          <p:cNvPr id="7"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4280F897-CFA0-E69A-E924-DA0D11B7EDB7}"/>
              </a:ext>
            </a:extLst>
          </p:cNvPr>
          <p:cNvSpPr txBox="1"/>
          <p:nvPr/>
        </p:nvSpPr>
        <p:spPr>
          <a:xfrm>
            <a:off x="609600" y="1322310"/>
            <a:ext cx="10733314" cy="4061048"/>
          </a:xfrm>
          <a:prstGeom prst="rect">
            <a:avLst/>
          </a:prstGeom>
          <a:noFill/>
          <a:ln>
            <a:noFill/>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vert="horz" wrap="square" lIns="0" tIns="0" rIns="0" bIns="0" rtlCol="0" anchor="t" anchorCtr="0">
            <a:spAutoFit/>
          </a:bodyPr>
          <a:lstStyle>
            <a:defPPr>
              <a:defRPr lang="en-US"/>
            </a:defPPr>
            <a:lvl1pPr>
              <a:lnSpc>
                <a:spcPct val="120000"/>
              </a:lnSpc>
              <a:spcAft>
                <a:spcPts val="600"/>
              </a:spcAft>
              <a:defRPr sz="1100">
                <a:ea typeface="Tenorite" panose="02000503000000020004" pitchFamily="2" charset="0"/>
                <a:cs typeface="Tenorite" panose="02000503000000020004" pitchFamily="2" charset="0"/>
              </a:defRPr>
            </a:lvl1pPr>
          </a:lstStyle>
          <a:p>
            <a:pPr marL="342900" indent="-342900">
              <a:buAutoNum type="alphaUcParenR"/>
            </a:pPr>
            <a:r>
              <a:rPr lang="en-US" sz="1600" dirty="0">
                <a:solidFill>
                  <a:srgbClr val="000000"/>
                </a:solidFill>
              </a:rPr>
              <a:t>Trust was rebuilt with Jordan's team, but the honesty you modeled never reached the teams watching from outside — where that same uncertainty is now resurfacing.</a:t>
            </a:r>
          </a:p>
          <a:p>
            <a:pPr marL="342900" marR="0" indent="-342900" algn="l">
              <a:lnSpc>
                <a:spcPct val="120000"/>
              </a:lnSpc>
              <a:spcAft>
                <a:spcPts val="600"/>
              </a:spcAft>
              <a:buAutoNum type="alphaUcParenR"/>
            </a:pPr>
            <a:endParaRPr lang="en-US" sz="1600" dirty="0">
              <a:solidFill>
                <a:srgbClr val="000000"/>
              </a:solidFill>
              <a:latin typeface="Tenorite"/>
            </a:endParaRPr>
          </a:p>
          <a:p>
            <a:pPr marL="342900" indent="-342900"/>
            <a:r>
              <a:rPr lang="en-US" sz="1600" dirty="0">
                <a:solidFill>
                  <a:srgbClr val="000000"/>
                </a:solidFill>
                <a:latin typeface="Tenorite"/>
              </a:rPr>
              <a:t>B) </a:t>
            </a:r>
            <a:r>
              <a:rPr lang="en-US" sz="1600" dirty="0">
                <a:solidFill>
                  <a:srgbClr val="000000"/>
                </a:solidFill>
              </a:rPr>
              <a:t>Morale recovered because the immediate threat was removed, but the underlying capacity problem was never solved — one team is still doing the work of three.</a:t>
            </a:r>
          </a:p>
          <a:p>
            <a:pPr marL="342900" marR="0" indent="-342900" algn="l">
              <a:lnSpc>
                <a:spcPct val="120000"/>
              </a:lnSpc>
              <a:spcAft>
                <a:spcPts val="600"/>
              </a:spcAft>
              <a:buNone/>
            </a:pPr>
            <a:endParaRPr lang="en-US" sz="1600" dirty="0">
              <a:solidFill>
                <a:srgbClr val="000000"/>
              </a:solidFill>
              <a:latin typeface="Tenorite"/>
            </a:endParaRPr>
          </a:p>
          <a:p>
            <a:pPr marL="342900" indent="-342900"/>
            <a:r>
              <a:rPr lang="en-US" sz="1600" dirty="0">
                <a:solidFill>
                  <a:srgbClr val="000000"/>
                </a:solidFill>
                <a:latin typeface="Tenorite"/>
              </a:rPr>
              <a:t>C) </a:t>
            </a:r>
            <a:r>
              <a:rPr lang="en-US" sz="1600" dirty="0">
                <a:solidFill>
                  <a:srgbClr val="000000"/>
                </a:solidFill>
              </a:rPr>
              <a:t>You addressed what your team needed to hear, but not what the organization needed to see, leaving other teams to fill the silence with their own worst assumptions.</a:t>
            </a:r>
          </a:p>
          <a:p>
            <a:pPr marL="342900" marR="0" indent="-342900" algn="l">
              <a:lnSpc>
                <a:spcPct val="120000"/>
              </a:lnSpc>
              <a:spcAft>
                <a:spcPts val="600"/>
              </a:spcAft>
              <a:buNone/>
            </a:pPr>
            <a:endParaRPr lang="en-US" sz="1600" dirty="0">
              <a:solidFill>
                <a:srgbClr val="000000"/>
              </a:solidFill>
              <a:latin typeface="Tenorite"/>
            </a:endParaRPr>
          </a:p>
          <a:p>
            <a:pPr marL="342900" indent="-342900"/>
            <a:r>
              <a:rPr lang="en-US" sz="1600" b="1" dirty="0">
                <a:solidFill>
                  <a:srgbClr val="000000"/>
                </a:solidFill>
                <a:latin typeface="Tenorite"/>
              </a:rPr>
              <a:t>D) </a:t>
            </a:r>
            <a:r>
              <a:rPr lang="en-US" sz="1600" b="1" dirty="0">
                <a:solidFill>
                  <a:srgbClr val="000000"/>
                </a:solidFill>
              </a:rPr>
              <a:t>Jordan's team needed direct reassurance from you, but that moment needed to become a repeatable standard for communicating struggling pilots enterprise-wide, not a one-off fix.</a:t>
            </a:r>
          </a:p>
          <a:p>
            <a:pPr marL="342900" indent="-342900"/>
            <a:endParaRPr lang="en-US" sz="1600" dirty="0"/>
          </a:p>
        </p:txBody>
      </p:sp>
      <p:sp>
        <p:nvSpPr>
          <p:cNvPr id="3" name="Rounded Rectangle 5">
            <a:extLst>
              <a:ext uri="{FF2B5EF4-FFF2-40B4-BE49-F238E27FC236}">
                <a16:creationId xmlns:a16="http://schemas.microsoft.com/office/drawing/2014/main" id="{EBF83668-BC84-5A78-9656-3316E0193423}"/>
              </a:ext>
            </a:extLst>
          </p:cNvPr>
          <p:cNvSpPr/>
          <p:nvPr/>
        </p:nvSpPr>
        <p:spPr>
          <a:xfrm>
            <a:off x="313406" y="4071257"/>
            <a:ext cx="11562908" cy="1356939"/>
          </a:xfrm>
          <a:prstGeom prst="roundRect">
            <a:avLst>
              <a:gd name="adj" fmla="val 3378"/>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enr"/>
              <a:ea typeface="Helvetica Neue" panose="02000503000000020004" pitchFamily="2" charset="0"/>
              <a:cs typeface="Helvetica Neue" panose="02000503000000020004" pitchFamily="2" charset="0"/>
            </a:endParaRPr>
          </a:p>
        </p:txBody>
      </p:sp>
      <p:sp>
        <p:nvSpPr>
          <p:cNvPr id="5" name="TextBox 4">
            <a:extLst>
              <a:ext uri="{FF2B5EF4-FFF2-40B4-BE49-F238E27FC236}">
                <a16:creationId xmlns:a16="http://schemas.microsoft.com/office/drawing/2014/main" id="{07FA3954-3C24-964D-A870-1A74AAA840D0}"/>
              </a:ext>
            </a:extLst>
          </p:cNvPr>
          <p:cNvSpPr txBox="1"/>
          <p:nvPr/>
        </p:nvSpPr>
        <p:spPr>
          <a:xfrm>
            <a:off x="407496" y="5535690"/>
            <a:ext cx="11373209" cy="446314"/>
          </a:xfrm>
          <a:prstGeom prst="rect">
            <a:avLst/>
          </a:prstGeom>
        </p:spPr>
        <p:txBody>
          <a:bodyPr wrap="square" lIns="0" rIns="0" rtlCol="0">
            <a:noAutofit/>
          </a:bodyPr>
          <a:lstStyle/>
          <a:p>
            <a:pPr algn="ctr"/>
            <a:r>
              <a:rPr lang="en-US" dirty="0">
                <a:solidFill>
                  <a:schemeClr val="accent2"/>
                </a:solidFill>
              </a:rPr>
              <a:t>BTS recommends communicating that D is the most efficient thing to do first.  </a:t>
            </a:r>
          </a:p>
        </p:txBody>
      </p:sp>
    </p:spTree>
    <p:extLst>
      <p:ext uri="{BB962C8B-B14F-4D97-AF65-F5344CB8AC3E}">
        <p14:creationId xmlns:p14="http://schemas.microsoft.com/office/powerpoint/2010/main" val="3413320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AA6C9-62C8-2A22-C175-855D422BA81C}"/>
            </a:ext>
          </a:extLst>
        </p:cNvPr>
        <p:cNvGrpSpPr/>
        <p:nvPr/>
      </p:nvGrpSpPr>
      <p:grpSpPr>
        <a:xfrm>
          <a:off x="0" y="0"/>
          <a:ext cx="0" cy="0"/>
          <a:chOff x="0" y="0"/>
          <a:chExt cx="0" cy="0"/>
        </a:xfrm>
      </p:grpSpPr>
      <p:sp>
        <p:nvSpPr>
          <p:cNvPr id="51" name="Title 50">
            <a:extLst>
              <a:ext uri="{FF2B5EF4-FFF2-40B4-BE49-F238E27FC236}">
                <a16:creationId xmlns:a16="http://schemas.microsoft.com/office/drawing/2014/main" id="{F07CAAA3-F3A1-6B78-6FE2-D29FA15805C0}"/>
              </a:ext>
            </a:extLst>
          </p:cNvPr>
          <p:cNvSpPr>
            <a:spLocks noGrp="1"/>
          </p:cNvSpPr>
          <p:nvPr>
            <p:ph type="title"/>
          </p:nvPr>
        </p:nvSpPr>
        <p:spPr>
          <a:xfrm>
            <a:off x="313406" y="491903"/>
            <a:ext cx="11430000" cy="491836"/>
          </a:xfrm>
        </p:spPr>
        <p:txBody>
          <a:bodyPr/>
          <a:lstStyle/>
          <a:p>
            <a:pPr lvl="0">
              <a:lnSpc>
                <a:spcPct val="112000"/>
              </a:lnSpc>
              <a:spcBef>
                <a:spcPts val="0"/>
              </a:spcBef>
              <a:defRPr/>
            </a:pPr>
            <a:r>
              <a:rPr lang="en-US" dirty="0">
                <a:solidFill>
                  <a:srgbClr val="EA5F84"/>
                </a:solidFill>
                <a:latin typeface="Tenorite"/>
              </a:rPr>
              <a:t>Moment 3: </a:t>
            </a:r>
            <a:r>
              <a:rPr lang="en-US" dirty="0">
                <a:solidFill>
                  <a:srgbClr val="24282B"/>
                </a:solidFill>
                <a:latin typeface="Tenorite"/>
              </a:rPr>
              <a:t>When a Team Has a Breakthrough Worth Scaling</a:t>
            </a:r>
            <a:endParaRPr lang="en-US" spc="0" dirty="0">
              <a:solidFill>
                <a:srgbClr val="24282B"/>
              </a:solidFill>
              <a:latin typeface="Tenorite"/>
            </a:endParaRPr>
          </a:p>
        </p:txBody>
      </p:sp>
      <p:sp>
        <p:nvSpPr>
          <p:cNvPr id="6" name="Rounded Rectangle 5">
            <a:extLst>
              <a:ext uri="{FF2B5EF4-FFF2-40B4-BE49-F238E27FC236}">
                <a16:creationId xmlns:a16="http://schemas.microsoft.com/office/drawing/2014/main" id="{C96CB7D4-FE1B-E6E8-514E-C29A2A7B2A9C}"/>
              </a:ext>
            </a:extLst>
          </p:cNvPr>
          <p:cNvSpPr/>
          <p:nvPr/>
        </p:nvSpPr>
        <p:spPr>
          <a:xfrm>
            <a:off x="313406" y="1671213"/>
            <a:ext cx="5665416" cy="5009475"/>
          </a:xfrm>
          <a:prstGeom prst="roundRect">
            <a:avLst>
              <a:gd name="adj" fmla="val 3378"/>
            </a:avLst>
          </a:prstGeom>
          <a:solidFill>
            <a:schemeClr val="bg1"/>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enorite"/>
              <a:ea typeface="Helvetica Neue" panose="02000503000000020004" pitchFamily="2" charset="0"/>
              <a:cs typeface="Helvetica Neue" panose="02000503000000020004" pitchFamily="2" charset="0"/>
            </a:endParaRPr>
          </a:p>
        </p:txBody>
      </p:sp>
      <p:sp>
        <p:nvSpPr>
          <p:cNvPr id="7" name="Rounded Rectangle 6">
            <a:extLst>
              <a:ext uri="{FF2B5EF4-FFF2-40B4-BE49-F238E27FC236}">
                <a16:creationId xmlns:a16="http://schemas.microsoft.com/office/drawing/2014/main" id="{EFFA67A2-90F8-DFA8-5FCB-426EBBE943DD}"/>
              </a:ext>
            </a:extLst>
          </p:cNvPr>
          <p:cNvSpPr/>
          <p:nvPr/>
        </p:nvSpPr>
        <p:spPr>
          <a:xfrm>
            <a:off x="6176832" y="1671211"/>
            <a:ext cx="5666978" cy="5009475"/>
          </a:xfrm>
          <a:prstGeom prst="roundRect">
            <a:avLst>
              <a:gd name="adj" fmla="val 337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enorite"/>
              <a:ea typeface="Helvetica Neue" panose="02000503000000020004" pitchFamily="2" charset="0"/>
              <a:cs typeface="Helvetica Neue" panose="02000503000000020004" pitchFamily="2" charset="0"/>
            </a:endParaRPr>
          </a:p>
        </p:txBody>
      </p:sp>
      <p:sp>
        <p:nvSpPr>
          <p:cNvPr id="9"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C241AC1F-0EA1-58CB-B877-D1A9057300DB}"/>
              </a:ext>
            </a:extLst>
          </p:cNvPr>
          <p:cNvSpPr txBox="1"/>
          <p:nvPr/>
        </p:nvSpPr>
        <p:spPr>
          <a:xfrm>
            <a:off x="443127" y="2307938"/>
            <a:ext cx="5243708" cy="3462486"/>
          </a:xfrm>
          <a:prstGeom prst="rect">
            <a:avLst/>
          </a:prstGeom>
          <a:noFill/>
          <a:ln>
            <a:noFill/>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11111"/>
                </a:solidFill>
                <a:effectLst/>
                <a:uLnTx/>
                <a:uFillTx/>
                <a:latin typeface="Tenorite"/>
              </a:rPr>
              <a:t>Mia leads Candidate Screening and her team built an AI workflow that cut processing time by 40% and improved first-pass accuracy. Leadership noticed the improvement, yet they're not aware that the workflow was never formally documented. It relies on Mia's institutional knowledge, two analysts who know which candidates the model misreads, and calibration decisions never written down.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400" dirty="0">
              <a:solidFill>
                <a:srgbClr val="111111"/>
              </a:solidFill>
              <a:latin typeface="Tenorite"/>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11111"/>
                </a:solidFill>
                <a:effectLst/>
                <a:uLnTx/>
                <a:uFillTx/>
                <a:latin typeface="Tenorite"/>
              </a:rPr>
              <a:t>The team is at capacity, and there is pressure to replicate the workflow across eight teams by end of quarter. Mia comes to you: "I'm being pressured to roll this out by end of quarter. I want to make it work, but I'm worried. We built it iteratively, a lot isn't written down, and some of it only makes sense if you've been in the weeds. I don't want to hand people a black box." What you decide will shape not just this rollout, but how Meridian treats every future breakthrough from a team that moved fast.</a:t>
            </a:r>
            <a:endParaRPr kumimoji="0" lang="en-US" sz="1500" b="0" i="0" u="none" strike="noStrike" kern="1200" cap="none" spc="0" normalizeH="0" baseline="0" noProof="0" dirty="0">
              <a:ln>
                <a:noFill/>
              </a:ln>
              <a:solidFill>
                <a:srgbClr val="111111"/>
              </a:solidFill>
              <a:effectLst/>
              <a:uLnTx/>
              <a:uFillTx/>
              <a:latin typeface="Tenorite"/>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11111"/>
                </a:solidFill>
                <a:effectLst/>
                <a:uLnTx/>
                <a:uFillTx/>
                <a:latin typeface="Tenorite"/>
              </a:rPr>
              <a:t>What do you do?</a:t>
            </a:r>
          </a:p>
        </p:txBody>
      </p:sp>
      <p:sp>
        <p:nvSpPr>
          <p:cNvPr id="10" name="Rectangle 9">
            <a:extLst>
              <a:ext uri="{FF2B5EF4-FFF2-40B4-BE49-F238E27FC236}">
                <a16:creationId xmlns:a16="http://schemas.microsoft.com/office/drawing/2014/main" id="{8C8099B3-0963-5469-C1BF-800DC14166C9}"/>
              </a:ext>
            </a:extLst>
          </p:cNvPr>
          <p:cNvSpPr/>
          <p:nvPr/>
        </p:nvSpPr>
        <p:spPr>
          <a:xfrm>
            <a:off x="443127" y="1953723"/>
            <a:ext cx="2564899" cy="230832"/>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800" b="1" i="0" u="none" strike="noStrike" kern="1200" cap="all" spc="0" normalizeH="0" baseline="0" noProof="0">
                <a:ln>
                  <a:noFill/>
                </a:ln>
                <a:solidFill>
                  <a:srgbClr val="111111"/>
                </a:solidFill>
                <a:effectLst/>
                <a:uLnTx/>
                <a:uFillTx/>
                <a:latin typeface="Tenorite"/>
                <a:ea typeface="Helvetica Neue" panose="02000503000000020004" pitchFamily="2" charset="0"/>
                <a:cs typeface="Helvetica Neue" panose="02000503000000020004" pitchFamily="2" charset="0"/>
              </a:rPr>
              <a:t>Scenario</a:t>
            </a:r>
          </a:p>
        </p:txBody>
      </p:sp>
      <p:sp>
        <p:nvSpPr>
          <p:cNvPr id="11" name="Rectangle 10">
            <a:extLst>
              <a:ext uri="{FF2B5EF4-FFF2-40B4-BE49-F238E27FC236}">
                <a16:creationId xmlns:a16="http://schemas.microsoft.com/office/drawing/2014/main" id="{9CFCF16F-3425-7535-AA3A-886E2DED6CE1}"/>
              </a:ext>
            </a:extLst>
          </p:cNvPr>
          <p:cNvSpPr/>
          <p:nvPr/>
        </p:nvSpPr>
        <p:spPr>
          <a:xfrm>
            <a:off x="6325290" y="2154204"/>
            <a:ext cx="212930" cy="230832"/>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600" b="1" i="0" u="none" strike="noStrike" kern="1200" cap="none" spc="0" normalizeH="0" baseline="0" noProof="0">
                <a:ln>
                  <a:noFill/>
                </a:ln>
                <a:solidFill>
                  <a:srgbClr val="FFFFFF"/>
                </a:solidFill>
                <a:effectLst/>
                <a:uLnTx/>
                <a:uFillTx/>
                <a:latin typeface="Tenorite"/>
                <a:ea typeface="Helvetica Neue" panose="02000503000000020004" pitchFamily="2" charset="0"/>
                <a:cs typeface="Helvetica Neue" panose="02000503000000020004" pitchFamily="2" charset="0"/>
              </a:rPr>
              <a:t>A.</a:t>
            </a:r>
          </a:p>
        </p:txBody>
      </p:sp>
      <p:sp>
        <p:nvSpPr>
          <p:cNvPr id="25" name="Rectangle 24">
            <a:extLst>
              <a:ext uri="{FF2B5EF4-FFF2-40B4-BE49-F238E27FC236}">
                <a16:creationId xmlns:a16="http://schemas.microsoft.com/office/drawing/2014/main" id="{2E80587F-C41A-4CFE-8FF0-E38363A32B3D}"/>
              </a:ext>
            </a:extLst>
          </p:cNvPr>
          <p:cNvSpPr/>
          <p:nvPr/>
        </p:nvSpPr>
        <p:spPr>
          <a:xfrm>
            <a:off x="6325290" y="1905064"/>
            <a:ext cx="2564899" cy="230832"/>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800" b="1" i="0" u="none" strike="noStrike" kern="1200" cap="all" spc="0" normalizeH="0" baseline="0" noProof="0">
                <a:ln>
                  <a:noFill/>
                </a:ln>
                <a:solidFill>
                  <a:srgbClr val="FFFFFF"/>
                </a:solidFill>
                <a:effectLst/>
                <a:uLnTx/>
                <a:uFillTx/>
                <a:latin typeface="Tenorite"/>
                <a:ea typeface="Helvetica Neue" panose="02000503000000020004" pitchFamily="2" charset="0"/>
                <a:cs typeface="Helvetica Neue" panose="02000503000000020004" pitchFamily="2" charset="0"/>
              </a:rPr>
              <a:t>Scenario OPTIONS</a:t>
            </a:r>
          </a:p>
        </p:txBody>
      </p:sp>
      <p:sp>
        <p:nvSpPr>
          <p:cNvPr id="26"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190A1370-BBE2-687E-B4AB-B902F340053A}"/>
              </a:ext>
            </a:extLst>
          </p:cNvPr>
          <p:cNvSpPr txBox="1"/>
          <p:nvPr/>
        </p:nvSpPr>
        <p:spPr>
          <a:xfrm>
            <a:off x="6656541" y="2172734"/>
            <a:ext cx="4800994" cy="461665"/>
          </a:xfrm>
          <a:prstGeom prst="rect">
            <a:avLst/>
          </a:prstGeom>
          <a:noFill/>
          <a:ln>
            <a:noFill/>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lvl="0" defTabSz="457200">
              <a:lnSpc>
                <a:spcPct val="100000"/>
              </a:lnSpc>
              <a:spcAft>
                <a:spcPts val="0"/>
              </a:spcAft>
              <a:defRPr/>
            </a:pPr>
            <a:r>
              <a:rPr lang="en-US" sz="1000" dirty="0">
                <a:solidFill>
                  <a:srgbClr val="FFFFFF"/>
                </a:solidFill>
              </a:rPr>
              <a:t>You recommend a fast rollout, telling Mia "The business case is proven, and every week we wait, eight teams run the old process. Let's get them started, they can document as they go. I'm available for questions if you or the team have any."</a:t>
            </a:r>
            <a:endParaRPr kumimoji="0" lang="en-US" sz="1000" b="0" i="0" u="none" strike="noStrike" kern="1200" cap="none" spc="0" normalizeH="0" baseline="0" noProof="0" dirty="0">
              <a:ln>
                <a:noFill/>
              </a:ln>
              <a:solidFill>
                <a:srgbClr val="FFFFFF"/>
              </a:solidFill>
              <a:effectLst/>
              <a:uLnTx/>
              <a:uFillTx/>
              <a:latin typeface="Tenorite"/>
            </a:endParaRPr>
          </a:p>
        </p:txBody>
      </p:sp>
      <p:sp>
        <p:nvSpPr>
          <p:cNvPr id="28" name="Rectangle 27">
            <a:extLst>
              <a:ext uri="{FF2B5EF4-FFF2-40B4-BE49-F238E27FC236}">
                <a16:creationId xmlns:a16="http://schemas.microsoft.com/office/drawing/2014/main" id="{D28ACA6B-554C-3008-280F-5F74F7D15F25}"/>
              </a:ext>
            </a:extLst>
          </p:cNvPr>
          <p:cNvSpPr/>
          <p:nvPr/>
        </p:nvSpPr>
        <p:spPr>
          <a:xfrm>
            <a:off x="6301060" y="3036636"/>
            <a:ext cx="212930" cy="230832"/>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Tenorite"/>
                <a:ea typeface="Helvetica Neue" panose="02000503000000020004" pitchFamily="2" charset="0"/>
                <a:cs typeface="Helvetica Neue" panose="02000503000000020004" pitchFamily="2" charset="0"/>
              </a:rPr>
              <a:t>B.</a:t>
            </a:r>
          </a:p>
        </p:txBody>
      </p:sp>
      <p:sp>
        <p:nvSpPr>
          <p:cNvPr id="36"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D6E07C16-8D88-30E3-2E7E-434A7746E13C}"/>
              </a:ext>
            </a:extLst>
          </p:cNvPr>
          <p:cNvSpPr txBox="1"/>
          <p:nvPr/>
        </p:nvSpPr>
        <p:spPr>
          <a:xfrm>
            <a:off x="6632311" y="3055166"/>
            <a:ext cx="4982389" cy="615553"/>
          </a:xfrm>
          <a:prstGeom prst="rect">
            <a:avLst/>
          </a:prstGeom>
          <a:noFill/>
          <a:ln>
            <a:noFill/>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lvl="0" defTabSz="457200">
              <a:lnSpc>
                <a:spcPct val="100000"/>
              </a:lnSpc>
              <a:spcAft>
                <a:spcPts val="0"/>
              </a:spcAft>
              <a:defRPr/>
            </a:pPr>
            <a:r>
              <a:rPr lang="en-US" sz="1000" dirty="0">
                <a:solidFill>
                  <a:srgbClr val="FFFFFF"/>
                </a:solidFill>
              </a:rPr>
              <a:t>You set a six-week pilot timeline with a clear documentation plan, telling Mia: "You're right to flag this, so let's just run parallel pilots with two volunteer teams first. Document what's working as you teach it, built into the pilot itself. We'll co-build the enterprise template with you, not around you, then we scale."</a:t>
            </a:r>
            <a:endParaRPr kumimoji="0" lang="en-US" sz="1000" b="0" i="0" u="none" strike="noStrike" kern="1200" cap="none" spc="0" normalizeH="0" baseline="0" noProof="0" dirty="0">
              <a:ln>
                <a:noFill/>
              </a:ln>
              <a:solidFill>
                <a:srgbClr val="FFFFFF"/>
              </a:solidFill>
              <a:effectLst/>
              <a:uLnTx/>
              <a:uFillTx/>
              <a:latin typeface="Tenorite"/>
            </a:endParaRPr>
          </a:p>
        </p:txBody>
      </p:sp>
      <p:sp>
        <p:nvSpPr>
          <p:cNvPr id="37" name="Rectangle 36">
            <a:extLst>
              <a:ext uri="{FF2B5EF4-FFF2-40B4-BE49-F238E27FC236}">
                <a16:creationId xmlns:a16="http://schemas.microsoft.com/office/drawing/2014/main" id="{8F9314CF-9DDA-2FE2-5B48-CBB23C3CC744}"/>
              </a:ext>
            </a:extLst>
          </p:cNvPr>
          <p:cNvSpPr/>
          <p:nvPr/>
        </p:nvSpPr>
        <p:spPr>
          <a:xfrm>
            <a:off x="6301060" y="4089110"/>
            <a:ext cx="212930" cy="230832"/>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600" b="1" i="0" u="none" strike="noStrike" kern="1200" cap="none" spc="0" normalizeH="0" baseline="0" noProof="0">
                <a:ln>
                  <a:noFill/>
                </a:ln>
                <a:solidFill>
                  <a:srgbClr val="FFFFFF"/>
                </a:solidFill>
                <a:effectLst/>
                <a:uLnTx/>
                <a:uFillTx/>
                <a:latin typeface="Tenorite"/>
                <a:ea typeface="Helvetica Neue" panose="02000503000000020004" pitchFamily="2" charset="0"/>
                <a:cs typeface="Helvetica Neue" panose="02000503000000020004" pitchFamily="2" charset="0"/>
              </a:rPr>
              <a:t>C.</a:t>
            </a:r>
          </a:p>
        </p:txBody>
      </p:sp>
      <p:sp>
        <p:nvSpPr>
          <p:cNvPr id="38"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3F10124A-51A6-C4E8-998B-7BA2C4C7D9C9}"/>
              </a:ext>
            </a:extLst>
          </p:cNvPr>
          <p:cNvSpPr txBox="1"/>
          <p:nvPr/>
        </p:nvSpPr>
        <p:spPr>
          <a:xfrm>
            <a:off x="6644426" y="4105264"/>
            <a:ext cx="4970274" cy="615553"/>
          </a:xfrm>
          <a:prstGeom prst="rect">
            <a:avLst/>
          </a:prstGeom>
          <a:noFill/>
          <a:ln>
            <a:noFill/>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lvl="0" defTabSz="457200">
              <a:lnSpc>
                <a:spcPct val="100000"/>
              </a:lnSpc>
              <a:spcAft>
                <a:spcPts val="0"/>
              </a:spcAft>
              <a:defRPr/>
            </a:pPr>
            <a:r>
              <a:rPr lang="en-US" sz="1000" dirty="0">
                <a:solidFill>
                  <a:srgbClr val="FFFFFF"/>
                </a:solidFill>
              </a:rPr>
              <a:t>You recommend coordinating a multi-team review process, telling Mia: "Before we roll anything out, let's do this properly. We'll pause and stand up a documentation workstream first. I'll loop in operations, compliance, and the receiving teams so we build the standard with full input. Once everyone signs off, we scale."</a:t>
            </a:r>
            <a:endParaRPr kumimoji="0" lang="en-US" sz="1000" b="0" i="0" u="none" strike="noStrike" kern="1200" cap="none" spc="0" normalizeH="0" baseline="0" noProof="0" dirty="0">
              <a:ln>
                <a:noFill/>
              </a:ln>
              <a:solidFill>
                <a:srgbClr val="FFFFFF"/>
              </a:solidFill>
              <a:effectLst/>
              <a:uLnTx/>
              <a:uFillTx/>
              <a:latin typeface="Tenorite"/>
            </a:endParaRPr>
          </a:p>
        </p:txBody>
      </p:sp>
    </p:spTree>
    <p:extLst>
      <p:ext uri="{BB962C8B-B14F-4D97-AF65-F5344CB8AC3E}">
        <p14:creationId xmlns:p14="http://schemas.microsoft.com/office/powerpoint/2010/main" val="1109666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1" grpId="0"/>
      <p:bldP spid="25" grpId="0"/>
      <p:bldP spid="26" grpId="0"/>
      <p:bldP spid="28" grpId="0"/>
      <p:bldP spid="36" grpId="0"/>
      <p:bldP spid="37" grpId="0"/>
      <p:bldP spid="3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772A6-C11F-CBEC-96AC-B4D835B7A9A2}"/>
            </a:ext>
          </a:extLst>
        </p:cNvPr>
        <p:cNvGrpSpPr/>
        <p:nvPr/>
      </p:nvGrpSpPr>
      <p:grpSpPr>
        <a:xfrm>
          <a:off x="0" y="0"/>
          <a:ext cx="0" cy="0"/>
          <a:chOff x="0" y="0"/>
          <a:chExt cx="0" cy="0"/>
        </a:xfrm>
      </p:grpSpPr>
      <p:sp>
        <p:nvSpPr>
          <p:cNvPr id="35" name="Rectangle 34">
            <a:extLst>
              <a:ext uri="{FF2B5EF4-FFF2-40B4-BE49-F238E27FC236}">
                <a16:creationId xmlns:a16="http://schemas.microsoft.com/office/drawing/2014/main" id="{86D161E2-2780-D49D-D07C-862BB02CE6CB}"/>
              </a:ext>
            </a:extLst>
          </p:cNvPr>
          <p:cNvSpPr/>
          <p:nvPr/>
        </p:nvSpPr>
        <p:spPr>
          <a:xfrm>
            <a:off x="518303" y="1345479"/>
            <a:ext cx="200814" cy="254000"/>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600" b="1" i="0" u="none" strike="noStrike" kern="1200" cap="none" spc="0" normalizeH="0" baseline="0" noProof="0">
                <a:ln>
                  <a:noFill/>
                </a:ln>
                <a:solidFill>
                  <a:srgbClr val="000000"/>
                </a:solidFill>
                <a:effectLst/>
                <a:uLnTx/>
                <a:uFillTx/>
                <a:latin typeface="Tenorite"/>
                <a:ea typeface="Helvetica Neue" panose="02000503000000020004" pitchFamily="2" charset="0"/>
                <a:cs typeface="Helvetica Neue" panose="02000503000000020004" pitchFamily="2" charset="0"/>
              </a:rPr>
              <a:t>A.</a:t>
            </a:r>
          </a:p>
        </p:txBody>
      </p:sp>
      <p:sp>
        <p:nvSpPr>
          <p:cNvPr id="31"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A18516A4-DC39-1BEB-0B2B-670DC3B4132E}"/>
              </a:ext>
            </a:extLst>
          </p:cNvPr>
          <p:cNvSpPr txBox="1"/>
          <p:nvPr/>
        </p:nvSpPr>
        <p:spPr>
          <a:xfrm>
            <a:off x="850900" y="1345479"/>
            <a:ext cx="5803437" cy="1202893"/>
          </a:xfrm>
          <a:prstGeom prst="rect">
            <a:avLst/>
          </a:prstGeom>
          <a:noFill/>
          <a:ln>
            <a:noFill/>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marL="0" marR="0" lvl="0" indent="0" algn="l" defTabSz="914400" rtl="0" eaLnBrk="1" fontAlgn="auto" latinLnBrk="0" hangingPunct="1">
              <a:lnSpc>
                <a:spcPct val="120000"/>
              </a:lnSpc>
              <a:spcBef>
                <a:spcPts val="0"/>
              </a:spcBef>
              <a:spcAft>
                <a:spcPts val="60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Tenorite"/>
              </a:rPr>
              <a:t>Six of the eight teams adopt the workflow. Turnaround improves in three. The other three hit edge cases the documentation doesn't cover and get inconsistent results. Within two months, four different versions run across the function. No one can say with confidence which is performing best or why. Fast deployment without documentation fragments the knowledge that made the breakthrough possible. The teams that built it get blamed for a rollout failure that was actually a documentation failure.</a:t>
            </a:r>
            <a:endParaRPr kumimoji="0" lang="en-US" sz="1100" b="0" i="0" u="none" strike="noStrike" kern="1200" cap="none" spc="0" normalizeH="0" baseline="0" noProof="0" dirty="0">
              <a:ln>
                <a:noFill/>
              </a:ln>
              <a:solidFill>
                <a:srgbClr val="0D0D0D"/>
              </a:solidFill>
              <a:effectLst/>
              <a:uLnTx/>
              <a:uFillTx/>
              <a:latin typeface="Tenorite"/>
            </a:endParaRPr>
          </a:p>
        </p:txBody>
      </p:sp>
      <p:sp>
        <p:nvSpPr>
          <p:cNvPr id="32" name="Rectangle 31">
            <a:extLst>
              <a:ext uri="{FF2B5EF4-FFF2-40B4-BE49-F238E27FC236}">
                <a16:creationId xmlns:a16="http://schemas.microsoft.com/office/drawing/2014/main" id="{9AE225CF-60BF-A725-21EE-2CA83495DD89}"/>
              </a:ext>
            </a:extLst>
          </p:cNvPr>
          <p:cNvSpPr/>
          <p:nvPr/>
        </p:nvSpPr>
        <p:spPr>
          <a:xfrm>
            <a:off x="531587" y="2716195"/>
            <a:ext cx="212930" cy="254000"/>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600" b="1" i="0" u="none" strike="noStrike" kern="1200" cap="none" spc="0" normalizeH="0" baseline="0" noProof="0">
                <a:ln>
                  <a:noFill/>
                </a:ln>
                <a:solidFill>
                  <a:srgbClr val="000000"/>
                </a:solidFill>
                <a:effectLst/>
                <a:uLnTx/>
                <a:uFillTx/>
                <a:latin typeface="Tenorite"/>
                <a:ea typeface="Helvetica Neue" panose="02000503000000020004" pitchFamily="2" charset="0"/>
                <a:cs typeface="Helvetica Neue" panose="02000503000000020004" pitchFamily="2" charset="0"/>
              </a:rPr>
              <a:t>B.</a:t>
            </a:r>
          </a:p>
        </p:txBody>
      </p:sp>
      <p:sp>
        <p:nvSpPr>
          <p:cNvPr id="33"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6DA3073D-296D-7865-F519-CBACB4EB649D}"/>
              </a:ext>
            </a:extLst>
          </p:cNvPr>
          <p:cNvSpPr txBox="1"/>
          <p:nvPr/>
        </p:nvSpPr>
        <p:spPr>
          <a:xfrm>
            <a:off x="863600" y="2716195"/>
            <a:ext cx="6096000" cy="1001621"/>
          </a:xfrm>
          <a:prstGeom prst="rect">
            <a:avLst/>
          </a:prstGeom>
          <a:noFill/>
          <a:ln>
            <a:noFill/>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marL="0" marR="0" lvl="0" indent="0" algn="l" defTabSz="914400" rtl="0" eaLnBrk="1" fontAlgn="auto" latinLnBrk="0" hangingPunct="1">
              <a:lnSpc>
                <a:spcPct val="120000"/>
              </a:lnSpc>
              <a:spcBef>
                <a:spcPts val="0"/>
              </a:spcBef>
              <a:spcAft>
                <a:spcPts val="60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Tenorite"/>
              </a:rPr>
              <a:t>There is pushback on the timeline. You hold the position: scaling without documentation produces inconsistent results. Two pilot teams are selected. Mia co-facilitates the onboarding and documentation is built in real time as edge cases surface. Six weeks later, the enterprise template is solid and the rollout to the remaining six teams goes cleanly. It takes longer than Option A, but the result is replicable, measurable, and compounds over time.</a:t>
            </a:r>
            <a:endParaRPr kumimoji="0" lang="en-US" sz="1100" b="0" i="0" u="none" strike="noStrike" kern="1200" cap="none" spc="0" normalizeH="0" baseline="0" noProof="0" dirty="0">
              <a:ln>
                <a:noFill/>
              </a:ln>
              <a:solidFill>
                <a:srgbClr val="0D0D0D"/>
              </a:solidFill>
              <a:effectLst/>
              <a:uLnTx/>
              <a:uFillTx/>
              <a:latin typeface="Tenorite"/>
            </a:endParaRPr>
          </a:p>
        </p:txBody>
      </p:sp>
      <p:sp>
        <p:nvSpPr>
          <p:cNvPr id="34" name="Rectangle 33">
            <a:extLst>
              <a:ext uri="{FF2B5EF4-FFF2-40B4-BE49-F238E27FC236}">
                <a16:creationId xmlns:a16="http://schemas.microsoft.com/office/drawing/2014/main" id="{4FA72E92-A66F-514C-D679-7583A48500F1}"/>
              </a:ext>
            </a:extLst>
          </p:cNvPr>
          <p:cNvSpPr/>
          <p:nvPr/>
        </p:nvSpPr>
        <p:spPr>
          <a:xfrm>
            <a:off x="518303" y="4013051"/>
            <a:ext cx="212930" cy="254000"/>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600" b="1" i="0" u="none" strike="noStrike" kern="1200" cap="none" spc="0" normalizeH="0" baseline="0" noProof="0">
                <a:ln>
                  <a:noFill/>
                </a:ln>
                <a:solidFill>
                  <a:srgbClr val="000000"/>
                </a:solidFill>
                <a:effectLst/>
                <a:uLnTx/>
                <a:uFillTx/>
                <a:latin typeface="Tenorite"/>
                <a:ea typeface="Helvetica Neue" panose="02000503000000020004" pitchFamily="2" charset="0"/>
                <a:cs typeface="Helvetica Neue" panose="02000503000000020004" pitchFamily="2" charset="0"/>
              </a:rPr>
              <a:t>C.</a:t>
            </a:r>
          </a:p>
        </p:txBody>
      </p:sp>
      <p:sp>
        <p:nvSpPr>
          <p:cNvPr id="40"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8A15FE6A-3C0D-460A-10D4-DBDCFDC742AE}"/>
              </a:ext>
            </a:extLst>
          </p:cNvPr>
          <p:cNvSpPr txBox="1"/>
          <p:nvPr/>
        </p:nvSpPr>
        <p:spPr>
          <a:xfrm>
            <a:off x="863600" y="4013051"/>
            <a:ext cx="6096000" cy="999761"/>
          </a:xfrm>
          <a:prstGeom prst="rect">
            <a:avLst/>
          </a:prstGeom>
          <a:noFill/>
          <a:ln>
            <a:noFill/>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marL="0" marR="0" lvl="0" indent="0" algn="l" defTabSz="914400" rtl="0" eaLnBrk="1" fontAlgn="auto" latinLnBrk="0" hangingPunct="1">
              <a:lnSpc>
                <a:spcPct val="120000"/>
              </a:lnSpc>
              <a:spcBef>
                <a:spcPts val="0"/>
              </a:spcBef>
              <a:spcAft>
                <a:spcPts val="60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Tenorite"/>
              </a:rPr>
              <a:t>The documentation workstream kicks off. Stakeholder alignment takes longer than expected: each group has questions and requests for review. Mia and her analysts are pulled into meeting after meeting. Six weeks pass with no rollout started. By the time sign-off arrives, two target teams have built their own workarounds. Mia's team is exhausted. The pursuit of a perfect process delayed a rollout that could have been learning and improving in the field.</a:t>
            </a:r>
            <a:endParaRPr kumimoji="0" lang="en-US" sz="1100" b="0" i="0" u="none" strike="noStrike" kern="1200" cap="none" spc="0" normalizeH="0" baseline="0" noProof="0" dirty="0">
              <a:ln>
                <a:noFill/>
              </a:ln>
              <a:solidFill>
                <a:srgbClr val="0D0D0D"/>
              </a:solidFill>
              <a:effectLst/>
              <a:uLnTx/>
              <a:uFillTx/>
              <a:latin typeface="Tenorite"/>
            </a:endParaRPr>
          </a:p>
        </p:txBody>
      </p:sp>
      <p:sp>
        <p:nvSpPr>
          <p:cNvPr id="3" name="Rectangle 2">
            <a:extLst>
              <a:ext uri="{FF2B5EF4-FFF2-40B4-BE49-F238E27FC236}">
                <a16:creationId xmlns:a16="http://schemas.microsoft.com/office/drawing/2014/main" id="{D3ED0015-114A-4771-673C-A327B1F73885}"/>
              </a:ext>
            </a:extLst>
          </p:cNvPr>
          <p:cNvSpPr/>
          <p:nvPr/>
        </p:nvSpPr>
        <p:spPr>
          <a:xfrm>
            <a:off x="8503056" y="1208553"/>
            <a:ext cx="1315324" cy="448328"/>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14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Team        </a:t>
            </a:r>
            <a:r>
              <a:rPr kumimoji="0" lang="en-US" sz="1400" b="1" i="0" u="sng"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Trust</a:t>
            </a:r>
          </a:p>
        </p:txBody>
      </p:sp>
      <p:sp>
        <p:nvSpPr>
          <p:cNvPr id="2" name="Rectangle 1">
            <a:extLst>
              <a:ext uri="{FF2B5EF4-FFF2-40B4-BE49-F238E27FC236}">
                <a16:creationId xmlns:a16="http://schemas.microsoft.com/office/drawing/2014/main" id="{4A434471-4EDA-59D8-3575-1DD8B5D646E5}"/>
              </a:ext>
            </a:extLst>
          </p:cNvPr>
          <p:cNvSpPr/>
          <p:nvPr/>
        </p:nvSpPr>
        <p:spPr>
          <a:xfrm>
            <a:off x="6861976" y="1198262"/>
            <a:ext cx="1315324" cy="448328"/>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14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AI         </a:t>
            </a:r>
            <a:r>
              <a:rPr kumimoji="0" lang="en-US" sz="1400" b="1" i="0" u="sng"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Velocity</a:t>
            </a:r>
          </a:p>
        </p:txBody>
      </p:sp>
      <p:sp>
        <p:nvSpPr>
          <p:cNvPr id="5" name="Rectangle 4">
            <a:extLst>
              <a:ext uri="{FF2B5EF4-FFF2-40B4-BE49-F238E27FC236}">
                <a16:creationId xmlns:a16="http://schemas.microsoft.com/office/drawing/2014/main" id="{5BABF8EF-9089-C217-3A0D-52309660A367}"/>
              </a:ext>
            </a:extLst>
          </p:cNvPr>
          <p:cNvSpPr/>
          <p:nvPr/>
        </p:nvSpPr>
        <p:spPr>
          <a:xfrm>
            <a:off x="10144136" y="1217274"/>
            <a:ext cx="1315324" cy="43088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Enterprise </a:t>
            </a:r>
            <a:r>
              <a:rPr kumimoji="0" lang="en-US" sz="1400" b="1" i="0" u="sng"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Value</a:t>
            </a:r>
          </a:p>
        </p:txBody>
      </p:sp>
      <p:sp>
        <p:nvSpPr>
          <p:cNvPr id="8" name="Title 7">
            <a:extLst>
              <a:ext uri="{FF2B5EF4-FFF2-40B4-BE49-F238E27FC236}">
                <a16:creationId xmlns:a16="http://schemas.microsoft.com/office/drawing/2014/main" id="{35C32830-8449-D35A-163D-F533044F2463}"/>
              </a:ext>
            </a:extLst>
          </p:cNvPr>
          <p:cNvSpPr>
            <a:spLocks noGrp="1"/>
          </p:cNvSpPr>
          <p:nvPr>
            <p:ph type="title"/>
          </p:nvPr>
        </p:nvSpPr>
        <p:spPr/>
        <p:txBody>
          <a:bodyPr/>
          <a:lstStyle/>
          <a:p>
            <a:r>
              <a:rPr lang="en-US" dirty="0">
                <a:solidFill>
                  <a:srgbClr val="EA5F84"/>
                </a:solidFill>
                <a:latin typeface="Tenorite"/>
              </a:rPr>
              <a:t>Moment 3: </a:t>
            </a:r>
            <a:r>
              <a:rPr lang="en-US" dirty="0">
                <a:solidFill>
                  <a:srgbClr val="24282B"/>
                </a:solidFill>
                <a:latin typeface="Tenorite"/>
              </a:rPr>
              <a:t>When a Team Has a Breakthrough Worth Scaling</a:t>
            </a:r>
            <a:endParaRPr lang="en-US" dirty="0"/>
          </a:p>
        </p:txBody>
      </p:sp>
      <p:sp>
        <p:nvSpPr>
          <p:cNvPr id="14" name="Rectangle 13">
            <a:extLst>
              <a:ext uri="{FF2B5EF4-FFF2-40B4-BE49-F238E27FC236}">
                <a16:creationId xmlns:a16="http://schemas.microsoft.com/office/drawing/2014/main" id="{34DDE094-ABE3-FC42-3F6C-3B0992A16F9B}"/>
              </a:ext>
            </a:extLst>
          </p:cNvPr>
          <p:cNvSpPr/>
          <p:nvPr/>
        </p:nvSpPr>
        <p:spPr>
          <a:xfrm>
            <a:off x="6861976" y="1964646"/>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+1</a:t>
            </a:r>
          </a:p>
        </p:txBody>
      </p:sp>
      <p:sp>
        <p:nvSpPr>
          <p:cNvPr id="16" name="Rectangle 15">
            <a:extLst>
              <a:ext uri="{FF2B5EF4-FFF2-40B4-BE49-F238E27FC236}">
                <a16:creationId xmlns:a16="http://schemas.microsoft.com/office/drawing/2014/main" id="{639D07CF-BC6F-2950-A873-76AA4604BAD2}"/>
              </a:ext>
            </a:extLst>
          </p:cNvPr>
          <p:cNvSpPr/>
          <p:nvPr/>
        </p:nvSpPr>
        <p:spPr>
          <a:xfrm>
            <a:off x="8503056" y="1958375"/>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lang="en-US" sz="2800" b="1" cap="all" dirty="0">
                <a:solidFill>
                  <a:srgbClr val="111111"/>
                </a:solidFill>
                <a:latin typeface="Tenorite"/>
                <a:ea typeface="Helvetica Neue" panose="02000503000000020004" pitchFamily="2" charset="0"/>
                <a:cs typeface="Helvetica Neue" panose="02000503000000020004" pitchFamily="2" charset="0"/>
              </a:rPr>
              <a:t>-1</a:t>
            </a:r>
            <a:endPar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endParaRPr>
          </a:p>
        </p:txBody>
      </p:sp>
      <p:sp>
        <p:nvSpPr>
          <p:cNvPr id="20" name="Rectangle 19">
            <a:extLst>
              <a:ext uri="{FF2B5EF4-FFF2-40B4-BE49-F238E27FC236}">
                <a16:creationId xmlns:a16="http://schemas.microsoft.com/office/drawing/2014/main" id="{6AC2AA87-0B8F-9224-E7EC-966B4C20F4DD}"/>
              </a:ext>
            </a:extLst>
          </p:cNvPr>
          <p:cNvSpPr/>
          <p:nvPr/>
        </p:nvSpPr>
        <p:spPr>
          <a:xfrm>
            <a:off x="10144136" y="1958375"/>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lang="en-US" sz="2800" b="1" cap="all" dirty="0">
                <a:solidFill>
                  <a:srgbClr val="111111"/>
                </a:solidFill>
                <a:latin typeface="Tenorite"/>
                <a:ea typeface="Helvetica Neue" panose="02000503000000020004" pitchFamily="2" charset="0"/>
                <a:cs typeface="Helvetica Neue" panose="02000503000000020004" pitchFamily="2" charset="0"/>
              </a:rPr>
              <a:t>-1</a:t>
            </a:r>
            <a:endPar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endParaRPr>
          </a:p>
        </p:txBody>
      </p:sp>
      <p:sp>
        <p:nvSpPr>
          <p:cNvPr id="25" name="Rectangle 24">
            <a:extLst>
              <a:ext uri="{FF2B5EF4-FFF2-40B4-BE49-F238E27FC236}">
                <a16:creationId xmlns:a16="http://schemas.microsoft.com/office/drawing/2014/main" id="{AC95B74B-FE1C-DB5D-799B-C2F4DF2094F6}"/>
              </a:ext>
            </a:extLst>
          </p:cNvPr>
          <p:cNvSpPr/>
          <p:nvPr/>
        </p:nvSpPr>
        <p:spPr>
          <a:xfrm>
            <a:off x="6861976" y="3270817"/>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a:t>
            </a:r>
            <a:r>
              <a:rPr lang="en-US" sz="2800" b="1" cap="all" dirty="0">
                <a:solidFill>
                  <a:srgbClr val="111111"/>
                </a:solidFill>
                <a:latin typeface="Tenorite"/>
                <a:ea typeface="Helvetica Neue" panose="02000503000000020004" pitchFamily="2" charset="0"/>
                <a:cs typeface="Helvetica Neue" panose="02000503000000020004" pitchFamily="2" charset="0"/>
              </a:rPr>
              <a:t>2</a:t>
            </a:r>
            <a:endPar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endParaRPr>
          </a:p>
        </p:txBody>
      </p:sp>
      <p:sp>
        <p:nvSpPr>
          <p:cNvPr id="28" name="Rectangle 27">
            <a:extLst>
              <a:ext uri="{FF2B5EF4-FFF2-40B4-BE49-F238E27FC236}">
                <a16:creationId xmlns:a16="http://schemas.microsoft.com/office/drawing/2014/main" id="{CDF6A194-A8C0-31E1-6E18-412EA34C988C}"/>
              </a:ext>
            </a:extLst>
          </p:cNvPr>
          <p:cNvSpPr/>
          <p:nvPr/>
        </p:nvSpPr>
        <p:spPr>
          <a:xfrm>
            <a:off x="8503056" y="3264546"/>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lang="en-US" sz="2800" b="1" cap="all" dirty="0">
                <a:solidFill>
                  <a:srgbClr val="111111"/>
                </a:solidFill>
                <a:latin typeface="Tenorite"/>
                <a:ea typeface="Helvetica Neue" panose="02000503000000020004" pitchFamily="2" charset="0"/>
                <a:cs typeface="Helvetica Neue" panose="02000503000000020004" pitchFamily="2" charset="0"/>
              </a:rPr>
              <a:t>+3</a:t>
            </a:r>
            <a:endPar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endParaRPr>
          </a:p>
        </p:txBody>
      </p:sp>
      <p:sp>
        <p:nvSpPr>
          <p:cNvPr id="30" name="Rectangle 29">
            <a:extLst>
              <a:ext uri="{FF2B5EF4-FFF2-40B4-BE49-F238E27FC236}">
                <a16:creationId xmlns:a16="http://schemas.microsoft.com/office/drawing/2014/main" id="{40E04A24-51E5-24C8-20E8-898578703105}"/>
              </a:ext>
            </a:extLst>
          </p:cNvPr>
          <p:cNvSpPr/>
          <p:nvPr/>
        </p:nvSpPr>
        <p:spPr>
          <a:xfrm>
            <a:off x="10144136" y="3264546"/>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lang="en-US" sz="2800" b="1" cap="all" dirty="0">
                <a:solidFill>
                  <a:srgbClr val="111111"/>
                </a:solidFill>
                <a:latin typeface="Tenorite"/>
                <a:ea typeface="Helvetica Neue" panose="02000503000000020004" pitchFamily="2" charset="0"/>
                <a:cs typeface="Helvetica Neue" panose="02000503000000020004" pitchFamily="2" charset="0"/>
              </a:rPr>
              <a:t>+3</a:t>
            </a:r>
            <a:endPar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endParaRPr>
          </a:p>
        </p:txBody>
      </p:sp>
      <p:sp>
        <p:nvSpPr>
          <p:cNvPr id="37" name="Rectangle 36">
            <a:extLst>
              <a:ext uri="{FF2B5EF4-FFF2-40B4-BE49-F238E27FC236}">
                <a16:creationId xmlns:a16="http://schemas.microsoft.com/office/drawing/2014/main" id="{5AE17243-7C0F-C5DB-29B3-0EB5682FF697}"/>
              </a:ext>
            </a:extLst>
          </p:cNvPr>
          <p:cNvSpPr/>
          <p:nvPr/>
        </p:nvSpPr>
        <p:spPr>
          <a:xfrm>
            <a:off x="6861976" y="4446054"/>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a:t>
            </a:r>
            <a:r>
              <a:rPr lang="en-US" sz="2800" b="1" cap="all" dirty="0">
                <a:solidFill>
                  <a:srgbClr val="111111"/>
                </a:solidFill>
                <a:latin typeface="Tenorite"/>
                <a:ea typeface="Helvetica Neue" panose="02000503000000020004" pitchFamily="2" charset="0"/>
                <a:cs typeface="Helvetica Neue" panose="02000503000000020004" pitchFamily="2" charset="0"/>
              </a:rPr>
              <a:t>2</a:t>
            </a:r>
            <a:endPar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endParaRPr>
          </a:p>
        </p:txBody>
      </p:sp>
      <p:sp>
        <p:nvSpPr>
          <p:cNvPr id="39" name="Rectangle 38">
            <a:extLst>
              <a:ext uri="{FF2B5EF4-FFF2-40B4-BE49-F238E27FC236}">
                <a16:creationId xmlns:a16="http://schemas.microsoft.com/office/drawing/2014/main" id="{D0AC731B-36A8-A255-78C6-071D54C06858}"/>
              </a:ext>
            </a:extLst>
          </p:cNvPr>
          <p:cNvSpPr/>
          <p:nvPr/>
        </p:nvSpPr>
        <p:spPr>
          <a:xfrm>
            <a:off x="8503056" y="4439783"/>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lang="en-US" sz="2800" b="1" cap="all" dirty="0">
                <a:solidFill>
                  <a:srgbClr val="111111"/>
                </a:solidFill>
                <a:latin typeface="Tenorite"/>
                <a:ea typeface="Helvetica Neue" panose="02000503000000020004" pitchFamily="2" charset="0"/>
                <a:cs typeface="Helvetica Neue" panose="02000503000000020004" pitchFamily="2" charset="0"/>
              </a:rPr>
              <a:t>-</a:t>
            </a:r>
            <a:r>
              <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1</a:t>
            </a:r>
          </a:p>
        </p:txBody>
      </p:sp>
      <p:sp>
        <p:nvSpPr>
          <p:cNvPr id="42" name="Rectangle 41">
            <a:extLst>
              <a:ext uri="{FF2B5EF4-FFF2-40B4-BE49-F238E27FC236}">
                <a16:creationId xmlns:a16="http://schemas.microsoft.com/office/drawing/2014/main" id="{E712F569-D883-3E5E-48F9-B5263068DACC}"/>
              </a:ext>
            </a:extLst>
          </p:cNvPr>
          <p:cNvSpPr/>
          <p:nvPr/>
        </p:nvSpPr>
        <p:spPr>
          <a:xfrm>
            <a:off x="10144136" y="4439783"/>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lang="en-US" sz="2800" b="1" cap="all" dirty="0">
                <a:solidFill>
                  <a:srgbClr val="111111"/>
                </a:solidFill>
                <a:latin typeface="Tenorite"/>
                <a:ea typeface="Helvetica Neue" panose="02000503000000020004" pitchFamily="2" charset="0"/>
                <a:cs typeface="Helvetica Neue" panose="02000503000000020004" pitchFamily="2" charset="0"/>
              </a:rPr>
              <a:t>-1</a:t>
            </a:r>
            <a:endPar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31543218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540F1-E43B-9D02-4830-632B47371E47}"/>
            </a:ext>
          </a:extLst>
        </p:cNvPr>
        <p:cNvGrpSpPr/>
        <p:nvPr/>
      </p:nvGrpSpPr>
      <p:grpSpPr>
        <a:xfrm>
          <a:off x="0" y="0"/>
          <a:ext cx="0" cy="0"/>
          <a:chOff x="0" y="0"/>
          <a:chExt cx="0" cy="0"/>
        </a:xfrm>
      </p:grpSpPr>
      <p:sp>
        <p:nvSpPr>
          <p:cNvPr id="51" name="Title 50">
            <a:extLst>
              <a:ext uri="{FF2B5EF4-FFF2-40B4-BE49-F238E27FC236}">
                <a16:creationId xmlns:a16="http://schemas.microsoft.com/office/drawing/2014/main" id="{0C210E14-4622-F08A-0A56-302E8A34EB87}"/>
              </a:ext>
            </a:extLst>
          </p:cNvPr>
          <p:cNvSpPr>
            <a:spLocks noGrp="1"/>
          </p:cNvSpPr>
          <p:nvPr>
            <p:ph type="title"/>
          </p:nvPr>
        </p:nvSpPr>
        <p:spPr>
          <a:xfrm>
            <a:off x="313406" y="491903"/>
            <a:ext cx="11430000" cy="491836"/>
          </a:xfrm>
        </p:spPr>
        <p:txBody>
          <a:bodyPr/>
          <a:lstStyle/>
          <a:p>
            <a:pPr lvl="0">
              <a:lnSpc>
                <a:spcPct val="112000"/>
              </a:lnSpc>
              <a:spcBef>
                <a:spcPts val="0"/>
              </a:spcBef>
              <a:defRPr/>
            </a:pPr>
            <a:r>
              <a:rPr lang="en-US" dirty="0">
                <a:solidFill>
                  <a:srgbClr val="EA5F84"/>
                </a:solidFill>
                <a:latin typeface="Tenorite"/>
              </a:rPr>
              <a:t>Option 1: Moment 4: </a:t>
            </a:r>
            <a:r>
              <a:rPr lang="en-US" dirty="0">
                <a:solidFill>
                  <a:srgbClr val="24282B"/>
                </a:solidFill>
                <a:latin typeface="Tenorite"/>
              </a:rPr>
              <a:t>When Your Team Is Afraid of Being Replaced by AI </a:t>
            </a:r>
            <a:endParaRPr lang="en-US" spc="0" dirty="0">
              <a:solidFill>
                <a:srgbClr val="24282B"/>
              </a:solidFill>
              <a:latin typeface="Tenorite"/>
            </a:endParaRPr>
          </a:p>
        </p:txBody>
      </p:sp>
      <p:sp>
        <p:nvSpPr>
          <p:cNvPr id="6" name="Rounded Rectangle 5">
            <a:extLst>
              <a:ext uri="{FF2B5EF4-FFF2-40B4-BE49-F238E27FC236}">
                <a16:creationId xmlns:a16="http://schemas.microsoft.com/office/drawing/2014/main" id="{826CE3EF-4053-6EFC-4D96-5904B826D7B4}"/>
              </a:ext>
            </a:extLst>
          </p:cNvPr>
          <p:cNvSpPr/>
          <p:nvPr/>
        </p:nvSpPr>
        <p:spPr>
          <a:xfrm>
            <a:off x="313406" y="1671213"/>
            <a:ext cx="5665416" cy="5009475"/>
          </a:xfrm>
          <a:prstGeom prst="roundRect">
            <a:avLst>
              <a:gd name="adj" fmla="val 3378"/>
            </a:avLst>
          </a:prstGeom>
          <a:solidFill>
            <a:schemeClr val="bg1"/>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enorite"/>
              <a:ea typeface="Helvetica Neue" panose="02000503000000020004" pitchFamily="2" charset="0"/>
              <a:cs typeface="Helvetica Neue" panose="02000503000000020004" pitchFamily="2" charset="0"/>
            </a:endParaRPr>
          </a:p>
        </p:txBody>
      </p:sp>
      <p:sp>
        <p:nvSpPr>
          <p:cNvPr id="7" name="Rounded Rectangle 6">
            <a:extLst>
              <a:ext uri="{FF2B5EF4-FFF2-40B4-BE49-F238E27FC236}">
                <a16:creationId xmlns:a16="http://schemas.microsoft.com/office/drawing/2014/main" id="{71BE0B06-085D-22E1-CCEF-A1E3B3A45E4D}"/>
              </a:ext>
            </a:extLst>
          </p:cNvPr>
          <p:cNvSpPr/>
          <p:nvPr/>
        </p:nvSpPr>
        <p:spPr>
          <a:xfrm>
            <a:off x="6176832" y="1671211"/>
            <a:ext cx="5666978" cy="5009475"/>
          </a:xfrm>
          <a:prstGeom prst="roundRect">
            <a:avLst>
              <a:gd name="adj" fmla="val 337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enorite"/>
              <a:ea typeface="Helvetica Neue" panose="02000503000000020004" pitchFamily="2" charset="0"/>
              <a:cs typeface="Helvetica Neue" panose="02000503000000020004" pitchFamily="2" charset="0"/>
            </a:endParaRPr>
          </a:p>
        </p:txBody>
      </p:sp>
      <p:sp>
        <p:nvSpPr>
          <p:cNvPr id="9"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09688B34-94C7-BDB6-4DD9-6C3CEB23FD34}"/>
              </a:ext>
            </a:extLst>
          </p:cNvPr>
          <p:cNvSpPr txBox="1"/>
          <p:nvPr/>
        </p:nvSpPr>
        <p:spPr>
          <a:xfrm>
            <a:off x="443127" y="2307938"/>
            <a:ext cx="5243708" cy="3908762"/>
          </a:xfrm>
          <a:prstGeom prst="rect">
            <a:avLst/>
          </a:prstGeom>
          <a:noFill/>
          <a:ln>
            <a:noFill/>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11111"/>
                </a:solidFill>
                <a:effectLst/>
                <a:uLnTx/>
                <a:uFillTx/>
                <a:latin typeface="Tenorite"/>
              </a:rPr>
              <a:t>Meridian's enterprise leadership has announced an AI transformation across every brand. Sourcing workflows, candidate screening, client reporting — significant changes are coming. Leadership has been clear: this is the direction.</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400" dirty="0">
              <a:solidFill>
                <a:srgbClr val="111111"/>
              </a:solidFill>
              <a:latin typeface="Tenorite"/>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11111"/>
                </a:solidFill>
                <a:effectLst/>
                <a:uLnTx/>
                <a:uFillTx/>
                <a:latin typeface="Tenorite"/>
              </a:rPr>
              <a:t>You're in what was supposed to be a strategy alignment session with your direct reports — all senior leaders themselves, each managing large teams now asking hard questions.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400" dirty="0">
              <a:solidFill>
                <a:srgbClr val="111111"/>
              </a:solidFill>
              <a:latin typeface="Tenorite"/>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11111"/>
                </a:solidFill>
                <a:effectLst/>
                <a:uLnTx/>
                <a:uFillTx/>
                <a:latin typeface="Tenorite"/>
              </a:rPr>
              <a:t>Before you get through the agenda, one of your most respected peers puts it plainly: "I need to ask you directly — are we being replaced? Because that's the question I can't answer for my people right now." These are experienced leaders — not panicking but watching you closely. They know the initiative is real. Some roles will shift. The full picture isn't defined. And their teams are looking to them for answers they don't have.</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rgbClr val="111111"/>
              </a:solidFill>
              <a:effectLst/>
              <a:uLnTx/>
              <a:uFillTx/>
              <a:latin typeface="Tenorite"/>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11111"/>
                </a:solidFill>
                <a:effectLst/>
                <a:uLnTx/>
                <a:uFillTx/>
                <a:latin typeface="Tenorite"/>
              </a:rPr>
              <a:t>What do you do?</a:t>
            </a:r>
          </a:p>
        </p:txBody>
      </p:sp>
      <p:sp>
        <p:nvSpPr>
          <p:cNvPr id="10" name="Rectangle 9">
            <a:extLst>
              <a:ext uri="{FF2B5EF4-FFF2-40B4-BE49-F238E27FC236}">
                <a16:creationId xmlns:a16="http://schemas.microsoft.com/office/drawing/2014/main" id="{957CEC94-6D11-F725-A2A4-5151970F8E86}"/>
              </a:ext>
            </a:extLst>
          </p:cNvPr>
          <p:cNvSpPr/>
          <p:nvPr/>
        </p:nvSpPr>
        <p:spPr>
          <a:xfrm>
            <a:off x="443127" y="1953723"/>
            <a:ext cx="2564899" cy="230832"/>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800" b="1" i="0" u="none" strike="noStrike" kern="1200" cap="all" spc="0" normalizeH="0" baseline="0" noProof="0">
                <a:ln>
                  <a:noFill/>
                </a:ln>
                <a:solidFill>
                  <a:srgbClr val="111111"/>
                </a:solidFill>
                <a:effectLst/>
                <a:uLnTx/>
                <a:uFillTx/>
                <a:latin typeface="Tenorite"/>
                <a:ea typeface="Helvetica Neue" panose="02000503000000020004" pitchFamily="2" charset="0"/>
                <a:cs typeface="Helvetica Neue" panose="02000503000000020004" pitchFamily="2" charset="0"/>
              </a:rPr>
              <a:t>Scenario</a:t>
            </a:r>
          </a:p>
        </p:txBody>
      </p:sp>
      <p:sp>
        <p:nvSpPr>
          <p:cNvPr id="11" name="Rectangle 10">
            <a:extLst>
              <a:ext uri="{FF2B5EF4-FFF2-40B4-BE49-F238E27FC236}">
                <a16:creationId xmlns:a16="http://schemas.microsoft.com/office/drawing/2014/main" id="{20F54574-EEBC-145E-4B7D-36BE68708BB8}"/>
              </a:ext>
            </a:extLst>
          </p:cNvPr>
          <p:cNvSpPr/>
          <p:nvPr/>
        </p:nvSpPr>
        <p:spPr>
          <a:xfrm>
            <a:off x="6325290" y="2154204"/>
            <a:ext cx="212930" cy="230832"/>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600" b="1" i="0" u="none" strike="noStrike" kern="1200" cap="none" spc="0" normalizeH="0" baseline="0" noProof="0">
                <a:ln>
                  <a:noFill/>
                </a:ln>
                <a:solidFill>
                  <a:srgbClr val="FFFFFF"/>
                </a:solidFill>
                <a:effectLst/>
                <a:uLnTx/>
                <a:uFillTx/>
                <a:latin typeface="Tenorite"/>
                <a:ea typeface="Helvetica Neue" panose="02000503000000020004" pitchFamily="2" charset="0"/>
                <a:cs typeface="Helvetica Neue" panose="02000503000000020004" pitchFamily="2" charset="0"/>
              </a:rPr>
              <a:t>A.</a:t>
            </a:r>
          </a:p>
        </p:txBody>
      </p:sp>
      <p:sp>
        <p:nvSpPr>
          <p:cNvPr id="25" name="Rectangle 24">
            <a:extLst>
              <a:ext uri="{FF2B5EF4-FFF2-40B4-BE49-F238E27FC236}">
                <a16:creationId xmlns:a16="http://schemas.microsoft.com/office/drawing/2014/main" id="{DAFC7A00-1EDA-7296-2021-C79BAF970A87}"/>
              </a:ext>
            </a:extLst>
          </p:cNvPr>
          <p:cNvSpPr/>
          <p:nvPr/>
        </p:nvSpPr>
        <p:spPr>
          <a:xfrm>
            <a:off x="6325290" y="1905064"/>
            <a:ext cx="2564899" cy="230832"/>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800" b="1" i="0" u="none" strike="noStrike" kern="1200" cap="all" spc="0" normalizeH="0" baseline="0" noProof="0">
                <a:ln>
                  <a:noFill/>
                </a:ln>
                <a:solidFill>
                  <a:srgbClr val="FFFFFF"/>
                </a:solidFill>
                <a:effectLst/>
                <a:uLnTx/>
                <a:uFillTx/>
                <a:latin typeface="Tenorite"/>
                <a:ea typeface="Helvetica Neue" panose="02000503000000020004" pitchFamily="2" charset="0"/>
                <a:cs typeface="Helvetica Neue" panose="02000503000000020004" pitchFamily="2" charset="0"/>
              </a:rPr>
              <a:t>Scenario OPTIONS</a:t>
            </a:r>
          </a:p>
        </p:txBody>
      </p:sp>
      <p:sp>
        <p:nvSpPr>
          <p:cNvPr id="26"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408C937A-0E11-A8B1-D562-B94953DB817A}"/>
              </a:ext>
            </a:extLst>
          </p:cNvPr>
          <p:cNvSpPr txBox="1"/>
          <p:nvPr/>
        </p:nvSpPr>
        <p:spPr>
          <a:xfrm>
            <a:off x="6656541" y="2172734"/>
            <a:ext cx="4800994" cy="461665"/>
          </a:xfrm>
          <a:prstGeom prst="rect">
            <a:avLst/>
          </a:prstGeom>
          <a:noFill/>
          <a:ln>
            <a:noFill/>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lvl="0" defTabSz="457200">
              <a:lnSpc>
                <a:spcPct val="100000"/>
              </a:lnSpc>
              <a:spcAft>
                <a:spcPts val="0"/>
              </a:spcAft>
              <a:defRPr/>
            </a:pPr>
            <a:r>
              <a:rPr lang="en-US" sz="1000" dirty="0">
                <a:solidFill>
                  <a:srgbClr val="FFFFFF"/>
                </a:solidFill>
              </a:rPr>
              <a:t>Acknowledge that the concern is real — and that you share it. Validate the uncertainty without minimizing it. Commit to working through it together and advocate upward for role clarity before the next communication goes out.</a:t>
            </a:r>
            <a:endParaRPr kumimoji="0" lang="en-US" sz="1000" b="0" i="0" u="none" strike="noStrike" kern="1200" cap="none" spc="0" normalizeH="0" baseline="0" noProof="0" dirty="0">
              <a:ln>
                <a:noFill/>
              </a:ln>
              <a:solidFill>
                <a:srgbClr val="FFFFFF"/>
              </a:solidFill>
              <a:effectLst/>
              <a:uLnTx/>
              <a:uFillTx/>
              <a:latin typeface="Tenorite"/>
            </a:endParaRPr>
          </a:p>
        </p:txBody>
      </p:sp>
      <p:sp>
        <p:nvSpPr>
          <p:cNvPr id="28" name="Rectangle 27">
            <a:extLst>
              <a:ext uri="{FF2B5EF4-FFF2-40B4-BE49-F238E27FC236}">
                <a16:creationId xmlns:a16="http://schemas.microsoft.com/office/drawing/2014/main" id="{4D6070E6-D162-CEB4-9EC6-615D7820C949}"/>
              </a:ext>
            </a:extLst>
          </p:cNvPr>
          <p:cNvSpPr/>
          <p:nvPr/>
        </p:nvSpPr>
        <p:spPr>
          <a:xfrm>
            <a:off x="6301060" y="3036636"/>
            <a:ext cx="212930" cy="230832"/>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Tenorite"/>
                <a:ea typeface="Helvetica Neue" panose="02000503000000020004" pitchFamily="2" charset="0"/>
                <a:cs typeface="Helvetica Neue" panose="02000503000000020004" pitchFamily="2" charset="0"/>
              </a:rPr>
              <a:t>B.</a:t>
            </a:r>
          </a:p>
        </p:txBody>
      </p:sp>
      <p:sp>
        <p:nvSpPr>
          <p:cNvPr id="36"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A0064904-044B-3B62-FE27-7D569D134E5E}"/>
              </a:ext>
            </a:extLst>
          </p:cNvPr>
          <p:cNvSpPr txBox="1"/>
          <p:nvPr/>
        </p:nvSpPr>
        <p:spPr>
          <a:xfrm>
            <a:off x="6632311" y="3055166"/>
            <a:ext cx="4982389" cy="461665"/>
          </a:xfrm>
          <a:prstGeom prst="rect">
            <a:avLst/>
          </a:prstGeom>
          <a:noFill/>
          <a:ln>
            <a:noFill/>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lvl="0" defTabSz="457200">
              <a:lnSpc>
                <a:spcPct val="100000"/>
              </a:lnSpc>
              <a:spcAft>
                <a:spcPts val="0"/>
              </a:spcAft>
              <a:defRPr/>
            </a:pPr>
            <a:r>
              <a:rPr lang="en-US" sz="1000" dirty="0">
                <a:solidFill>
                  <a:srgbClr val="FFFFFF"/>
                </a:solidFill>
              </a:rPr>
              <a:t>Be straight: some roles will change — you won't pretend otherwise. Share what's defined, what isn't, and what you're doing to influence it. Commit to a regular cadence of honest updates.</a:t>
            </a:r>
            <a:endParaRPr kumimoji="0" lang="en-US" sz="1000" b="0" i="0" u="none" strike="noStrike" kern="1200" cap="none" spc="0" normalizeH="0" baseline="0" noProof="0" dirty="0">
              <a:ln>
                <a:noFill/>
              </a:ln>
              <a:solidFill>
                <a:srgbClr val="FFFFFF"/>
              </a:solidFill>
              <a:effectLst/>
              <a:uLnTx/>
              <a:uFillTx/>
              <a:latin typeface="Tenorite"/>
            </a:endParaRPr>
          </a:p>
        </p:txBody>
      </p:sp>
      <p:sp>
        <p:nvSpPr>
          <p:cNvPr id="37" name="Rectangle 36">
            <a:extLst>
              <a:ext uri="{FF2B5EF4-FFF2-40B4-BE49-F238E27FC236}">
                <a16:creationId xmlns:a16="http://schemas.microsoft.com/office/drawing/2014/main" id="{285C46EB-4746-BDE6-F6AC-083EEED1F572}"/>
              </a:ext>
            </a:extLst>
          </p:cNvPr>
          <p:cNvSpPr/>
          <p:nvPr/>
        </p:nvSpPr>
        <p:spPr>
          <a:xfrm>
            <a:off x="6301060" y="4089110"/>
            <a:ext cx="212930" cy="230832"/>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600" b="1" i="0" u="none" strike="noStrike" kern="1200" cap="none" spc="0" normalizeH="0" baseline="0" noProof="0">
                <a:ln>
                  <a:noFill/>
                </a:ln>
                <a:solidFill>
                  <a:srgbClr val="FFFFFF"/>
                </a:solidFill>
                <a:effectLst/>
                <a:uLnTx/>
                <a:uFillTx/>
                <a:latin typeface="Tenorite"/>
                <a:ea typeface="Helvetica Neue" panose="02000503000000020004" pitchFamily="2" charset="0"/>
                <a:cs typeface="Helvetica Neue" panose="02000503000000020004" pitchFamily="2" charset="0"/>
              </a:rPr>
              <a:t>C.</a:t>
            </a:r>
          </a:p>
        </p:txBody>
      </p:sp>
      <p:sp>
        <p:nvSpPr>
          <p:cNvPr id="38"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782AE32B-91C4-BA91-4128-2C631653EA36}"/>
              </a:ext>
            </a:extLst>
          </p:cNvPr>
          <p:cNvSpPr txBox="1"/>
          <p:nvPr/>
        </p:nvSpPr>
        <p:spPr>
          <a:xfrm>
            <a:off x="6644426" y="4105264"/>
            <a:ext cx="4970274" cy="615553"/>
          </a:xfrm>
          <a:prstGeom prst="rect">
            <a:avLst/>
          </a:prstGeom>
          <a:noFill/>
          <a:ln>
            <a:noFill/>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lvl="0" defTabSz="457200">
              <a:lnSpc>
                <a:spcPct val="100000"/>
              </a:lnSpc>
              <a:spcAft>
                <a:spcPts val="0"/>
              </a:spcAft>
              <a:defRPr/>
            </a:pPr>
            <a:r>
              <a:rPr lang="en-US" sz="1000" dirty="0">
                <a:solidFill>
                  <a:srgbClr val="FFFFFF"/>
                </a:solidFill>
              </a:rPr>
              <a:t>Briefly acknowledge the fear, then anchor in why this transformation exists — better outcomes for clients, faster placements for candidates, sustainability for the organization. Invite this group to shape how AI gets implemented, positioning them as guides, not passengers.</a:t>
            </a:r>
            <a:endParaRPr kumimoji="0" lang="en-US" sz="1000" b="0" i="0" u="none" strike="noStrike" kern="1200" cap="none" spc="0" normalizeH="0" baseline="0" noProof="0" dirty="0">
              <a:ln>
                <a:noFill/>
              </a:ln>
              <a:solidFill>
                <a:srgbClr val="FFFFFF"/>
              </a:solidFill>
              <a:effectLst/>
              <a:uLnTx/>
              <a:uFillTx/>
              <a:latin typeface="Tenorite"/>
            </a:endParaRPr>
          </a:p>
        </p:txBody>
      </p:sp>
      <p:sp>
        <p:nvSpPr>
          <p:cNvPr id="2" name="Rectangle 1">
            <a:extLst>
              <a:ext uri="{FF2B5EF4-FFF2-40B4-BE49-F238E27FC236}">
                <a16:creationId xmlns:a16="http://schemas.microsoft.com/office/drawing/2014/main" id="{42B67983-F2D2-E79D-CE15-4855663BB224}"/>
              </a:ext>
            </a:extLst>
          </p:cNvPr>
          <p:cNvSpPr/>
          <p:nvPr/>
        </p:nvSpPr>
        <p:spPr>
          <a:xfrm>
            <a:off x="6288945" y="5170635"/>
            <a:ext cx="212930" cy="230832"/>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lang="en-US" sz="1600" b="1" dirty="0">
                <a:solidFill>
                  <a:srgbClr val="FFFFFF"/>
                </a:solidFill>
                <a:latin typeface="Tenorite"/>
                <a:ea typeface="Helvetica Neue" panose="02000503000000020004" pitchFamily="2" charset="0"/>
                <a:cs typeface="Helvetica Neue" panose="02000503000000020004" pitchFamily="2" charset="0"/>
              </a:rPr>
              <a:t>D</a:t>
            </a:r>
            <a:r>
              <a:rPr kumimoji="0" lang="en-US" sz="1600" b="1" i="0" u="none" strike="noStrike" kern="1200" cap="none" spc="0" normalizeH="0" baseline="0" noProof="0" dirty="0">
                <a:ln>
                  <a:noFill/>
                </a:ln>
                <a:solidFill>
                  <a:srgbClr val="FFFFFF"/>
                </a:solidFill>
                <a:effectLst/>
                <a:uLnTx/>
                <a:uFillTx/>
                <a:latin typeface="Tenorite"/>
                <a:ea typeface="Helvetica Neue" panose="02000503000000020004" pitchFamily="2" charset="0"/>
                <a:cs typeface="Helvetica Neue" panose="02000503000000020004" pitchFamily="2" charset="0"/>
              </a:rPr>
              <a:t>.</a:t>
            </a:r>
          </a:p>
        </p:txBody>
      </p:sp>
      <p:sp>
        <p:nvSpPr>
          <p:cNvPr id="3"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E072D3BB-64BD-BBFE-EFA5-DD246933663F}"/>
              </a:ext>
            </a:extLst>
          </p:cNvPr>
          <p:cNvSpPr txBox="1"/>
          <p:nvPr/>
        </p:nvSpPr>
        <p:spPr>
          <a:xfrm>
            <a:off x="6632311" y="5186789"/>
            <a:ext cx="4970274" cy="461665"/>
          </a:xfrm>
          <a:prstGeom prst="rect">
            <a:avLst/>
          </a:prstGeom>
          <a:noFill/>
          <a:ln>
            <a:noFill/>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lvl="0" defTabSz="457200">
              <a:lnSpc>
                <a:spcPct val="100000"/>
              </a:lnSpc>
              <a:spcAft>
                <a:spcPts val="0"/>
              </a:spcAft>
              <a:defRPr/>
            </a:pPr>
            <a:r>
              <a:rPr lang="en-US" sz="1000" dirty="0">
                <a:solidFill>
                  <a:srgbClr val="FFFFFF"/>
                </a:solidFill>
              </a:rPr>
              <a:t>Set the agenda aside. Tell the group the strategy can wait — this can't. Listen without solving. Take notes. Commit to bringing what you hear to leadership before next steps are announced.</a:t>
            </a:r>
            <a:endParaRPr kumimoji="0" lang="en-US" sz="1000" b="0" i="0" u="none" strike="noStrike" kern="1200" cap="none" spc="0" normalizeH="0" baseline="0" noProof="0" dirty="0">
              <a:ln>
                <a:noFill/>
              </a:ln>
              <a:solidFill>
                <a:srgbClr val="FFFFFF"/>
              </a:solidFill>
              <a:effectLst/>
              <a:uLnTx/>
              <a:uFillTx/>
              <a:latin typeface="Tenorite"/>
            </a:endParaRPr>
          </a:p>
        </p:txBody>
      </p:sp>
    </p:spTree>
    <p:extLst>
      <p:ext uri="{BB962C8B-B14F-4D97-AF65-F5344CB8AC3E}">
        <p14:creationId xmlns:p14="http://schemas.microsoft.com/office/powerpoint/2010/main" val="1671390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1" grpId="0"/>
      <p:bldP spid="25" grpId="0"/>
      <p:bldP spid="26" grpId="0"/>
      <p:bldP spid="28" grpId="0"/>
      <p:bldP spid="36" grpId="0"/>
      <p:bldP spid="37" grpId="0"/>
      <p:bldP spid="38" grpId="0"/>
      <p:bldP spid="2" grpId="0"/>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718B4-F63F-4DBF-4BC9-7DB715294BEF}"/>
            </a:ext>
          </a:extLst>
        </p:cNvPr>
        <p:cNvGrpSpPr/>
        <p:nvPr/>
      </p:nvGrpSpPr>
      <p:grpSpPr>
        <a:xfrm>
          <a:off x="0" y="0"/>
          <a:ext cx="0" cy="0"/>
          <a:chOff x="0" y="0"/>
          <a:chExt cx="0" cy="0"/>
        </a:xfrm>
      </p:grpSpPr>
      <p:sp>
        <p:nvSpPr>
          <p:cNvPr id="35" name="Rectangle 34">
            <a:extLst>
              <a:ext uri="{FF2B5EF4-FFF2-40B4-BE49-F238E27FC236}">
                <a16:creationId xmlns:a16="http://schemas.microsoft.com/office/drawing/2014/main" id="{F51DF048-DC2F-AD72-6CD4-C58699A4C89A}"/>
              </a:ext>
            </a:extLst>
          </p:cNvPr>
          <p:cNvSpPr/>
          <p:nvPr/>
        </p:nvSpPr>
        <p:spPr>
          <a:xfrm>
            <a:off x="531587" y="1804404"/>
            <a:ext cx="200814" cy="254000"/>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600" b="1" i="0" u="none" strike="noStrike" kern="1200" cap="none" spc="0" normalizeH="0" baseline="0" noProof="0">
                <a:ln>
                  <a:noFill/>
                </a:ln>
                <a:solidFill>
                  <a:srgbClr val="000000"/>
                </a:solidFill>
                <a:effectLst/>
                <a:uLnTx/>
                <a:uFillTx/>
                <a:latin typeface="Tenorite"/>
                <a:ea typeface="Helvetica Neue" panose="02000503000000020004" pitchFamily="2" charset="0"/>
                <a:cs typeface="Helvetica Neue" panose="02000503000000020004" pitchFamily="2" charset="0"/>
              </a:rPr>
              <a:t>A.</a:t>
            </a:r>
          </a:p>
        </p:txBody>
      </p:sp>
      <p:sp>
        <p:nvSpPr>
          <p:cNvPr id="31"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EA22EDB4-B752-371D-BC01-906ED05FD0C0}"/>
              </a:ext>
            </a:extLst>
          </p:cNvPr>
          <p:cNvSpPr txBox="1"/>
          <p:nvPr/>
        </p:nvSpPr>
        <p:spPr>
          <a:xfrm>
            <a:off x="864184" y="1804404"/>
            <a:ext cx="5803437" cy="390363"/>
          </a:xfrm>
          <a:prstGeom prst="rect">
            <a:avLst/>
          </a:prstGeom>
          <a:noFill/>
          <a:ln>
            <a:noFill/>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marL="0" marR="0" lvl="0" indent="0" algn="l" defTabSz="914400" rtl="0" eaLnBrk="1" fontAlgn="auto" latinLnBrk="0" hangingPunct="1">
              <a:lnSpc>
                <a:spcPct val="120000"/>
              </a:lnSpc>
              <a:spcBef>
                <a:spcPts val="0"/>
              </a:spcBef>
              <a:spcAft>
                <a:spcPts val="60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Tenorite"/>
              </a:rPr>
              <a:t>Validates the room; these leaders feel seen — increasing their capacity to show up for their own teams. But solidarity without direction can deepen the sense that no one is steering.</a:t>
            </a:r>
            <a:endParaRPr kumimoji="0" lang="en-US" sz="1100" b="0" i="0" u="none" strike="noStrike" kern="1200" cap="none" spc="0" normalizeH="0" baseline="0" noProof="0" dirty="0">
              <a:ln>
                <a:noFill/>
              </a:ln>
              <a:solidFill>
                <a:srgbClr val="0D0D0D"/>
              </a:solidFill>
              <a:effectLst/>
              <a:uLnTx/>
              <a:uFillTx/>
              <a:latin typeface="Tenorite"/>
            </a:endParaRPr>
          </a:p>
        </p:txBody>
      </p:sp>
      <p:sp>
        <p:nvSpPr>
          <p:cNvPr id="32" name="Rectangle 31">
            <a:extLst>
              <a:ext uri="{FF2B5EF4-FFF2-40B4-BE49-F238E27FC236}">
                <a16:creationId xmlns:a16="http://schemas.microsoft.com/office/drawing/2014/main" id="{322F56BF-DD5F-02C0-380C-B9FE6C09DE1A}"/>
              </a:ext>
            </a:extLst>
          </p:cNvPr>
          <p:cNvSpPr/>
          <p:nvPr/>
        </p:nvSpPr>
        <p:spPr>
          <a:xfrm>
            <a:off x="531587" y="3122568"/>
            <a:ext cx="212930" cy="254000"/>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600" b="1" i="0" u="none" strike="noStrike" kern="1200" cap="none" spc="0" normalizeH="0" baseline="0" noProof="0">
                <a:ln>
                  <a:noFill/>
                </a:ln>
                <a:solidFill>
                  <a:srgbClr val="000000"/>
                </a:solidFill>
                <a:effectLst/>
                <a:uLnTx/>
                <a:uFillTx/>
                <a:latin typeface="Tenorite"/>
                <a:ea typeface="Helvetica Neue" panose="02000503000000020004" pitchFamily="2" charset="0"/>
                <a:cs typeface="Helvetica Neue" panose="02000503000000020004" pitchFamily="2" charset="0"/>
              </a:rPr>
              <a:t>B.</a:t>
            </a:r>
          </a:p>
        </p:txBody>
      </p:sp>
      <p:sp>
        <p:nvSpPr>
          <p:cNvPr id="33"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1D370E71-B0C8-E9DC-1346-32C1D6B61274}"/>
              </a:ext>
            </a:extLst>
          </p:cNvPr>
          <p:cNvSpPr txBox="1"/>
          <p:nvPr/>
        </p:nvSpPr>
        <p:spPr>
          <a:xfrm>
            <a:off x="863600" y="3122568"/>
            <a:ext cx="6096000" cy="390363"/>
          </a:xfrm>
          <a:prstGeom prst="rect">
            <a:avLst/>
          </a:prstGeom>
          <a:noFill/>
          <a:ln>
            <a:noFill/>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marL="0" marR="0" lvl="0" indent="0" algn="l" defTabSz="914400" rtl="0" eaLnBrk="1" fontAlgn="auto" latinLnBrk="0" hangingPunct="1">
              <a:lnSpc>
                <a:spcPct val="120000"/>
              </a:lnSpc>
              <a:spcBef>
                <a:spcPts val="0"/>
              </a:spcBef>
              <a:spcAft>
                <a:spcPts val="60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Tenorite"/>
              </a:rPr>
              <a:t>Trust-building through honesty. Leaders can handle the truth — and will respect you for it. But naming uncertainty without reassurance can fracture confidence in the initiative, and in you.</a:t>
            </a:r>
            <a:endParaRPr kumimoji="0" lang="en-US" sz="1100" b="0" i="0" u="none" strike="noStrike" kern="1200" cap="none" spc="0" normalizeH="0" baseline="0" noProof="0" dirty="0">
              <a:ln>
                <a:noFill/>
              </a:ln>
              <a:solidFill>
                <a:srgbClr val="0D0D0D"/>
              </a:solidFill>
              <a:effectLst/>
              <a:uLnTx/>
              <a:uFillTx/>
              <a:latin typeface="Tenorite"/>
            </a:endParaRPr>
          </a:p>
        </p:txBody>
      </p:sp>
      <p:sp>
        <p:nvSpPr>
          <p:cNvPr id="34" name="Rectangle 33">
            <a:extLst>
              <a:ext uri="{FF2B5EF4-FFF2-40B4-BE49-F238E27FC236}">
                <a16:creationId xmlns:a16="http://schemas.microsoft.com/office/drawing/2014/main" id="{EA513FFB-FE0E-AC3B-EFFE-B18F2D959AF6}"/>
              </a:ext>
            </a:extLst>
          </p:cNvPr>
          <p:cNvSpPr/>
          <p:nvPr/>
        </p:nvSpPr>
        <p:spPr>
          <a:xfrm>
            <a:off x="505603" y="4381806"/>
            <a:ext cx="212930" cy="254000"/>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600" b="1" i="0" u="none" strike="noStrike" kern="1200" cap="none" spc="0" normalizeH="0" baseline="0" noProof="0">
                <a:ln>
                  <a:noFill/>
                </a:ln>
                <a:solidFill>
                  <a:srgbClr val="000000"/>
                </a:solidFill>
                <a:effectLst/>
                <a:uLnTx/>
                <a:uFillTx/>
                <a:latin typeface="Tenorite"/>
                <a:ea typeface="Helvetica Neue" panose="02000503000000020004" pitchFamily="2" charset="0"/>
                <a:cs typeface="Helvetica Neue" panose="02000503000000020004" pitchFamily="2" charset="0"/>
              </a:rPr>
              <a:t>C.</a:t>
            </a:r>
          </a:p>
        </p:txBody>
      </p:sp>
      <p:sp>
        <p:nvSpPr>
          <p:cNvPr id="40"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01D36999-FFBE-7DA7-6D67-93C3ED47EC90}"/>
              </a:ext>
            </a:extLst>
          </p:cNvPr>
          <p:cNvSpPr txBox="1"/>
          <p:nvPr/>
        </p:nvSpPr>
        <p:spPr>
          <a:xfrm>
            <a:off x="850900" y="4381806"/>
            <a:ext cx="6096000" cy="390363"/>
          </a:xfrm>
          <a:prstGeom prst="rect">
            <a:avLst/>
          </a:prstGeom>
          <a:noFill/>
          <a:ln>
            <a:noFill/>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marL="0" marR="0" lvl="0" indent="0" algn="l" defTabSz="914400" rtl="0" eaLnBrk="1" fontAlgn="auto" latinLnBrk="0" hangingPunct="1">
              <a:lnSpc>
                <a:spcPct val="120000"/>
              </a:lnSpc>
              <a:spcBef>
                <a:spcPts val="0"/>
              </a:spcBef>
              <a:spcAft>
                <a:spcPts val="60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Tenorite"/>
              </a:rPr>
              <a:t>Purpose moves people through fear, not around it. But leading with mission before the emotional reality lands can feel like deflection — and leaders notice that.</a:t>
            </a:r>
            <a:endParaRPr kumimoji="0" lang="en-US" sz="1100" b="0" i="0" u="none" strike="noStrike" kern="1200" cap="none" spc="0" normalizeH="0" baseline="0" noProof="0" dirty="0">
              <a:ln>
                <a:noFill/>
              </a:ln>
              <a:solidFill>
                <a:srgbClr val="0D0D0D"/>
              </a:solidFill>
              <a:effectLst/>
              <a:uLnTx/>
              <a:uFillTx/>
              <a:latin typeface="Tenorite"/>
            </a:endParaRPr>
          </a:p>
        </p:txBody>
      </p:sp>
      <p:sp>
        <p:nvSpPr>
          <p:cNvPr id="3" name="Rectangle 2">
            <a:extLst>
              <a:ext uri="{FF2B5EF4-FFF2-40B4-BE49-F238E27FC236}">
                <a16:creationId xmlns:a16="http://schemas.microsoft.com/office/drawing/2014/main" id="{C897702C-64AB-267B-69C5-5E55F3F3F144}"/>
              </a:ext>
            </a:extLst>
          </p:cNvPr>
          <p:cNvSpPr/>
          <p:nvPr/>
        </p:nvSpPr>
        <p:spPr>
          <a:xfrm>
            <a:off x="8503056" y="1208553"/>
            <a:ext cx="1315324" cy="448328"/>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14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Team        </a:t>
            </a:r>
            <a:r>
              <a:rPr kumimoji="0" lang="en-US" sz="1400" b="1" i="0" u="sng"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Trust</a:t>
            </a:r>
          </a:p>
        </p:txBody>
      </p:sp>
      <p:sp>
        <p:nvSpPr>
          <p:cNvPr id="2" name="Rectangle 1">
            <a:extLst>
              <a:ext uri="{FF2B5EF4-FFF2-40B4-BE49-F238E27FC236}">
                <a16:creationId xmlns:a16="http://schemas.microsoft.com/office/drawing/2014/main" id="{36F33E7D-C82A-49E3-26B0-9ECF7553997C}"/>
              </a:ext>
            </a:extLst>
          </p:cNvPr>
          <p:cNvSpPr/>
          <p:nvPr/>
        </p:nvSpPr>
        <p:spPr>
          <a:xfrm>
            <a:off x="6861976" y="1198262"/>
            <a:ext cx="1315324" cy="448328"/>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14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AI         </a:t>
            </a:r>
            <a:r>
              <a:rPr kumimoji="0" lang="en-US" sz="1400" b="1" i="0" u="sng"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Velocity</a:t>
            </a:r>
          </a:p>
        </p:txBody>
      </p:sp>
      <p:sp>
        <p:nvSpPr>
          <p:cNvPr id="5" name="Rectangle 4">
            <a:extLst>
              <a:ext uri="{FF2B5EF4-FFF2-40B4-BE49-F238E27FC236}">
                <a16:creationId xmlns:a16="http://schemas.microsoft.com/office/drawing/2014/main" id="{AB082ADA-47BF-16B2-CB60-76FD7DAD2BF6}"/>
              </a:ext>
            </a:extLst>
          </p:cNvPr>
          <p:cNvSpPr/>
          <p:nvPr/>
        </p:nvSpPr>
        <p:spPr>
          <a:xfrm>
            <a:off x="10144136" y="1217274"/>
            <a:ext cx="1315324" cy="43088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Enterprise </a:t>
            </a:r>
            <a:r>
              <a:rPr kumimoji="0" lang="en-US" sz="1400" b="1" i="0" u="sng"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Value</a:t>
            </a:r>
          </a:p>
        </p:txBody>
      </p:sp>
      <p:sp>
        <p:nvSpPr>
          <p:cNvPr id="8" name="Title 7">
            <a:extLst>
              <a:ext uri="{FF2B5EF4-FFF2-40B4-BE49-F238E27FC236}">
                <a16:creationId xmlns:a16="http://schemas.microsoft.com/office/drawing/2014/main" id="{14F9E004-04D5-75F3-AFC8-502972DDA705}"/>
              </a:ext>
            </a:extLst>
          </p:cNvPr>
          <p:cNvSpPr>
            <a:spLocks noGrp="1"/>
          </p:cNvSpPr>
          <p:nvPr>
            <p:ph type="title"/>
          </p:nvPr>
        </p:nvSpPr>
        <p:spPr/>
        <p:txBody>
          <a:bodyPr/>
          <a:lstStyle/>
          <a:p>
            <a:r>
              <a:rPr lang="en-US" dirty="0">
                <a:solidFill>
                  <a:srgbClr val="EA5F84"/>
                </a:solidFill>
                <a:latin typeface="Tenorite"/>
              </a:rPr>
              <a:t>Option 1: Moment 4: </a:t>
            </a:r>
            <a:r>
              <a:rPr lang="en-US" dirty="0">
                <a:solidFill>
                  <a:srgbClr val="24282B"/>
                </a:solidFill>
                <a:latin typeface="Tenorite"/>
              </a:rPr>
              <a:t>When Your Team Is Afraid of Being Replaced by AI </a:t>
            </a:r>
            <a:endParaRPr lang="en-US" dirty="0"/>
          </a:p>
        </p:txBody>
      </p:sp>
      <p:sp>
        <p:nvSpPr>
          <p:cNvPr id="14" name="Rectangle 13">
            <a:extLst>
              <a:ext uri="{FF2B5EF4-FFF2-40B4-BE49-F238E27FC236}">
                <a16:creationId xmlns:a16="http://schemas.microsoft.com/office/drawing/2014/main" id="{D6D3B986-C05A-5D37-89DD-CAEB98E7D829}"/>
              </a:ext>
            </a:extLst>
          </p:cNvPr>
          <p:cNvSpPr/>
          <p:nvPr/>
        </p:nvSpPr>
        <p:spPr>
          <a:xfrm>
            <a:off x="6861976" y="1964646"/>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+1</a:t>
            </a:r>
          </a:p>
        </p:txBody>
      </p:sp>
      <p:sp>
        <p:nvSpPr>
          <p:cNvPr id="16" name="Rectangle 15">
            <a:extLst>
              <a:ext uri="{FF2B5EF4-FFF2-40B4-BE49-F238E27FC236}">
                <a16:creationId xmlns:a16="http://schemas.microsoft.com/office/drawing/2014/main" id="{E29ECC4C-ED01-57ED-A9B0-6B4C4E29FCEF}"/>
              </a:ext>
            </a:extLst>
          </p:cNvPr>
          <p:cNvSpPr/>
          <p:nvPr/>
        </p:nvSpPr>
        <p:spPr>
          <a:xfrm>
            <a:off x="8503056" y="1958375"/>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-1</a:t>
            </a:r>
          </a:p>
        </p:txBody>
      </p:sp>
      <p:sp>
        <p:nvSpPr>
          <p:cNvPr id="20" name="Rectangle 19">
            <a:extLst>
              <a:ext uri="{FF2B5EF4-FFF2-40B4-BE49-F238E27FC236}">
                <a16:creationId xmlns:a16="http://schemas.microsoft.com/office/drawing/2014/main" id="{3D9E75A2-E970-EA9A-973D-C47A794761C7}"/>
              </a:ext>
            </a:extLst>
          </p:cNvPr>
          <p:cNvSpPr/>
          <p:nvPr/>
        </p:nvSpPr>
        <p:spPr>
          <a:xfrm>
            <a:off x="10144136" y="1958375"/>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-1</a:t>
            </a:r>
          </a:p>
        </p:txBody>
      </p:sp>
      <p:sp>
        <p:nvSpPr>
          <p:cNvPr id="25" name="Rectangle 24">
            <a:extLst>
              <a:ext uri="{FF2B5EF4-FFF2-40B4-BE49-F238E27FC236}">
                <a16:creationId xmlns:a16="http://schemas.microsoft.com/office/drawing/2014/main" id="{CFFA5AD6-AE30-B44A-AEC6-06EE456C9AF5}"/>
              </a:ext>
            </a:extLst>
          </p:cNvPr>
          <p:cNvSpPr/>
          <p:nvPr/>
        </p:nvSpPr>
        <p:spPr>
          <a:xfrm>
            <a:off x="6861976" y="3270817"/>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+2</a:t>
            </a:r>
          </a:p>
        </p:txBody>
      </p:sp>
      <p:sp>
        <p:nvSpPr>
          <p:cNvPr id="28" name="Rectangle 27">
            <a:extLst>
              <a:ext uri="{FF2B5EF4-FFF2-40B4-BE49-F238E27FC236}">
                <a16:creationId xmlns:a16="http://schemas.microsoft.com/office/drawing/2014/main" id="{31B0F6D0-0E82-403F-F1ED-C8753A7E23EF}"/>
              </a:ext>
            </a:extLst>
          </p:cNvPr>
          <p:cNvSpPr/>
          <p:nvPr/>
        </p:nvSpPr>
        <p:spPr>
          <a:xfrm>
            <a:off x="8503056" y="3264546"/>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+3</a:t>
            </a:r>
          </a:p>
        </p:txBody>
      </p:sp>
      <p:sp>
        <p:nvSpPr>
          <p:cNvPr id="30" name="Rectangle 29">
            <a:extLst>
              <a:ext uri="{FF2B5EF4-FFF2-40B4-BE49-F238E27FC236}">
                <a16:creationId xmlns:a16="http://schemas.microsoft.com/office/drawing/2014/main" id="{76DA8DCD-F33E-4435-8B22-9A14777B09B0}"/>
              </a:ext>
            </a:extLst>
          </p:cNvPr>
          <p:cNvSpPr/>
          <p:nvPr/>
        </p:nvSpPr>
        <p:spPr>
          <a:xfrm>
            <a:off x="10144136" y="3264546"/>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+3</a:t>
            </a:r>
          </a:p>
        </p:txBody>
      </p:sp>
      <p:sp>
        <p:nvSpPr>
          <p:cNvPr id="37" name="Rectangle 36">
            <a:extLst>
              <a:ext uri="{FF2B5EF4-FFF2-40B4-BE49-F238E27FC236}">
                <a16:creationId xmlns:a16="http://schemas.microsoft.com/office/drawing/2014/main" id="{20898DD0-4ABC-520A-BED3-6A03207C5BBB}"/>
              </a:ext>
            </a:extLst>
          </p:cNvPr>
          <p:cNvSpPr/>
          <p:nvPr/>
        </p:nvSpPr>
        <p:spPr>
          <a:xfrm>
            <a:off x="6861976" y="4446054"/>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-2</a:t>
            </a:r>
          </a:p>
        </p:txBody>
      </p:sp>
      <p:sp>
        <p:nvSpPr>
          <p:cNvPr id="39" name="Rectangle 38">
            <a:extLst>
              <a:ext uri="{FF2B5EF4-FFF2-40B4-BE49-F238E27FC236}">
                <a16:creationId xmlns:a16="http://schemas.microsoft.com/office/drawing/2014/main" id="{F1C7DFAA-A0B4-7452-619D-133132407E79}"/>
              </a:ext>
            </a:extLst>
          </p:cNvPr>
          <p:cNvSpPr/>
          <p:nvPr/>
        </p:nvSpPr>
        <p:spPr>
          <a:xfrm>
            <a:off x="8503056" y="4439783"/>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-1</a:t>
            </a:r>
          </a:p>
        </p:txBody>
      </p:sp>
      <p:sp>
        <p:nvSpPr>
          <p:cNvPr id="42" name="Rectangle 41">
            <a:extLst>
              <a:ext uri="{FF2B5EF4-FFF2-40B4-BE49-F238E27FC236}">
                <a16:creationId xmlns:a16="http://schemas.microsoft.com/office/drawing/2014/main" id="{B0404110-E645-CF78-DBA9-1A473BCAA10B}"/>
              </a:ext>
            </a:extLst>
          </p:cNvPr>
          <p:cNvSpPr/>
          <p:nvPr/>
        </p:nvSpPr>
        <p:spPr>
          <a:xfrm>
            <a:off x="10144136" y="4439783"/>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-1</a:t>
            </a:r>
          </a:p>
        </p:txBody>
      </p:sp>
      <p:sp>
        <p:nvSpPr>
          <p:cNvPr id="6" name="Rectangle 5">
            <a:extLst>
              <a:ext uri="{FF2B5EF4-FFF2-40B4-BE49-F238E27FC236}">
                <a16:creationId xmlns:a16="http://schemas.microsoft.com/office/drawing/2014/main" id="{F8656E85-5B83-64B8-06E4-7BEDE38AC743}"/>
              </a:ext>
            </a:extLst>
          </p:cNvPr>
          <p:cNvSpPr/>
          <p:nvPr/>
        </p:nvSpPr>
        <p:spPr>
          <a:xfrm>
            <a:off x="505603" y="5331215"/>
            <a:ext cx="212930" cy="230832"/>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lang="en-US" sz="1600" b="1" dirty="0">
                <a:solidFill>
                  <a:srgbClr val="000000"/>
                </a:solidFill>
                <a:latin typeface="Tenorite"/>
                <a:ea typeface="Helvetica Neue" panose="02000503000000020004" pitchFamily="2" charset="0"/>
                <a:cs typeface="Helvetica Neue" panose="02000503000000020004" pitchFamily="2" charset="0"/>
              </a:rPr>
              <a:t>D</a:t>
            </a:r>
            <a:r>
              <a:rPr kumimoji="0" lang="en-US" sz="1600" b="1" i="0" u="none" strike="noStrike" kern="1200" cap="none" spc="0" normalizeH="0" baseline="0" noProof="0" dirty="0">
                <a:ln>
                  <a:noFill/>
                </a:ln>
                <a:solidFill>
                  <a:srgbClr val="000000"/>
                </a:solidFill>
                <a:effectLst/>
                <a:uLnTx/>
                <a:uFillTx/>
                <a:latin typeface="Tenorite"/>
                <a:ea typeface="Helvetica Neue" panose="02000503000000020004" pitchFamily="2" charset="0"/>
                <a:cs typeface="Helvetica Neue" panose="02000503000000020004" pitchFamily="2" charset="0"/>
              </a:rPr>
              <a:t>.</a:t>
            </a:r>
          </a:p>
        </p:txBody>
      </p:sp>
      <p:sp>
        <p:nvSpPr>
          <p:cNvPr id="9"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E6774287-2C3E-30AC-A800-76995E667B6B}"/>
              </a:ext>
            </a:extLst>
          </p:cNvPr>
          <p:cNvSpPr txBox="1"/>
          <p:nvPr/>
        </p:nvSpPr>
        <p:spPr>
          <a:xfrm>
            <a:off x="850900" y="5308047"/>
            <a:ext cx="6096000" cy="593496"/>
          </a:xfrm>
          <a:prstGeom prst="rect">
            <a:avLst/>
          </a:prstGeom>
          <a:noFill/>
          <a:ln>
            <a:noFill/>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marL="0" marR="0" lvl="0" indent="0" algn="l" defTabSz="914400" rtl="0" eaLnBrk="1" fontAlgn="auto" latinLnBrk="0" hangingPunct="1">
              <a:lnSpc>
                <a:spcPct val="120000"/>
              </a:lnSpc>
              <a:spcBef>
                <a:spcPts val="0"/>
              </a:spcBef>
              <a:spcAft>
                <a:spcPts val="60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Tenorite"/>
              </a:rPr>
              <a:t>Creates conditions for real trust. You leave knowing what this group fears — making your advocacy upward specific and credible. But the timeline doesn't pause, and leaders leaving without direction may read it as: the organization doesn't have one.</a:t>
            </a:r>
            <a:endParaRPr kumimoji="0" lang="en-US" sz="1100" b="0" i="0" u="none" strike="noStrike" kern="1200" cap="none" spc="0" normalizeH="0" baseline="0" noProof="0" dirty="0">
              <a:ln>
                <a:noFill/>
              </a:ln>
              <a:solidFill>
                <a:srgbClr val="0D0D0D"/>
              </a:solidFill>
              <a:effectLst/>
              <a:uLnTx/>
              <a:uFillTx/>
              <a:latin typeface="Tenorite"/>
            </a:endParaRPr>
          </a:p>
        </p:txBody>
      </p:sp>
      <p:sp>
        <p:nvSpPr>
          <p:cNvPr id="13" name="Rectangle 12">
            <a:extLst>
              <a:ext uri="{FF2B5EF4-FFF2-40B4-BE49-F238E27FC236}">
                <a16:creationId xmlns:a16="http://schemas.microsoft.com/office/drawing/2014/main" id="{14C27953-2C90-1272-C90C-CA0372A1C058}"/>
              </a:ext>
            </a:extLst>
          </p:cNvPr>
          <p:cNvSpPr/>
          <p:nvPr/>
        </p:nvSpPr>
        <p:spPr>
          <a:xfrm>
            <a:off x="6861976" y="5429943"/>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-2</a:t>
            </a:r>
          </a:p>
        </p:txBody>
      </p:sp>
      <p:sp>
        <p:nvSpPr>
          <p:cNvPr id="17" name="Rectangle 16">
            <a:extLst>
              <a:ext uri="{FF2B5EF4-FFF2-40B4-BE49-F238E27FC236}">
                <a16:creationId xmlns:a16="http://schemas.microsoft.com/office/drawing/2014/main" id="{306015B2-BC5C-328A-0F9F-9D42C2F930EC}"/>
              </a:ext>
            </a:extLst>
          </p:cNvPr>
          <p:cNvSpPr/>
          <p:nvPr/>
        </p:nvSpPr>
        <p:spPr>
          <a:xfrm>
            <a:off x="8503056" y="5423672"/>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-1</a:t>
            </a:r>
          </a:p>
        </p:txBody>
      </p:sp>
      <p:sp>
        <p:nvSpPr>
          <p:cNvPr id="19" name="Rectangle 18">
            <a:extLst>
              <a:ext uri="{FF2B5EF4-FFF2-40B4-BE49-F238E27FC236}">
                <a16:creationId xmlns:a16="http://schemas.microsoft.com/office/drawing/2014/main" id="{6D1E8D15-4857-04A1-F694-15C208601C88}"/>
              </a:ext>
            </a:extLst>
          </p:cNvPr>
          <p:cNvSpPr/>
          <p:nvPr/>
        </p:nvSpPr>
        <p:spPr>
          <a:xfrm>
            <a:off x="10144136" y="5423672"/>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-1</a:t>
            </a:r>
          </a:p>
        </p:txBody>
      </p:sp>
      <p:sp>
        <p:nvSpPr>
          <p:cNvPr id="11" name="Rectangle: Rounded Corners 10">
            <a:extLst>
              <a:ext uri="{FF2B5EF4-FFF2-40B4-BE49-F238E27FC236}">
                <a16:creationId xmlns:a16="http://schemas.microsoft.com/office/drawing/2014/main" id="{237E900F-EA4B-CB20-855D-1D38A89F13E2}"/>
              </a:ext>
            </a:extLst>
          </p:cNvPr>
          <p:cNvSpPr/>
          <p:nvPr/>
        </p:nvSpPr>
        <p:spPr>
          <a:xfrm>
            <a:off x="7153954" y="1768486"/>
            <a:ext cx="4187145" cy="4327514"/>
          </a:xfrm>
          <a:prstGeom prst="roundRect">
            <a:avLst/>
          </a:prstGeom>
          <a:solidFill>
            <a:srgbClr val="C00000"/>
          </a:solidFill>
          <a:ln w="6350">
            <a:solidFill>
              <a:srgbClr val="2832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Tenorite"/>
                <a:ea typeface="+mn-ea"/>
                <a:cs typeface="+mn-cs"/>
              </a:rPr>
              <a:t>No scoring on this question </a:t>
            </a:r>
          </a:p>
        </p:txBody>
      </p:sp>
    </p:spTree>
    <p:extLst>
      <p:ext uri="{BB962C8B-B14F-4D97-AF65-F5344CB8AC3E}">
        <p14:creationId xmlns:p14="http://schemas.microsoft.com/office/powerpoint/2010/main" val="38920106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2018D-71FC-B22B-31DD-013E62D2FF7A}"/>
            </a:ext>
          </a:extLst>
        </p:cNvPr>
        <p:cNvGrpSpPr/>
        <p:nvPr/>
      </p:nvGrpSpPr>
      <p:grpSpPr>
        <a:xfrm>
          <a:off x="0" y="0"/>
          <a:ext cx="0" cy="0"/>
          <a:chOff x="0" y="0"/>
          <a:chExt cx="0" cy="0"/>
        </a:xfrm>
      </p:grpSpPr>
      <p:sp>
        <p:nvSpPr>
          <p:cNvPr id="51" name="Title 50">
            <a:extLst>
              <a:ext uri="{FF2B5EF4-FFF2-40B4-BE49-F238E27FC236}">
                <a16:creationId xmlns:a16="http://schemas.microsoft.com/office/drawing/2014/main" id="{AFE21100-2201-F177-A88F-A032220FE21F}"/>
              </a:ext>
            </a:extLst>
          </p:cNvPr>
          <p:cNvSpPr>
            <a:spLocks noGrp="1"/>
          </p:cNvSpPr>
          <p:nvPr>
            <p:ph type="title"/>
          </p:nvPr>
        </p:nvSpPr>
        <p:spPr>
          <a:xfrm>
            <a:off x="313406" y="491903"/>
            <a:ext cx="11430000" cy="491836"/>
          </a:xfrm>
        </p:spPr>
        <p:txBody>
          <a:bodyPr/>
          <a:lstStyle/>
          <a:p>
            <a:pPr lvl="0">
              <a:lnSpc>
                <a:spcPct val="112000"/>
              </a:lnSpc>
              <a:spcBef>
                <a:spcPts val="0"/>
              </a:spcBef>
              <a:defRPr/>
            </a:pPr>
            <a:r>
              <a:rPr lang="en-US" dirty="0">
                <a:solidFill>
                  <a:srgbClr val="EA5F84"/>
                </a:solidFill>
                <a:latin typeface="Tenorite"/>
              </a:rPr>
              <a:t>Option 2: Moment 4: </a:t>
            </a:r>
            <a:r>
              <a:rPr lang="en-US" dirty="0">
                <a:solidFill>
                  <a:srgbClr val="24282B"/>
                </a:solidFill>
                <a:latin typeface="Tenorite"/>
              </a:rPr>
              <a:t>When Your Team Is Afraid of Being Replaced by AI </a:t>
            </a:r>
            <a:endParaRPr lang="en-US" spc="0" dirty="0">
              <a:solidFill>
                <a:srgbClr val="24282B"/>
              </a:solidFill>
              <a:latin typeface="Tenorite"/>
            </a:endParaRPr>
          </a:p>
        </p:txBody>
      </p:sp>
      <p:sp>
        <p:nvSpPr>
          <p:cNvPr id="6" name="Rounded Rectangle 5">
            <a:extLst>
              <a:ext uri="{FF2B5EF4-FFF2-40B4-BE49-F238E27FC236}">
                <a16:creationId xmlns:a16="http://schemas.microsoft.com/office/drawing/2014/main" id="{4A012F38-D24E-E80D-1E63-F8FDFFD5D6F4}"/>
              </a:ext>
            </a:extLst>
          </p:cNvPr>
          <p:cNvSpPr/>
          <p:nvPr/>
        </p:nvSpPr>
        <p:spPr>
          <a:xfrm>
            <a:off x="313406" y="1671213"/>
            <a:ext cx="5665416" cy="5009475"/>
          </a:xfrm>
          <a:prstGeom prst="roundRect">
            <a:avLst>
              <a:gd name="adj" fmla="val 3378"/>
            </a:avLst>
          </a:prstGeom>
          <a:solidFill>
            <a:schemeClr val="bg1"/>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enorite"/>
              <a:ea typeface="Helvetica Neue" panose="02000503000000020004" pitchFamily="2" charset="0"/>
              <a:cs typeface="Helvetica Neue" panose="02000503000000020004" pitchFamily="2" charset="0"/>
            </a:endParaRPr>
          </a:p>
        </p:txBody>
      </p:sp>
      <p:sp>
        <p:nvSpPr>
          <p:cNvPr id="7" name="Rounded Rectangle 6">
            <a:extLst>
              <a:ext uri="{FF2B5EF4-FFF2-40B4-BE49-F238E27FC236}">
                <a16:creationId xmlns:a16="http://schemas.microsoft.com/office/drawing/2014/main" id="{B0D0027E-8B6E-CD6B-9A5C-517C868C806B}"/>
              </a:ext>
            </a:extLst>
          </p:cNvPr>
          <p:cNvSpPr/>
          <p:nvPr/>
        </p:nvSpPr>
        <p:spPr>
          <a:xfrm>
            <a:off x="6176832" y="1671211"/>
            <a:ext cx="5666978" cy="5009475"/>
          </a:xfrm>
          <a:prstGeom prst="roundRect">
            <a:avLst>
              <a:gd name="adj" fmla="val 337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enorite"/>
              <a:ea typeface="Helvetica Neue" panose="02000503000000020004" pitchFamily="2" charset="0"/>
              <a:cs typeface="Helvetica Neue" panose="02000503000000020004" pitchFamily="2" charset="0"/>
            </a:endParaRPr>
          </a:p>
        </p:txBody>
      </p:sp>
      <p:sp>
        <p:nvSpPr>
          <p:cNvPr id="9"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AA30C8A9-81F9-1E75-BD72-62F624D8F055}"/>
              </a:ext>
            </a:extLst>
          </p:cNvPr>
          <p:cNvSpPr txBox="1"/>
          <p:nvPr/>
        </p:nvSpPr>
        <p:spPr>
          <a:xfrm>
            <a:off x="443127" y="2307938"/>
            <a:ext cx="5243708" cy="4370427"/>
          </a:xfrm>
          <a:prstGeom prst="rect">
            <a:avLst/>
          </a:prstGeom>
          <a:noFill/>
          <a:ln>
            <a:noFill/>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11111"/>
                </a:solidFill>
                <a:effectLst/>
                <a:uLnTx/>
                <a:uFillTx/>
                <a:latin typeface="Tenorite"/>
              </a:rPr>
              <a:t>Meridian's enterprise leadership has announced an AI transformation across every brand. Sourcing workflows, candidate screening, client reporting — significant changes are coming. Leadership has been clear: this is the direction.</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400" dirty="0">
              <a:solidFill>
                <a:srgbClr val="111111"/>
              </a:solidFill>
              <a:latin typeface="Tenorite"/>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11111"/>
                </a:solidFill>
                <a:effectLst/>
                <a:uLnTx/>
                <a:uFillTx/>
                <a:latin typeface="Tenorite"/>
              </a:rPr>
              <a:t>You're in what was supposed to be a strategy alignment session with your direct reports — all senior leaders themselves, each managing large teams now asking hard questions.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400" dirty="0">
              <a:solidFill>
                <a:srgbClr val="111111"/>
              </a:solidFill>
              <a:latin typeface="Tenorite"/>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11111"/>
                </a:solidFill>
                <a:effectLst/>
                <a:uLnTx/>
                <a:uFillTx/>
                <a:latin typeface="Tenorite"/>
              </a:rPr>
              <a:t>Before you get through the agenda, one of your most respected peers puts it plainly: "I need to ask you directly — are we being replaced? Because that's the question I can't answer for my people right now." These are experienced leaders — not panicking but watching you closely. They know the initiative is real. Some roles will shift. The full picture isn't defined. And their teams are looking to them for answers they don't have.</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rgbClr val="111111"/>
              </a:solidFill>
              <a:effectLst/>
              <a:uLnTx/>
              <a:uFillTx/>
              <a:latin typeface="Tenorite"/>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11111"/>
                </a:solidFill>
                <a:effectLst/>
                <a:uLnTx/>
                <a:uFillTx/>
                <a:latin typeface="Tenorite"/>
              </a:rPr>
              <a:t>Whatever you say here will likely be repeated to hundreds of people by tomorrow. What do you say, and what do you do in the next two weeks to make sure it holds up?"</a:t>
            </a:r>
          </a:p>
        </p:txBody>
      </p:sp>
      <p:sp>
        <p:nvSpPr>
          <p:cNvPr id="10" name="Rectangle 9">
            <a:extLst>
              <a:ext uri="{FF2B5EF4-FFF2-40B4-BE49-F238E27FC236}">
                <a16:creationId xmlns:a16="http://schemas.microsoft.com/office/drawing/2014/main" id="{01A69E00-5579-EADE-D187-C11E8F71FF04}"/>
              </a:ext>
            </a:extLst>
          </p:cNvPr>
          <p:cNvSpPr/>
          <p:nvPr/>
        </p:nvSpPr>
        <p:spPr>
          <a:xfrm>
            <a:off x="443127" y="1953723"/>
            <a:ext cx="2564899" cy="230832"/>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800" b="1" i="0" u="none" strike="noStrike" kern="1200" cap="all" spc="0" normalizeH="0" baseline="0" noProof="0">
                <a:ln>
                  <a:noFill/>
                </a:ln>
                <a:solidFill>
                  <a:srgbClr val="111111"/>
                </a:solidFill>
                <a:effectLst/>
                <a:uLnTx/>
                <a:uFillTx/>
                <a:latin typeface="Tenorite"/>
                <a:ea typeface="Helvetica Neue" panose="02000503000000020004" pitchFamily="2" charset="0"/>
                <a:cs typeface="Helvetica Neue" panose="02000503000000020004" pitchFamily="2" charset="0"/>
              </a:rPr>
              <a:t>Scenario</a:t>
            </a:r>
          </a:p>
        </p:txBody>
      </p:sp>
      <p:sp>
        <p:nvSpPr>
          <p:cNvPr id="25" name="Rectangle 24">
            <a:extLst>
              <a:ext uri="{FF2B5EF4-FFF2-40B4-BE49-F238E27FC236}">
                <a16:creationId xmlns:a16="http://schemas.microsoft.com/office/drawing/2014/main" id="{16CCC85A-3652-5912-98B6-A0F81BABCFAA}"/>
              </a:ext>
            </a:extLst>
          </p:cNvPr>
          <p:cNvSpPr/>
          <p:nvPr/>
        </p:nvSpPr>
        <p:spPr>
          <a:xfrm>
            <a:off x="6503090" y="2184555"/>
            <a:ext cx="2564899" cy="538609"/>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lang="en-US" b="1" cap="all" dirty="0">
                <a:solidFill>
                  <a:srgbClr val="FFFFFF"/>
                </a:solidFill>
                <a:latin typeface="Tenorite"/>
                <a:ea typeface="Helvetica Neue" panose="02000503000000020004" pitchFamily="2" charset="0"/>
                <a:cs typeface="Helvetica Neue" panose="02000503000000020004" pitchFamily="2" charset="0"/>
              </a:rPr>
              <a:t>Open ended question</a:t>
            </a:r>
          </a:p>
          <a:p>
            <a:pPr marL="285750" marR="0" lvl="0" indent="-285750" algn="l" defTabSz="914400" rtl="0" eaLnBrk="1" fontAlgn="auto" latinLnBrk="0" hangingPunct="1">
              <a:lnSpc>
                <a:spcPts val="1760"/>
              </a:lnSpc>
              <a:spcBef>
                <a:spcPts val="0"/>
              </a:spcBef>
              <a:spcAft>
                <a:spcPts val="600"/>
              </a:spcAft>
              <a:buClrTx/>
              <a:buSzTx/>
              <a:buFont typeface="Arial" panose="020B0604020202020204" pitchFamily="34" charset="0"/>
              <a:buChar char="•"/>
              <a:tabLst/>
              <a:defRPr/>
            </a:pPr>
            <a:r>
              <a:rPr kumimoji="0" lang="en-US" sz="1800" b="1" i="0" u="none" strike="noStrike" kern="1200" cap="all" spc="0" normalizeH="0" baseline="0" noProof="0" dirty="0">
                <a:ln>
                  <a:noFill/>
                </a:ln>
                <a:solidFill>
                  <a:srgbClr val="FFFFFF"/>
                </a:solidFill>
                <a:effectLst/>
                <a:uLnTx/>
                <a:uFillTx/>
                <a:latin typeface="Tenorite"/>
                <a:ea typeface="Helvetica Neue" panose="02000503000000020004" pitchFamily="2" charset="0"/>
                <a:cs typeface="Helvetica Neue" panose="02000503000000020004" pitchFamily="2" charset="0"/>
              </a:rPr>
              <a:t>Word</a:t>
            </a:r>
            <a:r>
              <a:rPr kumimoji="0" lang="en-US" sz="1800" b="1" i="0" u="none" strike="noStrike" kern="1200" cap="all" spc="0" normalizeH="0" noProof="0" dirty="0">
                <a:ln>
                  <a:noFill/>
                </a:ln>
                <a:solidFill>
                  <a:srgbClr val="FFFFFF"/>
                </a:solidFill>
                <a:effectLst/>
                <a:uLnTx/>
                <a:uFillTx/>
                <a:latin typeface="Tenorite"/>
                <a:ea typeface="Helvetica Neue" panose="02000503000000020004" pitchFamily="2" charset="0"/>
                <a:cs typeface="Helvetica Neue" panose="02000503000000020004" pitchFamily="2" charset="0"/>
              </a:rPr>
              <a:t> cloud</a:t>
            </a:r>
            <a:endParaRPr kumimoji="0" lang="en-US" sz="1800" b="1" i="0" u="none" strike="noStrike" kern="1200" cap="all" spc="0" normalizeH="0" baseline="0" noProof="0" dirty="0">
              <a:ln>
                <a:noFill/>
              </a:ln>
              <a:solidFill>
                <a:srgbClr val="FFFFFF"/>
              </a:solidFill>
              <a:effectLst/>
              <a:uLnTx/>
              <a:uFillTx/>
              <a:latin typeface="Tenorite"/>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1830633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25" grpId="0"/>
    </p:bldLst>
  </p:timing>
</p:sld>
</file>

<file path=ppt/theme/theme1.xml><?xml version="1.0" encoding="utf-8"?>
<a:theme xmlns:a="http://schemas.openxmlformats.org/drawingml/2006/main" name="Office Theme [1782325258432]">
  <a:themeElements>
    <a:clrScheme name="BTS Colors 1">
      <a:dk1>
        <a:srgbClr val="000000"/>
      </a:dk1>
      <a:lt1>
        <a:srgbClr val="FFFFFF"/>
      </a:lt1>
      <a:dk2>
        <a:srgbClr val="24282B"/>
      </a:dk2>
      <a:lt2>
        <a:srgbClr val="EAEEF1"/>
      </a:lt2>
      <a:accent1>
        <a:srgbClr val="24282B"/>
      </a:accent1>
      <a:accent2>
        <a:srgbClr val="CA1C68"/>
      </a:accent2>
      <a:accent3>
        <a:srgbClr val="1D7279"/>
      </a:accent3>
      <a:accent4>
        <a:srgbClr val="4C3480"/>
      </a:accent4>
      <a:accent5>
        <a:srgbClr val="E63F4F"/>
      </a:accent5>
      <a:accent6>
        <a:srgbClr val="1C4C86"/>
      </a:accent6>
      <a:hlink>
        <a:srgbClr val="CA1C68"/>
      </a:hlink>
      <a:folHlink>
        <a:srgbClr val="A2A5A8"/>
      </a:folHlink>
    </a:clrScheme>
    <a:fontScheme name="Custom 3">
      <a:majorFont>
        <a:latin typeface="Tenorite"/>
        <a:ea typeface=""/>
        <a:cs typeface=""/>
      </a:majorFont>
      <a:minorFont>
        <a:latin typeface="Tenorite"/>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6350">
          <a:solidFill>
            <a:srgbClr val="28324B"/>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rgbClr val="28324B"/>
          </a:solidFill>
        </a:ln>
      </a:spPr>
      <a:bodyPr/>
      <a:lstStyle/>
      <a:style>
        <a:lnRef idx="1">
          <a:schemeClr val="accent1"/>
        </a:lnRef>
        <a:fillRef idx="0">
          <a:schemeClr val="accent1"/>
        </a:fillRef>
        <a:effectRef idx="0">
          <a:schemeClr val="accent1"/>
        </a:effectRef>
        <a:fontRef idx="minor">
          <a:schemeClr val="tx1"/>
        </a:fontRef>
      </a:style>
    </a:lnDef>
    <a:txDef>
      <a:spPr/>
      <a:bodyPr lIns="0" rIns="0">
        <a:noAutofit/>
      </a:bodyPr>
      <a:lstStyle>
        <a:defPPr algn="l">
          <a:defRPr dirty="0"/>
        </a:defPPr>
      </a:lstStyle>
    </a:txDef>
  </a:objectDefaults>
  <a:extraClrSchemeLst/>
  <a:custClrLst>
    <a:custClr name="Charcoal">
      <a:srgbClr val="24282B"/>
    </a:custClr>
    <a:custClr name="Magenta">
      <a:srgbClr val="CA1C68"/>
    </a:custClr>
    <a:custClr name="Green">
      <a:srgbClr val="1D7279"/>
    </a:custClr>
    <a:custClr name="Purple">
      <a:srgbClr val="4C3480"/>
    </a:custClr>
    <a:custClr name="Orange">
      <a:srgbClr val="E63F50"/>
    </a:custClr>
    <a:custClr name="Blue">
      <a:srgbClr val="1C4C87"/>
    </a:custClr>
    <a:custClr name="White">
      <a:srgbClr val="FFFFFF"/>
    </a:custClr>
    <a:custClr name="Custom Color 8">
      <a:srgbClr val="FFFFFF"/>
    </a:custClr>
    <a:custClr name="Custom Color 9">
      <a:srgbClr val="FFFFFF"/>
    </a:custClr>
    <a:custClr name="Custom Color 10">
      <a:srgbClr val="FFFFFF"/>
    </a:custClr>
    <a:custClr name="Grey Medium">
      <a:srgbClr val="A2A5A8"/>
    </a:custClr>
    <a:custClr name="Magenta Medium">
      <a:srgbClr val="EA5F84"/>
    </a:custClr>
    <a:custClr name="Green Medium">
      <a:srgbClr val="0DB4AB"/>
    </a:custClr>
    <a:custClr name="Purple Medium ">
      <a:srgbClr val="826DAA"/>
    </a:custClr>
    <a:custClr name="Orange Medium">
      <a:srgbClr val="EA6B69"/>
    </a:custClr>
    <a:custClr name="Blue Medium ">
      <a:srgbClr val="6CBEE5"/>
    </a:custClr>
    <a:custClr name="Custom Color 17">
      <a:srgbClr val="FFFFFF"/>
    </a:custClr>
    <a:custClr name="Custom Color 18">
      <a:srgbClr val="FFFFFF"/>
    </a:custClr>
    <a:custClr name="Custom Color 19">
      <a:srgbClr val="FFFFFF"/>
    </a:custClr>
    <a:custClr name="Custom Color 20">
      <a:srgbClr val="FFFFFF"/>
    </a:custClr>
    <a:custClr name="Grey Light">
      <a:srgbClr val="EAEEF1"/>
    </a:custClr>
    <a:custClr name="Magenta Light ">
      <a:srgbClr val="F4ADB9"/>
    </a:custClr>
    <a:custClr name="Green Light ">
      <a:srgbClr val="B0DCD9"/>
    </a:custClr>
    <a:custClr name="Purple Light ">
      <a:srgbClr val="B6ABCF"/>
    </a:custClr>
    <a:custClr name="Orange Light ">
      <a:srgbClr val="F4B1A7"/>
    </a:custClr>
    <a:custClr name="Blue Light ">
      <a:srgbClr val="C2E2F5"/>
    </a:custClr>
    <a:custClr name="Custom Color 27">
      <a:srgbClr val="FFFFFF"/>
    </a:custClr>
    <a:custClr name="Custom Color 28">
      <a:srgbClr val="FFFFFF"/>
    </a:custClr>
    <a:custClr name="Custom Color 29">
      <a:srgbClr val="FFFFFF"/>
    </a:custClr>
    <a:custClr name="Custom Color 30">
      <a:srgbClr val="FFFFFF"/>
    </a:custClr>
    <a:custClr name="White">
      <a:srgbClr val="FFFFFF"/>
    </a:custClr>
    <a:custClr name="Magenta Extra Light ">
      <a:srgbClr val="F8DBE0"/>
    </a:custClr>
    <a:custClr name="Green Extra Light">
      <a:srgbClr val="D3EFEE"/>
    </a:custClr>
    <a:custClr name="Purple Extra Light ">
      <a:srgbClr val="DBD7E7"/>
    </a:custClr>
    <a:custClr name="Orange Extra Light ">
      <a:srgbClr val="FAE6E3"/>
    </a:custClr>
    <a:custClr name="Blue Extra Light ">
      <a:srgbClr val="E4F1F7"/>
    </a:custClr>
    <a:custClr name="Custom Color 37">
      <a:srgbClr val="FFFFFF"/>
    </a:custClr>
    <a:custClr name="Custom Color 38">
      <a:srgbClr val="FFFFFF"/>
    </a:custClr>
    <a:custClr name="Custom Color 39">
      <a:srgbClr val="FFFFFF"/>
    </a:custClr>
    <a:custClr name="Custom Color 40">
      <a:srgbClr val="FFFFFF"/>
    </a:custClr>
  </a:custClrLst>
  <a:extLst>
    <a:ext uri="{05A4C25C-085E-4340-85A3-A5531E510DB2}">
      <thm15:themeFamily xmlns:thm15="http://schemas.microsoft.com/office/thememl/2012/main" name="BTS Master PowerPoint Template with Design Elements" id="{27847AA7-9D12-654D-AB6B-5166DB86352B}" vid="{C11E6646-4D25-AA4B-B855-03D3C18E172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6">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218C2BA-D797-4F57-A7D5-E1A149891B3C}">
  <we:reference id="WA200010001" version="1.0.0.1" store="Omex" storeType="OMEX"/>
  <we:alternateReferences>
    <we:reference id="WA200010001" version="1.0.0.1" store="WA200010001" storeType="OMEX"/>
  </we:alternateReferences>
  <we:properties>
    <we:property name="claude.fileId" value="&quot;2c52bbbc-76dc-4a0d-9971-8be2aa5a1b84&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383f3f71-60ff-4083-be87-18870b196984"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A002A750298BE408790F5E0ADDB864E" ma:contentTypeVersion="13" ma:contentTypeDescription="Create a new document." ma:contentTypeScope="" ma:versionID="363856e3eb9db9f06c3f9ea061ce2b8e">
  <xsd:schema xmlns:xsd="http://www.w3.org/2001/XMLSchema" xmlns:xs="http://www.w3.org/2001/XMLSchema" xmlns:p="http://schemas.microsoft.com/office/2006/metadata/properties" xmlns:ns3="383f3f71-60ff-4083-be87-18870b196984" xmlns:ns4="1516399b-04b5-4976-a8aa-647d753b9a52" targetNamespace="http://schemas.microsoft.com/office/2006/metadata/properties" ma:root="true" ma:fieldsID="593e23361a1c969cd82188aedeb5458a" ns3:_="" ns4:_="">
    <xsd:import namespace="383f3f71-60ff-4083-be87-18870b196984"/>
    <xsd:import namespace="1516399b-04b5-4976-a8aa-647d753b9a52"/>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DateTaken" minOccurs="0"/>
                <xsd:element ref="ns3:MediaLengthInSeconds" minOccurs="0"/>
                <xsd:element ref="ns3:_activity" minOccurs="0"/>
                <xsd:element ref="ns3:MediaServiceObjectDetectorVersions" minOccurs="0"/>
                <xsd:element ref="ns3:MediaServiceSearchProperties" minOccurs="0"/>
                <xsd:element ref="ns3:MediaServiceSystemTags"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83f3f71-60ff-4083-be87-18870b196984"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DateTaken" ma:index="13" nillable="true" ma:displayName="MediaServiceDateTaken" ma:description="" ma:hidden="true" ma:indexed="true" ma:internalName="MediaServiceDateTaken"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_activity" ma:index="15" nillable="true" ma:displayName="_activity" ma:hidden="true" ma:internalName="_activity">
      <xsd:simpleType>
        <xsd:restriction base="dms:Note"/>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MediaServiceSystemTags" ma:index="18" nillable="true" ma:displayName="MediaServiceSystemTags" ma:hidden="true" ma:internalName="MediaServiceSystemTags" ma:readOnly="true">
      <xsd:simpleType>
        <xsd:restriction base="dms:Note"/>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516399b-04b5-4976-a8aa-647d753b9a5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70A440B-678C-4F06-8A8A-ACCC3FD74247}">
  <ds:schemaRefs>
    <ds:schemaRef ds:uri="1516399b-04b5-4976-a8aa-647d753b9a52"/>
    <ds:schemaRef ds:uri="383f3f71-60ff-4083-be87-18870b19698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7AC3EAA4-930E-4144-AB69-5BB8745177A2}">
  <ds:schemaRefs>
    <ds:schemaRef ds:uri="1516399b-04b5-4976-a8aa-647d753b9a52"/>
    <ds:schemaRef ds:uri="383f3f71-60ff-4083-be87-18870b19698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BBC4ECA6-E5AB-4C75-A8A0-9B24D3E8F0B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105</TotalTime>
  <Words>4622</Words>
  <Application>Microsoft Office PowerPoint</Application>
  <PresentationFormat>Widescreen</PresentationFormat>
  <Paragraphs>239</Paragraphs>
  <Slides>13</Slides>
  <Notes>13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Aptos</vt:lpstr>
      <vt:lpstr>Arial</vt:lpstr>
      <vt:lpstr>Calibri</vt:lpstr>
      <vt:lpstr>Helvetica Neue</vt:lpstr>
      <vt:lpstr>Palatino</vt:lpstr>
      <vt:lpstr>Tenorite</vt:lpstr>
      <vt:lpstr>Tenr</vt:lpstr>
      <vt:lpstr>Verdana</vt:lpstr>
      <vt:lpstr>Office Theme [1782325258432]</vt:lpstr>
      <vt:lpstr>Allegis AI Simulation  Baltimore &amp; Orlando </vt:lpstr>
      <vt:lpstr>PowerPoint Presentation</vt:lpstr>
      <vt:lpstr>Moment 1: Prioritizing First Steps</vt:lpstr>
      <vt:lpstr>Moment 1: Prioritizing First Steps</vt:lpstr>
      <vt:lpstr>Moment 2: When Morale and Engagement Is Low</vt:lpstr>
      <vt:lpstr>Moment 2: When Morale and Engagement Is Low</vt:lpstr>
      <vt:lpstr>PowerPoint Presentation</vt:lpstr>
      <vt:lpstr>PowerPoint Presentation</vt:lpstr>
      <vt:lpstr>Moment 3: When a Team Has a Breakthrough Worth Scaling</vt:lpstr>
      <vt:lpstr>Moment 3: When a Team Has a Breakthrough Worth Scaling</vt:lpstr>
      <vt:lpstr>Option 1: Moment 4: When Your Team Is Afraid of Being Replaced by AI </vt:lpstr>
      <vt:lpstr>Option 1: Moment 4: When Your Team Is Afraid of Being Replaced by AI </vt:lpstr>
      <vt:lpstr>Option 2: Moment 4: When Your Team Is Afraid of Being Replaced by AI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Nicole Gams</dc:creator>
  <cp:lastModifiedBy>Kevin Claypool</cp:lastModifiedBy>
  <cp:revision>3</cp:revision>
  <dcterms:created xsi:type="dcterms:W3CDTF">2026-09-03T19:36:31Z</dcterms:created>
  <dcterms:modified xsi:type="dcterms:W3CDTF">2026-10-01T02:28:12Z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0x0101005A002A750298BE408790F5E0ADDB864E</vt:lpwstr>
  </property>
</Properties>
</file>